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37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EA947E-46EA-45F7-9D5E-3D26180C0DC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CFDA1C-85F5-47C8-BDC6-F7D6F1AA8F7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EDB048-26FB-4DBD-AA51-0318012A531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4393E7-2C47-4562-B619-EDB1055D7BB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8BB2C3-F223-46D6-A381-A86551CDF5E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8054EB-A6AD-4AD7-B7AD-7D2D1F3319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D8B12B-49B2-4D60-9BDA-4F85BA70C9F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A3FFE1-E694-4E17-B306-2667AD1E65B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C9F4CC8-A02D-4A06-864E-8E94EF6DC3B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2F6BF63-1D3C-4F74-B212-94830165DCFD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5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1796C86-1579-40D2-A93C-A5C8F671E9F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7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DFEE1C-4F95-458A-805E-77E91B4666B1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9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5FBAF1F-834D-46E5-A34D-A13B30694F7D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1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1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6C9BB4A-A469-46F1-B411-CCB0D1C13BE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1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1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AD3DA50-AAB8-47FA-B8A1-553CD1997226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ftr" idx="15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sldNum" idx="1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ED6E027-9155-486A-BA72-6CE15308E09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8"/>
          <p:cNvSpPr>
            <a:spLocks noGrp="1"/>
          </p:cNvSpPr>
          <p:nvPr>
            <p:ph type="ftr" idx="17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9"/>
          <p:cNvSpPr>
            <a:spLocks noGrp="1"/>
          </p:cNvSpPr>
          <p:nvPr>
            <p:ph type="sldNum" idx="1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1FA960B-8580-41C2-B9CF-520900E51D3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 idx="19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2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ADC05A5-2F52-4AF3-9ED5-1FBC6AF1A6E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2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87A72D0-9C2A-4301-8F5C-9112124B41D2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2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2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0C9B731-3F77-49F0-A816-3EB801BD7B2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2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D86EB9A-D34B-4C35-AAD1-48387F8FF206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2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0CF0166-65C0-44D9-BA94-464A874E022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27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2E80DD7-A941-4065-92DC-BB544C74829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sldNum" idx="2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783F5D1-5BF0-4131-B93C-5AA331BF4D5B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29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AA6BDA9-3700-442C-B8A8-BAEA827BE80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sldNum" idx="3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781EB62-84D9-4929-8946-F0EE77E7EB4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31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B62C932-D617-4D7B-9EAB-DBD5918F6EE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sldNum" idx="3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D426D16-3CE9-48F8-B6C7-67B63609B072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sldNum" idx="33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13DCBFF-C53D-4B95-BC65-809B3E895B7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sldNum" idx="3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0D660CB-0378-4575-A3B4-6BFF0B83342C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90D4E72-DBA1-4967-ACC7-258A88CA5A8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0C4B36E-A5BB-47CB-AA02-A533091D331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70;p16"/>
          <p:cNvSpPr/>
          <p:nvPr/>
        </p:nvSpPr>
        <p:spPr>
          <a:xfrm>
            <a:off x="862560" y="478080"/>
            <a:ext cx="787500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980714"/>
                </a:solidFill>
                <a:effectLst/>
                <a:uFillTx/>
                <a:latin typeface="Calibri"/>
                <a:ea typeface="Calibri"/>
              </a:rPr>
              <a:t>Extending k8s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Module 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553500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Helm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Network Interface (CNI)</a:t>
            </a:r>
            <a:br>
              <a:rPr sz="3000"/>
            </a:b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 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Storage Interface (CSI)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6234F27-DDA4-465E-BED4-CAF8F4904D76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6278760" y="1544400"/>
            <a:ext cx="583632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CustomResource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Helm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Package manager for Kubernetes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Allows installation / management of software on Kubernetes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Can be either regular software or Kubernetes components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1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4E1D788-AC9C-4FA2-ADFE-17E2A9D9EC0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Helm Concepts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Helm Chart: set of templated k8s manifest files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Helm Repository: location where multiple charts are stored / updated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Release: Helm chart deployed running in K8s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Umbrella Chart: Chart that refers to sub-charts (think git submodules)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4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CD7F21C-48E1-481A-BE1A-78DD730A851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Network Interface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Defines an API spec to be implemented by plugins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Allows plugin components to manage k8s cluster networking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May optionally support resources such as NetworkPolicy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Managed by the CNCF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3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15A1506-367B-4EEC-9FBD-3A626E325E7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Storage Interface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Defines an API spec to be implemented by plugins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Allows plugin components to manage volumes for k8s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Configured via StorageClass resource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Managed by the CNCF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List of drivers: https://kubernetes-csi.github.io/docs/drivers.html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2C4F05F-1EC3-4B92-A944-0B4A3614D25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Custom Resources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Use the k8s API to define new resources for the k8s API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Generally includes custom namespace for resources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Implementation supported by a custom controller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Registered via a CustomResourceDefinition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50B16E8-CA76-4B48-A13A-4AD70A0748F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Custom Resource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4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FA8B6F2-3CE1-46D1-AB57-DD5920E619A6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2"/>
          <a:stretch/>
        </p:blipFill>
        <p:spPr>
          <a:xfrm>
            <a:off x="959760" y="1317240"/>
            <a:ext cx="4474440" cy="51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2025-11-06T01:57:52Z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