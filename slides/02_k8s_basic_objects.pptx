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5.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37.xml" ContentType="application/vnd.openxmlformats-officedocument.theme+xml"/>
  <Override PartName="/ppt/slideLayouts/slideLayout22.xml" ContentType="application/vnd.openxmlformats-officedocument.presentationml.slideLayout+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jpeg" ContentType="image/jpeg"/>
  <Override PartName="/ppt/media/image4.png" ContentType="image/png"/>
  <Override PartName="/ppt/media/image5.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5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57"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58" name="PlaceHolder 4"/>
          <p:cNvSpPr>
            <a:spLocks noGrp="1"/>
          </p:cNvSpPr>
          <p:nvPr>
            <p:ph type="dt" idx="3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59" name="PlaceHolder 5"/>
          <p:cNvSpPr>
            <a:spLocks noGrp="1"/>
          </p:cNvSpPr>
          <p:nvPr>
            <p:ph type="ftr" idx="38"/>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0" name="PlaceHolder 6"/>
          <p:cNvSpPr>
            <a:spLocks noGrp="1"/>
          </p:cNvSpPr>
          <p:nvPr>
            <p:ph type="sldNum" idx="3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986BAAB-2EDF-466F-95BA-E68DFA49B7C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685800" y="1143000"/>
            <a:ext cx="5485680" cy="3085560"/>
          </a:xfrm>
          <a:prstGeom prst="rect">
            <a:avLst/>
          </a:prstGeom>
          <a:ln w="0">
            <a:noFill/>
          </a:ln>
        </p:spPr>
      </p:sp>
      <p:sp>
        <p:nvSpPr>
          <p:cNvPr id="59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598" name="PlaceHolder 3"/>
          <p:cNvSpPr>
            <a:spLocks noGrp="1"/>
          </p:cNvSpPr>
          <p:nvPr>
            <p:ph type="sldNum" idx="5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630E29D-2C17-4457-8534-BF5E54F5BC7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685800" y="1143000"/>
            <a:ext cx="5485680" cy="3085560"/>
          </a:xfrm>
          <a:prstGeom prst="rect">
            <a:avLst/>
          </a:prstGeom>
          <a:ln w="0">
            <a:noFill/>
          </a:ln>
        </p:spPr>
      </p:sp>
      <p:sp>
        <p:nvSpPr>
          <p:cNvPr id="60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Pods are atomic and mostly immutable. If you want to deploy a new version of your application, you would delete the existing pods and make new ones. You do not baby sit or treat Pods as special, if the application crashes or something goes wrong, you simply delete the pod and make a new one. They are disposable and Pods running the same application should be fungible units.</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Calibri"/>
                <a:ea typeface="Calibri"/>
              </a:rPr>
              <a:t>Pods also allow us to specify things such as RAM/CPU limits and application health checks.</a:t>
            </a:r>
            <a:endParaRPr b="0" lang="en-US" sz="1200" strike="noStrike" u="none">
              <a:solidFill>
                <a:srgbClr val="000000"/>
              </a:solidFill>
              <a:effectLst/>
              <a:uFillTx/>
              <a:latin typeface="Arial"/>
            </a:endParaRPr>
          </a:p>
        </p:txBody>
      </p:sp>
      <p:sp>
        <p:nvSpPr>
          <p:cNvPr id="601" name="PlaceHolder 3"/>
          <p:cNvSpPr>
            <a:spLocks noGrp="1"/>
          </p:cNvSpPr>
          <p:nvPr>
            <p:ph type="sldNum" idx="6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ADE7911-E435-4C8C-9640-DCEE9BFAE58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5680" cy="3085560"/>
          </a:xfrm>
          <a:prstGeom prst="rect">
            <a:avLst/>
          </a:prstGeom>
          <a:ln w="0">
            <a:noFill/>
          </a:ln>
        </p:spPr>
      </p:sp>
      <p:sp>
        <p:nvSpPr>
          <p:cNvPr id="60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From the docs:</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rgbClr val="000000"/>
                </a:solidFill>
                <a:effectLst/>
                <a:uFillTx/>
                <a:latin typeface="Calibri"/>
                <a:ea typeface="Calibri"/>
              </a:rPr>
              <a:t>Pending</a:t>
            </a:r>
            <a:r>
              <a:rPr b="0" lang="en-US" sz="1200" strike="noStrike" u="none">
                <a:solidFill>
                  <a:srgbClr val="000000"/>
                </a:solidFill>
                <a:effectLst/>
                <a:uFillTx/>
                <a:latin typeface="Calibri"/>
                <a:ea typeface="Calibri"/>
              </a:rPr>
              <a:t>	</a:t>
            </a:r>
            <a:r>
              <a:rPr b="0" lang="en-US" sz="1200" strike="noStrike" u="none">
                <a:solidFill>
                  <a:srgbClr val="000000"/>
                </a:solidFill>
                <a:effectLst/>
                <a:uFillTx/>
                <a:latin typeface="Calibri"/>
                <a:ea typeface="Calibri"/>
              </a:rPr>
              <a:t>The Pod has been accepted by the Kubernetes system, but one or more of the Container images has not been created. This includes time before being scheduled as well as time spent downloading images over the network, which could take a while.</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rgbClr val="000000"/>
                </a:solidFill>
                <a:effectLst/>
                <a:uFillTx/>
                <a:latin typeface="Calibri"/>
                <a:ea typeface="Calibri"/>
              </a:rPr>
              <a:t>Running</a:t>
            </a:r>
            <a:r>
              <a:rPr b="0" lang="en-US" sz="1200" strike="noStrike" u="none">
                <a:solidFill>
                  <a:srgbClr val="000000"/>
                </a:solidFill>
                <a:effectLst/>
                <a:uFillTx/>
                <a:latin typeface="Calibri"/>
                <a:ea typeface="Calibri"/>
              </a:rPr>
              <a:t>	</a:t>
            </a:r>
            <a:r>
              <a:rPr b="0" lang="en-US" sz="1200" strike="noStrike" u="none">
                <a:solidFill>
                  <a:srgbClr val="000000"/>
                </a:solidFill>
                <a:effectLst/>
                <a:uFillTx/>
                <a:latin typeface="Calibri"/>
                <a:ea typeface="Calibri"/>
              </a:rPr>
              <a:t>The Pod has been bound to a node, and all of the Containers have been created. At least one Container is still running, or is in the process of starting or restarting.</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rgbClr val="000000"/>
                </a:solidFill>
                <a:effectLst/>
                <a:uFillTx/>
                <a:latin typeface="Calibri"/>
                <a:ea typeface="Calibri"/>
              </a:rPr>
              <a:t>Succeeded</a:t>
            </a:r>
            <a:r>
              <a:rPr b="0" lang="en-US" sz="1200" strike="noStrike" u="none">
                <a:solidFill>
                  <a:srgbClr val="000000"/>
                </a:solidFill>
                <a:effectLst/>
                <a:uFillTx/>
                <a:latin typeface="Calibri"/>
                <a:ea typeface="Calibri"/>
              </a:rPr>
              <a:t>	</a:t>
            </a:r>
            <a:r>
              <a:rPr b="0" lang="en-US" sz="1200" strike="noStrike" u="none">
                <a:solidFill>
                  <a:srgbClr val="000000"/>
                </a:solidFill>
                <a:effectLst/>
                <a:uFillTx/>
                <a:latin typeface="Calibri"/>
                <a:ea typeface="Calibri"/>
              </a:rPr>
              <a:t>All Containers in the Pod have terminated in success, and will not be restarted.</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rgbClr val="000000"/>
                </a:solidFill>
                <a:effectLst/>
                <a:uFillTx/>
                <a:latin typeface="Calibri"/>
                <a:ea typeface="Calibri"/>
              </a:rPr>
              <a:t>Failed</a:t>
            </a:r>
            <a:r>
              <a:rPr b="0" lang="en-US" sz="1200" strike="noStrike" u="none">
                <a:solidFill>
                  <a:srgbClr val="000000"/>
                </a:solidFill>
                <a:effectLst/>
                <a:uFillTx/>
                <a:latin typeface="Calibri"/>
                <a:ea typeface="Calibri"/>
              </a:rPr>
              <a:t>	</a:t>
            </a:r>
            <a:r>
              <a:rPr b="0" lang="en-US" sz="1200" strike="noStrike" u="none">
                <a:solidFill>
                  <a:srgbClr val="000000"/>
                </a:solidFill>
                <a:effectLst/>
                <a:uFillTx/>
                <a:latin typeface="Calibri"/>
                <a:ea typeface="Calibri"/>
              </a:rPr>
              <a:t>All Containers in the Pod have terminated, and at least one Container has terminated in failure. That is, the Container either exited with non-zero status or was terminated by the system.</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rgbClr val="000000"/>
                </a:solidFill>
                <a:effectLst/>
                <a:uFillTx/>
                <a:latin typeface="Calibri"/>
                <a:ea typeface="Calibri"/>
              </a:rPr>
              <a:t>Unknown</a:t>
            </a:r>
            <a:r>
              <a:rPr b="0" lang="en-US" sz="1200" strike="noStrike" u="none">
                <a:solidFill>
                  <a:srgbClr val="000000"/>
                </a:solidFill>
                <a:effectLst/>
                <a:uFillTx/>
                <a:latin typeface="Calibri"/>
                <a:ea typeface="Calibri"/>
              </a:rPr>
              <a:t>	</a:t>
            </a:r>
            <a:r>
              <a:rPr b="0" lang="en-US" sz="1200" strike="noStrike" u="none">
                <a:solidFill>
                  <a:srgbClr val="000000"/>
                </a:solidFill>
                <a:effectLst/>
                <a:uFillTx/>
                <a:latin typeface="Calibri"/>
                <a:ea typeface="Calibri"/>
              </a:rPr>
              <a:t>For some reason the state of the Pod could not be obtained, typically due to an error in communicating with the host of the Pod.</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p:txBody>
      </p:sp>
      <p:sp>
        <p:nvSpPr>
          <p:cNvPr id="604" name="PlaceHolder 3"/>
          <p:cNvSpPr>
            <a:spLocks noGrp="1"/>
          </p:cNvSpPr>
          <p:nvPr>
            <p:ph type="sldNum" idx="6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C697E0A-8973-4FA9-B5E0-A2B0021FDFD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5680" cy="3085560"/>
          </a:xfrm>
          <a:prstGeom prst="rect">
            <a:avLst/>
          </a:prstGeom>
          <a:ln w="0">
            <a:noFill/>
          </a:ln>
        </p:spPr>
      </p:sp>
      <p:sp>
        <p:nvSpPr>
          <p:cNvPr id="606"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All Kubernetes resources can be described with YAML and follow the shown format. Each kubernetes object has its own set of attributes that can be specified. Information for what can be set on an object is defined in the docs or discovered with the "kubectl explain &lt;type&gt;" command.</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r>
              <a:rPr b="0" lang="en-US" sz="1100" strike="noStrike" u="sng">
                <a:solidFill>
                  <a:srgbClr val="000000"/>
                </a:solidFill>
                <a:effectLst/>
                <a:uFillTx/>
                <a:latin typeface="Arial"/>
                <a:ea typeface="Arial"/>
              </a:rPr>
              <a:t>https://kubernetes.io/docs/reference/kubernetes-api/workload-resources/pod-v1/</a:t>
            </a:r>
            <a:endParaRPr b="0" lang="en-US" sz="1100" strike="noStrike" u="none">
              <a:solidFill>
                <a:srgbClr val="000000"/>
              </a:solidFill>
              <a:effectLst/>
              <a:uFillTx/>
              <a:latin typeface="Arial"/>
            </a:endParaRPr>
          </a:p>
        </p:txBody>
      </p:sp>
      <p:sp>
        <p:nvSpPr>
          <p:cNvPr id="607" name="PlaceHolder 3"/>
          <p:cNvSpPr>
            <a:spLocks noGrp="1"/>
          </p:cNvSpPr>
          <p:nvPr>
            <p:ph type="sldNum" idx="6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BA988CB-70DF-42A7-B799-EA68F867750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5680" cy="3085560"/>
          </a:xfrm>
          <a:prstGeom prst="rect">
            <a:avLst/>
          </a:prstGeom>
          <a:ln w="0">
            <a:noFill/>
          </a:ln>
        </p:spPr>
      </p:sp>
      <p:sp>
        <p:nvSpPr>
          <p:cNvPr id="60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Remember, Pods are how we must run our application. We could define a single Pod with yaml but usually you allow other objects to make the pods for you. Deployments can handle the lifecycle of our application for us by creating some number of identical pods. Scaling, updates, and autohealing are all managed by the Deployment object. Deployments fall under the "Controllers" category of objects, this group is responsible for the creation of pods.  Other controllers include StatefulSets and DaemonSets.</a:t>
            </a:r>
            <a:endParaRPr b="0" lang="en-US" sz="1200" strike="noStrike" u="none">
              <a:solidFill>
                <a:srgbClr val="000000"/>
              </a:solidFill>
              <a:effectLst/>
              <a:uFillTx/>
              <a:latin typeface="Arial"/>
            </a:endParaRPr>
          </a:p>
        </p:txBody>
      </p:sp>
      <p:sp>
        <p:nvSpPr>
          <p:cNvPr id="610" name="PlaceHolder 3"/>
          <p:cNvSpPr>
            <a:spLocks noGrp="1"/>
          </p:cNvSpPr>
          <p:nvPr>
            <p:ph type="sldNum" idx="6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046AC00-705E-48A2-894F-F25296C2226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5680" cy="3085560"/>
          </a:xfrm>
          <a:prstGeom prst="rect">
            <a:avLst/>
          </a:prstGeom>
          <a:ln w="0">
            <a:noFill/>
          </a:ln>
        </p:spPr>
      </p:sp>
      <p:sp>
        <p:nvSpPr>
          <p:cNvPr id="61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13" name="PlaceHolder 3"/>
          <p:cNvSpPr>
            <a:spLocks noGrp="1"/>
          </p:cNvSpPr>
          <p:nvPr>
            <p:ph type="sldNum" idx="6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CA382F8-21F7-4243-A138-ADD9DD246AB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5680" cy="3085560"/>
          </a:xfrm>
          <a:prstGeom prst="rect">
            <a:avLst/>
          </a:prstGeom>
          <a:ln w="0">
            <a:noFill/>
          </a:ln>
        </p:spPr>
      </p:sp>
      <p:sp>
        <p:nvSpPr>
          <p:cNvPr id="61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16" name="PlaceHolder 3"/>
          <p:cNvSpPr>
            <a:spLocks noGrp="1"/>
          </p:cNvSpPr>
          <p:nvPr>
            <p:ph type="sldNum" idx="6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3E4A14E-CE32-4321-AE7B-28AA40547D5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5680" cy="3085560"/>
          </a:xfrm>
          <a:prstGeom prst="rect">
            <a:avLst/>
          </a:prstGeom>
          <a:ln w="0">
            <a:noFill/>
          </a:ln>
        </p:spPr>
      </p:sp>
      <p:sp>
        <p:nvSpPr>
          <p:cNvPr id="61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A Service is an abstraction that defines a logical set of pods and a way to access them over the network. Think of this as a load balancer.</a:t>
            </a:r>
            <a:endParaRPr b="0" lang="en-US" sz="1200" strike="noStrike" u="none">
              <a:solidFill>
                <a:srgbClr val="000000"/>
              </a:solidFill>
              <a:effectLst/>
              <a:uFillTx/>
              <a:latin typeface="Arial"/>
            </a:endParaRPr>
          </a:p>
        </p:txBody>
      </p:sp>
      <p:sp>
        <p:nvSpPr>
          <p:cNvPr id="619" name="PlaceHolder 3"/>
          <p:cNvSpPr>
            <a:spLocks noGrp="1"/>
          </p:cNvSpPr>
          <p:nvPr>
            <p:ph type="sldNum" idx="6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EDAF975-E5B0-4291-87F3-CBE834DE48E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5680" cy="3085560"/>
          </a:xfrm>
          <a:prstGeom prst="rect">
            <a:avLst/>
          </a:prstGeom>
          <a:ln w="0">
            <a:noFill/>
          </a:ln>
        </p:spPr>
      </p:sp>
      <p:sp>
        <p:nvSpPr>
          <p:cNvPr id="621"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You may have a multi-tier application. In this case, the front end should talk to the backend through a service as well.</a:t>
            </a:r>
            <a:endParaRPr b="0" lang="en-US" sz="1200" strike="noStrike" u="none">
              <a:solidFill>
                <a:srgbClr val="000000"/>
              </a:solidFill>
              <a:effectLst/>
              <a:uFillTx/>
              <a:latin typeface="Arial"/>
            </a:endParaRPr>
          </a:p>
        </p:txBody>
      </p:sp>
      <p:sp>
        <p:nvSpPr>
          <p:cNvPr id="622" name="PlaceHolder 3"/>
          <p:cNvSpPr>
            <a:spLocks noGrp="1"/>
          </p:cNvSpPr>
          <p:nvPr>
            <p:ph type="sldNum" idx="6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D42532D-24D1-4F90-9A1E-131528F2ABD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5680" cy="3085560"/>
          </a:xfrm>
          <a:prstGeom prst="rect">
            <a:avLst/>
          </a:prstGeom>
          <a:ln w="0">
            <a:noFill/>
          </a:ln>
        </p:spPr>
      </p:sp>
      <p:sp>
        <p:nvSpPr>
          <p:cNvPr id="624"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How a LoadBalancer type is deployed depends on the cluster. Clusters running in Google Cloud may be configured to use Google Load Balancers while an on-prem cluster may have an nginx server running (perhaps in a pod itself!).</a:t>
            </a:r>
            <a:endParaRPr b="0" lang="en-US" sz="1200" strike="noStrike" u="none">
              <a:solidFill>
                <a:srgbClr val="000000"/>
              </a:solidFill>
              <a:effectLst/>
              <a:uFillTx/>
              <a:latin typeface="Arial"/>
            </a:endParaRPr>
          </a:p>
        </p:txBody>
      </p:sp>
      <p:sp>
        <p:nvSpPr>
          <p:cNvPr id="625" name="PlaceHolder 3"/>
          <p:cNvSpPr>
            <a:spLocks noGrp="1"/>
          </p:cNvSpPr>
          <p:nvPr>
            <p:ph type="sldNum" idx="6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CCD39DE-BBFD-4352-AB9F-53480C7EBCF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5680" cy="3085560"/>
          </a:xfrm>
          <a:prstGeom prst="rect">
            <a:avLst/>
          </a:prstGeom>
          <a:ln w="0">
            <a:noFill/>
          </a:ln>
        </p:spPr>
      </p:sp>
      <p:sp>
        <p:nvSpPr>
          <p:cNvPr id="62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One-to-many relationships are typically denoted with labels and selectors. Any object can be given labels. Even nodes can have labels that we use to tell kubernetes where to schedule our pods. In the above example, the Service object has selectors that tell it to send traffic to pods that have both the </a:t>
            </a:r>
            <a:r>
              <a:rPr b="0" i="1" lang="en-US" sz="1200" strike="noStrike" u="none">
                <a:solidFill>
                  <a:srgbClr val="000000"/>
                </a:solidFill>
                <a:effectLst/>
                <a:uFillTx/>
                <a:latin typeface="Calibri"/>
                <a:ea typeface="Calibri"/>
              </a:rPr>
              <a:t>app: MyApp</a:t>
            </a:r>
            <a:r>
              <a:rPr b="0" lang="en-US" sz="1200" strike="noStrike" u="none">
                <a:solidFill>
                  <a:srgbClr val="000000"/>
                </a:solidFill>
                <a:effectLst/>
                <a:uFillTx/>
                <a:latin typeface="Calibri"/>
                <a:ea typeface="Calibri"/>
              </a:rPr>
              <a:t> and </a:t>
            </a:r>
            <a:r>
              <a:rPr b="0" i="1" lang="en-US" sz="1200" strike="noStrike" u="none">
                <a:solidFill>
                  <a:srgbClr val="000000"/>
                </a:solidFill>
                <a:effectLst/>
                <a:uFillTx/>
                <a:latin typeface="Calibri"/>
                <a:ea typeface="Calibri"/>
              </a:rPr>
              <a:t>version: v1</a:t>
            </a:r>
            <a:r>
              <a:rPr b="0" lang="en-US" sz="1200" strike="noStrike" u="none">
                <a:solidFill>
                  <a:srgbClr val="000000"/>
                </a:solidFill>
                <a:effectLst/>
                <a:uFillTx/>
                <a:latin typeface="Calibri"/>
                <a:ea typeface="Calibri"/>
              </a:rPr>
              <a:t> labels.</a:t>
            </a:r>
            <a:endParaRPr b="0" lang="en-US" sz="1200" strike="noStrike" u="none">
              <a:solidFill>
                <a:srgbClr val="000000"/>
              </a:solidFill>
              <a:effectLst/>
              <a:uFillTx/>
              <a:latin typeface="Arial"/>
            </a:endParaRPr>
          </a:p>
        </p:txBody>
      </p:sp>
      <p:sp>
        <p:nvSpPr>
          <p:cNvPr id="628" name="PlaceHolder 3"/>
          <p:cNvSpPr>
            <a:spLocks noGrp="1"/>
          </p:cNvSpPr>
          <p:nvPr>
            <p:ph type="sldNum" idx="6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7AA108A-F518-48CB-B06D-6D388DE4250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5680" cy="3085560"/>
          </a:xfrm>
          <a:prstGeom prst="rect">
            <a:avLst/>
          </a:prstGeom>
          <a:ln w="0">
            <a:noFill/>
          </a:ln>
        </p:spPr>
      </p:sp>
      <p:sp>
        <p:nvSpPr>
          <p:cNvPr id="63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If we have different applications, we may decide to label the Pods to know what application it is running.</a:t>
            </a:r>
            <a:endParaRPr b="0" lang="en-US" sz="1200" strike="noStrike" u="none">
              <a:solidFill>
                <a:srgbClr val="000000"/>
              </a:solidFill>
              <a:effectLst/>
              <a:uFillTx/>
              <a:latin typeface="Arial"/>
            </a:endParaRPr>
          </a:p>
        </p:txBody>
      </p:sp>
      <p:sp>
        <p:nvSpPr>
          <p:cNvPr id="631" name="PlaceHolder 3"/>
          <p:cNvSpPr>
            <a:spLocks noGrp="1"/>
          </p:cNvSpPr>
          <p:nvPr>
            <p:ph type="sldNum" idx="7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2A44030-08CD-4810-B7C6-A78D7434784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685800" y="1143000"/>
            <a:ext cx="5485680" cy="3085560"/>
          </a:xfrm>
          <a:prstGeom prst="rect">
            <a:avLst/>
          </a:prstGeom>
          <a:ln w="0">
            <a:noFill/>
          </a:ln>
        </p:spPr>
      </p:sp>
      <p:sp>
        <p:nvSpPr>
          <p:cNvPr id="63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Services use selectors to know which pods to send traffic to.</a:t>
            </a:r>
            <a:endParaRPr b="0" lang="en-US" sz="1200" strike="noStrike" u="none">
              <a:solidFill>
                <a:srgbClr val="000000"/>
              </a:solidFill>
              <a:effectLst/>
              <a:uFillTx/>
              <a:latin typeface="Arial"/>
            </a:endParaRPr>
          </a:p>
        </p:txBody>
      </p:sp>
      <p:sp>
        <p:nvSpPr>
          <p:cNvPr id="634" name="PlaceHolder 3"/>
          <p:cNvSpPr>
            <a:spLocks noGrp="1"/>
          </p:cNvSpPr>
          <p:nvPr>
            <p:ph type="sldNum" idx="7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26AD51B-AD4B-4DD2-9DDA-CC7D9EDE234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685800" y="1143000"/>
            <a:ext cx="5485680" cy="3085560"/>
          </a:xfrm>
          <a:prstGeom prst="rect">
            <a:avLst/>
          </a:prstGeom>
          <a:ln w="0">
            <a:noFill/>
          </a:ln>
        </p:spPr>
      </p:sp>
      <p:sp>
        <p:nvSpPr>
          <p:cNvPr id="636"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Services use selectors to know which pods to send traffic to.</a:t>
            </a:r>
            <a:endParaRPr b="0" lang="en-US" sz="1200" strike="noStrike" u="none">
              <a:solidFill>
                <a:srgbClr val="000000"/>
              </a:solidFill>
              <a:effectLst/>
              <a:uFillTx/>
              <a:latin typeface="Arial"/>
            </a:endParaRPr>
          </a:p>
        </p:txBody>
      </p:sp>
      <p:sp>
        <p:nvSpPr>
          <p:cNvPr id="637" name="PlaceHolder 3"/>
          <p:cNvSpPr>
            <a:spLocks noGrp="1"/>
          </p:cNvSpPr>
          <p:nvPr>
            <p:ph type="sldNum" idx="7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1445F74-A58F-4FCD-9D15-57525CD7B60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685800" y="1143000"/>
            <a:ext cx="5485680" cy="3085560"/>
          </a:xfrm>
          <a:prstGeom prst="rect">
            <a:avLst/>
          </a:prstGeom>
          <a:ln w="0">
            <a:noFill/>
          </a:ln>
        </p:spPr>
      </p:sp>
      <p:sp>
        <p:nvSpPr>
          <p:cNvPr id="63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40" name="PlaceHolder 3"/>
          <p:cNvSpPr>
            <a:spLocks noGrp="1"/>
          </p:cNvSpPr>
          <p:nvPr>
            <p:ph type="sldNum" idx="7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844EE9F-ED57-4F55-AC86-ED3BDC8B52A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type="sldImg"/>
          </p:nvPr>
        </p:nvSpPr>
        <p:spPr>
          <a:xfrm>
            <a:off x="685800" y="1143000"/>
            <a:ext cx="5485680" cy="3085560"/>
          </a:xfrm>
          <a:prstGeom prst="rect">
            <a:avLst/>
          </a:prstGeom>
          <a:ln w="0">
            <a:noFill/>
          </a:ln>
        </p:spPr>
      </p:sp>
      <p:sp>
        <p:nvSpPr>
          <p:cNvPr id="64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43" name="PlaceHolder 3"/>
          <p:cNvSpPr>
            <a:spLocks noGrp="1"/>
          </p:cNvSpPr>
          <p:nvPr>
            <p:ph type="sldNum" idx="7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9663A14-A9F1-4567-B038-3FEE6BE0615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685800" y="1143000"/>
            <a:ext cx="5485680" cy="3085560"/>
          </a:xfrm>
          <a:prstGeom prst="rect">
            <a:avLst/>
          </a:prstGeom>
          <a:ln w="0">
            <a:noFill/>
          </a:ln>
        </p:spPr>
      </p:sp>
      <p:sp>
        <p:nvSpPr>
          <p:cNvPr id="64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46" name="PlaceHolder 3"/>
          <p:cNvSpPr>
            <a:spLocks noGrp="1"/>
          </p:cNvSpPr>
          <p:nvPr>
            <p:ph type="sldNum" idx="7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A553FC5-2F46-40AD-A67A-D9973B48599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sldImg"/>
          </p:nvPr>
        </p:nvSpPr>
        <p:spPr>
          <a:xfrm>
            <a:off x="685800" y="1143000"/>
            <a:ext cx="5485680" cy="3085560"/>
          </a:xfrm>
          <a:prstGeom prst="rect">
            <a:avLst/>
          </a:prstGeom>
          <a:ln w="0">
            <a:noFill/>
          </a:ln>
        </p:spPr>
      </p:sp>
      <p:sp>
        <p:nvSpPr>
          <p:cNvPr id="64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649" name="PlaceHolder 3"/>
          <p:cNvSpPr>
            <a:spLocks noGrp="1"/>
          </p:cNvSpPr>
          <p:nvPr>
            <p:ph type="sldNum" idx="7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28284C5-9C90-48CE-A58F-37A165301FD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4.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a:t>
            </a:r>
            <a:r>
              <a:rPr b="0" lang="en-US" sz="1800" strike="noStrike" u="none">
                <a:solidFill>
                  <a:srgbClr val="000000"/>
                </a:solidFill>
                <a:effectLst/>
                <a:uFillTx/>
                <a:latin typeface="Arial"/>
              </a:rPr>
              <a:t>Level</a:t>
            </a:r>
            <a:endParaRPr b="0" lang="en-US" sz="1800" strike="noStrike" u="none">
              <a:solidFill>
                <a:srgbClr val="000000"/>
              </a:solidFill>
              <a:effectLst/>
              <a:uFillTx/>
              <a:latin typeface="Arial"/>
            </a:endParaRPr>
          </a:p>
        </p:txBody>
      </p:sp>
      <p:sp>
        <p:nvSpPr>
          <p:cNvPr id="3"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7"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blipFill rotWithShape="0">
          <a:blip r:embed="rId2"/>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7"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blipFill rotWithShape="0">
          <a:blip r:embed="rId2"/>
          <a:stretch/>
        </a:blip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blipFill rotWithShape="0">
          <a:blip r:embed="rId2"/>
          <a:stretch/>
        </a:blipFill>
      </p:bgPr>
    </p:bg>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blipFill rotWithShape="0">
          <a:blip r:embed="rId2"/>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3"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4"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5"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9"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0" name="PlaceHolder 5"/>
          <p:cNvSpPr>
            <a:spLocks noGrp="1"/>
          </p:cNvSpPr>
          <p:nvPr>
            <p:ph type="ftr" idx="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6"/>
          <p:cNvSpPr>
            <a:spLocks noGrp="1"/>
          </p:cNvSpPr>
          <p:nvPr>
            <p:ph type="sldNum" idx="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257A95A-AEF3-4978-8BF9-1FEEC4CC8FC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blipFill rotWithShape="0">
          <a:blip r:embed="rId2"/>
          <a:stretch/>
        </a:blip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5"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6" name="PlaceHolder 5"/>
          <p:cNvSpPr>
            <a:spLocks noGrp="1"/>
          </p:cNvSpPr>
          <p:nvPr>
            <p:ph type="ftr" idx="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6"/>
          <p:cNvSpPr>
            <a:spLocks noGrp="1"/>
          </p:cNvSpPr>
          <p:nvPr>
            <p:ph type="sldNum" idx="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145546A-2AAC-4B9A-927B-809C2F09955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blipFill rotWithShape="0">
          <a:blip r:embed="rId2"/>
          <a:stretch/>
        </a:blip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9"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0"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4"/>
          <p:cNvSpPr>
            <a:spLocks noGrp="1"/>
          </p:cNvSpPr>
          <p:nvPr>
            <p:ph type="ftr" idx="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5"/>
          <p:cNvSpPr>
            <a:spLocks noGrp="1"/>
          </p:cNvSpPr>
          <p:nvPr>
            <p:ph type="sldNum" idx="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AD6CFFB-FD21-49F5-AE44-2B13B53F216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blipFill rotWithShape="0">
          <a:blip r:embed="rId2"/>
          <a:stretch/>
        </a:blip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4"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5"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6"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7"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6"/>
          <p:cNvSpPr>
            <a:spLocks noGrp="1"/>
          </p:cNvSpPr>
          <p:nvPr>
            <p:ph type="ftr" idx="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7"/>
          <p:cNvSpPr>
            <a:spLocks noGrp="1"/>
          </p:cNvSpPr>
          <p:nvPr>
            <p:ph type="sldNum" idx="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03DD9B6-F832-4E8F-B698-033CEDBD9AF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1"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2"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3"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4"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6"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7" name="PlaceHolder 8"/>
          <p:cNvSpPr>
            <a:spLocks noGrp="1"/>
          </p:cNvSpPr>
          <p:nvPr>
            <p:ph type="ftr" idx="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68" name="PlaceHolder 9"/>
          <p:cNvSpPr>
            <a:spLocks noGrp="1"/>
          </p:cNvSpPr>
          <p:nvPr>
            <p:ph type="sldNum" idx="1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D032911-9C93-49FC-9D25-1203CA8C2FE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69" name="PlaceHolder 1"/>
          <p:cNvSpPr>
            <a:spLocks noGrp="1"/>
          </p:cNvSpPr>
          <p:nvPr>
            <p:ph type="ftr" idx="1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0" name="PlaceHolder 2"/>
          <p:cNvSpPr>
            <a:spLocks noGrp="1"/>
          </p:cNvSpPr>
          <p:nvPr>
            <p:ph type="sldNum" idx="1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0CB596C-34F8-4394-874C-10E0C8E277A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71"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2"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blipFill rotWithShape="0">
          <a:blip r:embed="rId2"/>
          <a:stretch/>
        </a:blip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4" name="PlaceHolder 2"/>
          <p:cNvSpPr>
            <a:spLocks noGrp="1"/>
          </p:cNvSpPr>
          <p:nvPr>
            <p:ph type="ftr" idx="1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5" name="PlaceHolder 3"/>
          <p:cNvSpPr>
            <a:spLocks noGrp="1"/>
          </p:cNvSpPr>
          <p:nvPr>
            <p:ph type="sldNum" idx="1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B90EC42-8D4A-4E04-8595-1DDAF0CE199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blipFill rotWithShape="0">
          <a:blip r:embed="rId2"/>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7"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8" name="PlaceHolder 3"/>
          <p:cNvSpPr>
            <a:spLocks noGrp="1"/>
          </p:cNvSpPr>
          <p:nvPr>
            <p:ph type="ftr" idx="1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4"/>
          <p:cNvSpPr>
            <a:spLocks noGrp="1"/>
          </p:cNvSpPr>
          <p:nvPr>
            <p:ph type="sldNum" idx="1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17EFC25-B8A0-4DC8-974B-49A20C58FBD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blipFill rotWithShape="0">
          <a:blip r:embed="rId2"/>
          <a:stretch/>
        </a:blip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1"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4"/>
          <p:cNvSpPr>
            <a:spLocks noGrp="1"/>
          </p:cNvSpPr>
          <p:nvPr>
            <p:ph type="ftr" idx="1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5"/>
          <p:cNvSpPr>
            <a:spLocks noGrp="1"/>
          </p:cNvSpPr>
          <p:nvPr>
            <p:ph type="sldNum" idx="1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617687B-9618-4A2D-8196-C86F9D941AF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blipFill rotWithShape="0">
          <a:blip r:embed="rId2"/>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6" name="PlaceHolder 2"/>
          <p:cNvSpPr>
            <a:spLocks noGrp="1"/>
          </p:cNvSpPr>
          <p:nvPr>
            <p:ph type="ftr" idx="1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3"/>
          <p:cNvSpPr>
            <a:spLocks noGrp="1"/>
          </p:cNvSpPr>
          <p:nvPr>
            <p:ph type="sldNum" idx="2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0E06D78-2F9D-4493-9C09-3EBB73A6751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
    <p:bg>
      <p:bgPr>
        <a:blipFill rotWithShape="0">
          <a:blip r:embed="rId2"/>
          <a:stretch/>
        </a:blipFill>
      </p:bgPr>
    </p:bg>
    <p:spTree>
      <p:nvGrpSpPr>
        <p:cNvPr id="1" name=""/>
        <p:cNvGrpSpPr/>
        <p:nvPr/>
      </p:nvGrpSpPr>
      <p:grpSpPr>
        <a:xfrm>
          <a:off x="0" y="0"/>
          <a:ext cx="0" cy="0"/>
          <a:chOff x="0" y="0"/>
          <a:chExt cx="0" cy="0"/>
        </a:xfrm>
      </p:grpSpPr>
      <p:sp>
        <p:nvSpPr>
          <p:cNvPr id="88" name="PlaceHolder 1"/>
          <p:cNvSpPr>
            <a:spLocks noGrp="1"/>
          </p:cNvSpPr>
          <p:nvPr>
            <p:ph type="ftr" idx="2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2"/>
          <p:cNvSpPr>
            <a:spLocks noGrp="1"/>
          </p:cNvSpPr>
          <p:nvPr>
            <p:ph type="sldNum" idx="2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2033422-8D54-490F-9B3F-9D6D41A4947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blipFill rotWithShape="0">
          <a:blip r:embed="rId2"/>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4" name="PlaceHolder 5"/>
          <p:cNvSpPr>
            <a:spLocks noGrp="1"/>
          </p:cNvSpPr>
          <p:nvPr>
            <p:ph type="ftr" idx="2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6"/>
          <p:cNvSpPr>
            <a:spLocks noGrp="1"/>
          </p:cNvSpPr>
          <p:nvPr>
            <p:ph type="sldNum" idx="2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EDCE1D6-8A8A-4398-83BA-405986147AB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2">
    <p:bg>
      <p:bgPr>
        <a:blipFill rotWithShape="0">
          <a:blip r:embed="rId2"/>
          <a:stretch/>
        </a:blipFill>
      </p:bgPr>
    </p:bg>
    <p:spTree>
      <p:nvGrpSpPr>
        <p:cNvPr id="1" name=""/>
        <p:cNvGrpSpPr/>
        <p:nvPr/>
      </p:nvGrpSpPr>
      <p:grpSpPr>
        <a:xfrm>
          <a:off x="0" y="0"/>
          <a:ext cx="0" cy="0"/>
          <a:chOff x="0" y="0"/>
          <a:chExt cx="0" cy="0"/>
        </a:xfrm>
      </p:grpSpPr>
      <p:sp>
        <p:nvSpPr>
          <p:cNvPr id="96"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97"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8"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9"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0"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1" name="PlaceHolder 5"/>
          <p:cNvSpPr>
            <a:spLocks noGrp="1"/>
          </p:cNvSpPr>
          <p:nvPr>
            <p:ph type="sldNum" idx="2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9F45622-8BD7-4211-819C-658256FE5FA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3">
    <p:bg>
      <p:bgPr>
        <a:blipFill rotWithShape="0">
          <a:blip r:embed="rId2"/>
          <a:stretch/>
        </a:blipFill>
      </p:bgPr>
    </p:bg>
    <p:spTree>
      <p:nvGrpSpPr>
        <p:cNvPr id="1" name=""/>
        <p:cNvGrpSpPr/>
        <p:nvPr/>
      </p:nvGrpSpPr>
      <p:grpSpPr>
        <a:xfrm>
          <a:off x="0" y="0"/>
          <a:ext cx="0" cy="0"/>
          <a:chOff x="0" y="0"/>
          <a:chExt cx="0" cy="0"/>
        </a:xfrm>
      </p:grpSpPr>
      <p:sp>
        <p:nvSpPr>
          <p:cNvPr id="102"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0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4"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5"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6"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7" name="PlaceHolder 5"/>
          <p:cNvSpPr>
            <a:spLocks noGrp="1"/>
          </p:cNvSpPr>
          <p:nvPr>
            <p:ph type="sldNum" idx="2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F50E90B-22C9-4619-9EC7-4A1049B91D4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4">
    <p:bg>
      <p:bgPr>
        <a:blipFill rotWithShape="0">
          <a:blip r:embed="rId2"/>
          <a:stretch/>
        </a:blipFill>
      </p:bgPr>
    </p:bg>
    <p:spTree>
      <p:nvGrpSpPr>
        <p:cNvPr id="1" name=""/>
        <p:cNvGrpSpPr/>
        <p:nvPr/>
      </p:nvGrpSpPr>
      <p:grpSpPr>
        <a:xfrm>
          <a:off x="0" y="0"/>
          <a:ext cx="0" cy="0"/>
          <a:chOff x="0" y="0"/>
          <a:chExt cx="0" cy="0"/>
        </a:xfrm>
      </p:grpSpPr>
      <p:sp>
        <p:nvSpPr>
          <p:cNvPr id="108"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09"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0"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1"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2" name="PlaceHolder 4"/>
          <p:cNvSpPr>
            <a:spLocks noGrp="1"/>
          </p:cNvSpPr>
          <p:nvPr>
            <p:ph type="sldNum" idx="2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92FB820-EBE1-4EE4-BC86-37F386BBC75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5">
    <p:bg>
      <p:bgPr>
        <a:blipFill rotWithShape="0">
          <a:blip r:embed="rId2"/>
          <a:stretch/>
        </a:blipFill>
      </p:bgPr>
    </p:bg>
    <p:spTree>
      <p:nvGrpSpPr>
        <p:cNvPr id="1" name=""/>
        <p:cNvGrpSpPr/>
        <p:nvPr/>
      </p:nvGrpSpPr>
      <p:grpSpPr>
        <a:xfrm>
          <a:off x="0" y="0"/>
          <a:ext cx="0" cy="0"/>
          <a:chOff x="0" y="0"/>
          <a:chExt cx="0" cy="0"/>
        </a:xfrm>
      </p:grpSpPr>
      <p:sp>
        <p:nvSpPr>
          <p:cNvPr id="113"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14"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5"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6"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7"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8"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9" name="PlaceHolder 6"/>
          <p:cNvSpPr>
            <a:spLocks noGrp="1"/>
          </p:cNvSpPr>
          <p:nvPr>
            <p:ph type="sldNum" idx="2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BB985EB-EFF0-468C-B71A-0C7CEB856C0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blipFill rotWithShape="0">
          <a:blip r:embed="rId2"/>
          <a:stretch/>
        </a:blipFill>
      </p:bgPr>
    </p:bg>
    <p:spTree>
      <p:nvGrpSpPr>
        <p:cNvPr id="1" name=""/>
        <p:cNvGrpSpPr/>
        <p:nvPr/>
      </p:nvGrpSpPr>
      <p:grpSpPr>
        <a:xfrm>
          <a:off x="0" y="0"/>
          <a:ext cx="0" cy="0"/>
          <a:chOff x="0" y="0"/>
          <a:chExt cx="0" cy="0"/>
        </a:xfrm>
      </p:grpSpPr>
      <p:sp>
        <p:nvSpPr>
          <p:cNvPr id="120"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2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2"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3"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4"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5"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6"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7"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8" name="PlaceHolder 8"/>
          <p:cNvSpPr>
            <a:spLocks noGrp="1"/>
          </p:cNvSpPr>
          <p:nvPr>
            <p:ph type="sldNum" idx="2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FC5E34E-872B-48E6-851B-BD96D311394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blipFill rotWithShape="0">
          <a:blip r:embed="rId2"/>
          <a:stretch/>
        </a:blipFill>
      </p:bgPr>
    </p:bg>
    <p:spTree>
      <p:nvGrpSpPr>
        <p:cNvPr id="1" name=""/>
        <p:cNvGrpSpPr/>
        <p:nvPr/>
      </p:nvGrpSpPr>
      <p:grpSpPr>
        <a:xfrm>
          <a:off x="0" y="0"/>
          <a:ext cx="0" cy="0"/>
          <a:chOff x="0" y="0"/>
          <a:chExt cx="0" cy="0"/>
        </a:xfrm>
      </p:grpSpPr>
      <p:sp>
        <p:nvSpPr>
          <p:cNvPr id="129" name="PlaceHolder 1"/>
          <p:cNvSpPr>
            <a:spLocks noGrp="1"/>
          </p:cNvSpPr>
          <p:nvPr>
            <p:ph type="sldNum" idx="3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08A9BFB-ED81-4F86-B319-9C0C091D3FA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30"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1"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8">
    <p:bg>
      <p:bgPr>
        <a:blipFill rotWithShape="0">
          <a:blip r:embed="rId2"/>
          <a:stretch/>
        </a:blipFill>
      </p:bgPr>
    </p:bg>
    <p:spTree>
      <p:nvGrpSpPr>
        <p:cNvPr id="1" name=""/>
        <p:cNvGrpSpPr/>
        <p:nvPr/>
      </p:nvGrpSpPr>
      <p:grpSpPr>
        <a:xfrm>
          <a:off x="0" y="0"/>
          <a:ext cx="0" cy="0"/>
          <a:chOff x="0" y="0"/>
          <a:chExt cx="0" cy="0"/>
        </a:xfrm>
      </p:grpSpPr>
      <p:sp>
        <p:nvSpPr>
          <p:cNvPr id="132"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3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4" name="PlaceHolder 2"/>
          <p:cNvSpPr>
            <a:spLocks noGrp="1"/>
          </p:cNvSpPr>
          <p:nvPr>
            <p:ph type="sldNum" idx="3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82BDA6D-28CA-4248-81EE-5A7103E12F0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bg>
      <p:bgPr>
        <a:blipFill rotWithShape="0">
          <a:blip r:embed="rId2"/>
          <a:stretch/>
        </a:blipFill>
      </p:bgPr>
    </p:bg>
    <p:spTree>
      <p:nvGrpSpPr>
        <p:cNvPr id="1" name=""/>
        <p:cNvGrpSpPr/>
        <p:nvPr/>
      </p:nvGrpSpPr>
      <p:grpSpPr>
        <a:xfrm>
          <a:off x="0" y="0"/>
          <a:ext cx="0" cy="0"/>
          <a:chOff x="0" y="0"/>
          <a:chExt cx="0" cy="0"/>
        </a:xfrm>
      </p:grpSpPr>
      <p:sp>
        <p:nvSpPr>
          <p:cNvPr id="135"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3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7"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8" name="PlaceHolder 3"/>
          <p:cNvSpPr>
            <a:spLocks noGrp="1"/>
          </p:cNvSpPr>
          <p:nvPr>
            <p:ph type="sldNum" idx="3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770D93E-613B-48AF-9607-133A0AED3E2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0">
    <p:bg>
      <p:bgPr>
        <a:blipFill rotWithShape="0">
          <a:blip r:embed="rId2"/>
          <a:stretch/>
        </a:blipFill>
      </p:bgPr>
    </p:bg>
    <p:spTree>
      <p:nvGrpSpPr>
        <p:cNvPr id="1" name=""/>
        <p:cNvGrpSpPr/>
        <p:nvPr/>
      </p:nvGrpSpPr>
      <p:grpSpPr>
        <a:xfrm>
          <a:off x="0" y="0"/>
          <a:ext cx="0" cy="0"/>
          <a:chOff x="0" y="0"/>
          <a:chExt cx="0" cy="0"/>
        </a:xfrm>
      </p:grpSpPr>
      <p:sp>
        <p:nvSpPr>
          <p:cNvPr id="139"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1"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3" name="PlaceHolder 4"/>
          <p:cNvSpPr>
            <a:spLocks noGrp="1"/>
          </p:cNvSpPr>
          <p:nvPr>
            <p:ph type="sldNum" idx="3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139959B-20D5-4DC2-B717-D58D35C61C8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bg>
      <p:bgPr>
        <a:blipFill rotWithShape="0">
          <a:blip r:embed="rId2"/>
          <a:stretch/>
        </a:blipFill>
      </p:bgPr>
    </p:bg>
    <p:spTree>
      <p:nvGrpSpPr>
        <p:cNvPr id="1" name=""/>
        <p:cNvGrpSpPr/>
        <p:nvPr/>
      </p:nvGrpSpPr>
      <p:grpSpPr>
        <a:xfrm>
          <a:off x="0" y="0"/>
          <a:ext cx="0" cy="0"/>
          <a:chOff x="0" y="0"/>
          <a:chExt cx="0" cy="0"/>
        </a:xfrm>
      </p:grpSpPr>
      <p:sp>
        <p:nvSpPr>
          <p:cNvPr id="144"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5"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6" name="PlaceHolder 2"/>
          <p:cNvSpPr>
            <a:spLocks noGrp="1"/>
          </p:cNvSpPr>
          <p:nvPr>
            <p:ph type="sldNum" idx="3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B9752E8-8BC3-4A3C-8D7F-90BCBACFA0D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2">
    <p:bg>
      <p:bgPr>
        <a:blipFill rotWithShape="0">
          <a:blip r:embed="rId2"/>
          <a:stretch/>
        </a:blipFill>
      </p:bgPr>
    </p:bg>
    <p:spTree>
      <p:nvGrpSpPr>
        <p:cNvPr id="1" name=""/>
        <p:cNvGrpSpPr/>
        <p:nvPr/>
      </p:nvGrpSpPr>
      <p:grpSpPr>
        <a:xfrm>
          <a:off x="0" y="0"/>
          <a:ext cx="0" cy="0"/>
          <a:chOff x="0" y="0"/>
          <a:chExt cx="0" cy="0"/>
        </a:xfrm>
      </p:grpSpPr>
      <p:sp>
        <p:nvSpPr>
          <p:cNvPr id="147"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8" name="PlaceHolder 1"/>
          <p:cNvSpPr>
            <a:spLocks noGrp="1"/>
          </p:cNvSpPr>
          <p:nvPr>
            <p:ph type="sldNum" idx="3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EE7F1C6-53FB-4F61-AA8C-08DD6784041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3">
    <p:bg>
      <p:bgPr>
        <a:blipFill rotWithShape="0">
          <a:blip r:embed="rId2"/>
          <a:stretch/>
        </a:blipFill>
      </p:bgPr>
    </p:bg>
    <p:spTree>
      <p:nvGrpSpPr>
        <p:cNvPr id="1" name=""/>
        <p:cNvGrpSpPr/>
        <p:nvPr/>
      </p:nvGrpSpPr>
      <p:grpSpPr>
        <a:xfrm>
          <a:off x="0" y="0"/>
          <a:ext cx="0" cy="0"/>
          <a:chOff x="0" y="0"/>
          <a:chExt cx="0" cy="0"/>
        </a:xfrm>
      </p:grpSpPr>
      <p:sp>
        <p:nvSpPr>
          <p:cNvPr id="149"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5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1"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3"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4" name="PlaceHolder 5"/>
          <p:cNvSpPr>
            <a:spLocks noGrp="1"/>
          </p:cNvSpPr>
          <p:nvPr>
            <p:ph type="sldNum" idx="3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FD6DAA6-A297-49E6-8C9A-D7BA0D53854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hyperlink" Target="https://kubernetes.io/docs/concepts/workloads/pods/pod-overview/" TargetMode="External"/><Relationship Id="rId2" Type="http://schemas.openxmlformats.org/officeDocument/2006/relationships/hyperlink" Target="https://kubernetes.io/docs/concepts/workloads/controllers/deployment/" TargetMode="External"/><Relationship Id="rId3" Type="http://schemas.openxmlformats.org/officeDocument/2006/relationships/hyperlink" Target="https://kubernetes.io/docs/concepts/services-networking/service/" TargetMode="External"/><Relationship Id="rId4" Type="http://schemas.openxmlformats.org/officeDocument/2006/relationships/hyperlink" Target="https://kubernetes.io/docs/reference/kubernetes-api/" TargetMode="External"/><Relationship Id="rId5" Type="http://schemas.openxmlformats.org/officeDocument/2006/relationships/slideLayout" Target="../slideLayouts/slideLayout18.xml"/><Relationship Id="rId6"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Google Shape;70;p16"/>
          <p:cNvSpPr/>
          <p:nvPr/>
        </p:nvSpPr>
        <p:spPr>
          <a:xfrm>
            <a:off x="862560" y="478080"/>
            <a:ext cx="7875720" cy="1014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6000" strike="noStrike" u="none">
                <a:solidFill>
                  <a:srgbClr val="980714"/>
                </a:solidFill>
                <a:effectLst/>
                <a:uFillTx/>
                <a:latin typeface="Calibri"/>
                <a:ea typeface="Calibri"/>
              </a:rPr>
              <a:t>k8s: Basic Objects</a:t>
            </a:r>
            <a:endParaRPr b="0" lang="en-US" sz="6000" strike="noStrike" u="none">
              <a:solidFill>
                <a:srgbClr val="980714"/>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63" name="PlaceHolder 2"/>
          <p:cNvSpPr>
            <a:spLocks noGrp="1"/>
          </p:cNvSpPr>
          <p:nvPr>
            <p:ph/>
          </p:nvPr>
        </p:nvSpPr>
        <p:spPr>
          <a:xfrm>
            <a:off x="828000" y="1528200"/>
            <a:ext cx="4986000" cy="467928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Pods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Object Manifests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Deployments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Services</a:t>
            </a:r>
            <a:endParaRPr b="0" lang="en-US" sz="3000" strike="noStrike" u="none">
              <a:solidFill>
                <a:srgbClr val="000000"/>
              </a:solidFill>
              <a:effectLst/>
              <a:uFillTx/>
              <a:latin typeface="Arial"/>
            </a:endParaRPr>
          </a:p>
        </p:txBody>
      </p:sp>
      <p:sp>
        <p:nvSpPr>
          <p:cNvPr id="164" name="PlaceHolder 3"/>
          <p:cNvSpPr>
            <a:spLocks noGrp="1"/>
          </p:cNvSpPr>
          <p:nvPr>
            <p:ph type="sldNum" idx="4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0E94234-C437-42B3-82CA-6E744929F62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65" name="PlaceHolder 4"/>
          <p:cNvSpPr>
            <a:spLocks noGrp="1"/>
          </p:cNvSpPr>
          <p:nvPr>
            <p:ph/>
          </p:nvPr>
        </p:nvSpPr>
        <p:spPr>
          <a:xfrm>
            <a:off x="6258240" y="1619280"/>
            <a:ext cx="4986000" cy="467928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Labels and Selectors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Lab</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Review</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Pods</a:t>
            </a:r>
            <a:endParaRPr b="0" lang="en-US" sz="3200" strike="noStrike" u="none">
              <a:solidFill>
                <a:srgbClr val="000000"/>
              </a:solidFill>
              <a:effectLst/>
              <a:uFillTx/>
              <a:latin typeface="Arial"/>
            </a:endParaRPr>
          </a:p>
        </p:txBody>
      </p:sp>
      <p:sp>
        <p:nvSpPr>
          <p:cNvPr id="167" name="PlaceHolder 2"/>
          <p:cNvSpPr>
            <a:spLocks noGrp="1"/>
          </p:cNvSpPr>
          <p:nvPr>
            <p:ph type="sldNum" idx="4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1EB2690-2ED3-45D0-B97F-F77DA152F8D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68" name="PlaceHolder 3"/>
          <p:cNvSpPr>
            <a:spLocks noGrp="1"/>
          </p:cNvSpPr>
          <p:nvPr>
            <p:ph/>
          </p:nvPr>
        </p:nvSpPr>
        <p:spPr>
          <a:xfrm>
            <a:off x="828000" y="1528200"/>
            <a:ext cx="5267160" cy="4679280"/>
          </a:xfrm>
          <a:prstGeom prst="rect">
            <a:avLst/>
          </a:prstGeom>
          <a:noFill/>
          <a:ln w="0">
            <a:noFill/>
          </a:ln>
        </p:spPr>
        <p:txBody>
          <a:bodyPr lIns="90000" rIns="90000" tIns="46800" bIns="45000" anchor="t">
            <a:noAutofit/>
          </a:bodyPr>
          <a:p>
            <a:pPr marL="457200" indent="-419040">
              <a:lnSpc>
                <a:spcPct val="100000"/>
              </a:lnSpc>
              <a:spcBef>
                <a:spcPts val="1001"/>
              </a:spcBef>
              <a:buClr>
                <a:srgbClr val="3f3f3f"/>
              </a:buClr>
              <a:buFont typeface="Helvetica Neue Light"/>
              <a:buChar char="●"/>
            </a:pPr>
            <a:r>
              <a:rPr b="0" lang="en-US" sz="3000" strike="noStrike" u="none">
                <a:solidFill>
                  <a:srgbClr val="3f3f3f"/>
                </a:solidFill>
                <a:effectLst/>
                <a:uFillTx/>
                <a:latin typeface="Helvetica Neue Light"/>
                <a:ea typeface="Helvetica Neue Light"/>
              </a:rPr>
              <a:t>Smallest scheduled unit in k8s</a:t>
            </a:r>
            <a:endParaRPr b="0" lang="en-US" sz="3000" strike="noStrike" u="none">
              <a:solidFill>
                <a:srgbClr val="000000"/>
              </a:solidFill>
              <a:effectLst/>
              <a:uFillTx/>
              <a:latin typeface="Arial"/>
            </a:endParaRPr>
          </a:p>
          <a:p>
            <a:pPr lvl="1" marL="914400" indent="-419040">
              <a:lnSpc>
                <a:spcPct val="100000"/>
              </a:lnSpc>
              <a:buClr>
                <a:srgbClr val="3f3f3f"/>
              </a:buClr>
              <a:buFont typeface="Helvetica Neue Light"/>
              <a:buChar char="○"/>
            </a:pPr>
            <a:r>
              <a:rPr b="0" lang="en-US" sz="3000" strike="noStrike" u="none">
                <a:solidFill>
                  <a:srgbClr val="3f3f3f"/>
                </a:solidFill>
                <a:effectLst/>
                <a:uFillTx/>
                <a:latin typeface="Helvetica Neue Light"/>
                <a:ea typeface="Helvetica Neue Light"/>
              </a:rPr>
              <a:t>Can technically contain more than one container</a:t>
            </a:r>
            <a:endParaRPr b="0" lang="en-US" sz="3000" strike="noStrike" u="none">
              <a:solidFill>
                <a:srgbClr val="000000"/>
              </a:solidFill>
              <a:effectLst/>
              <a:uFillTx/>
              <a:latin typeface="Arial"/>
            </a:endParaRPr>
          </a:p>
          <a:p>
            <a:pPr marL="457200" indent="-419040">
              <a:lnSpc>
                <a:spcPct val="100000"/>
              </a:lnSpc>
              <a:spcBef>
                <a:spcPts val="1001"/>
              </a:spcBef>
              <a:buClr>
                <a:srgbClr val="3f3f3f"/>
              </a:buClr>
              <a:buFont typeface="Helvetica Neue Light"/>
              <a:buChar char="●"/>
              <a:tabLst>
                <a:tab algn="l" pos="0"/>
              </a:tabLst>
            </a:pPr>
            <a:r>
              <a:rPr b="0" lang="en-US" sz="3000" strike="noStrike" u="none">
                <a:solidFill>
                  <a:srgbClr val="3f3f3f"/>
                </a:solidFill>
                <a:effectLst/>
                <a:uFillTx/>
                <a:latin typeface="Helvetica Neue Light"/>
                <a:ea typeface="Helvetica Neue Light"/>
              </a:rPr>
              <a:t>Atomic</a:t>
            </a:r>
            <a:endParaRPr b="0" lang="en-US" sz="3000" strike="noStrike" u="none">
              <a:solidFill>
                <a:srgbClr val="000000"/>
              </a:solidFill>
              <a:effectLst/>
              <a:uFillTx/>
              <a:latin typeface="Arial"/>
            </a:endParaRPr>
          </a:p>
          <a:p>
            <a:pPr marL="457200" indent="-419040">
              <a:lnSpc>
                <a:spcPct val="100000"/>
              </a:lnSpc>
              <a:spcBef>
                <a:spcPts val="1001"/>
              </a:spcBef>
              <a:buClr>
                <a:srgbClr val="3f3f3f"/>
              </a:buClr>
              <a:buFont typeface="Helvetica Neue Light"/>
              <a:buChar char="●"/>
              <a:tabLst>
                <a:tab algn="l" pos="0"/>
              </a:tabLst>
            </a:pPr>
            <a:r>
              <a:rPr b="0" lang="en-US" sz="3000" strike="noStrike" u="none">
                <a:solidFill>
                  <a:srgbClr val="3f3f3f"/>
                </a:solidFill>
                <a:effectLst/>
                <a:uFillTx/>
                <a:latin typeface="Helvetica Neue Light"/>
                <a:ea typeface="Helvetica Neue Light"/>
              </a:rPr>
              <a:t>Ephemeral</a:t>
            </a:r>
            <a:endParaRPr b="0" lang="en-US" sz="3000" strike="noStrike" u="none">
              <a:solidFill>
                <a:srgbClr val="000000"/>
              </a:solidFill>
              <a:effectLst/>
              <a:uFillTx/>
              <a:latin typeface="Arial"/>
            </a:endParaRPr>
          </a:p>
        </p:txBody>
      </p:sp>
      <p:grpSp>
        <p:nvGrpSpPr>
          <p:cNvPr id="169" name="Google Shape;88;p18"/>
          <p:cNvGrpSpPr/>
          <p:nvPr/>
        </p:nvGrpSpPr>
        <p:grpSpPr>
          <a:xfrm>
            <a:off x="6876000" y="2392560"/>
            <a:ext cx="4271040" cy="2347920"/>
            <a:chOff x="6876000" y="2392560"/>
            <a:chExt cx="4271040" cy="2347920"/>
          </a:xfrm>
        </p:grpSpPr>
        <p:sp>
          <p:nvSpPr>
            <p:cNvPr id="170" name="Google Shape;89;p18"/>
            <p:cNvSpPr/>
            <p:nvPr/>
          </p:nvSpPr>
          <p:spPr>
            <a:xfrm>
              <a:off x="7028280" y="2545200"/>
              <a:ext cx="4118760" cy="21952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171" name="Google Shape;90;p18"/>
            <p:cNvGrpSpPr/>
            <p:nvPr/>
          </p:nvGrpSpPr>
          <p:grpSpPr>
            <a:xfrm>
              <a:off x="6876000" y="2392560"/>
              <a:ext cx="4118760" cy="2195280"/>
              <a:chOff x="6876000" y="2392560"/>
              <a:chExt cx="4118760" cy="2195280"/>
            </a:xfrm>
          </p:grpSpPr>
          <p:grpSp>
            <p:nvGrpSpPr>
              <p:cNvPr id="172" name="Google Shape;91;p18"/>
              <p:cNvGrpSpPr/>
              <p:nvPr/>
            </p:nvGrpSpPr>
            <p:grpSpPr>
              <a:xfrm>
                <a:off x="6876000" y="2392560"/>
                <a:ext cx="4118760" cy="2195280"/>
                <a:chOff x="6876000" y="2392560"/>
                <a:chExt cx="4118760" cy="2195280"/>
              </a:xfrm>
            </p:grpSpPr>
            <p:sp>
              <p:nvSpPr>
                <p:cNvPr id="173" name="Google Shape;92;p18"/>
                <p:cNvSpPr/>
                <p:nvPr/>
              </p:nvSpPr>
              <p:spPr>
                <a:xfrm>
                  <a:off x="6876000" y="2392560"/>
                  <a:ext cx="4118760" cy="21952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74" name="Google Shape;93;p18"/>
                <p:cNvSpPr/>
                <p:nvPr/>
              </p:nvSpPr>
              <p:spPr>
                <a:xfrm>
                  <a:off x="7432920" y="2685240"/>
                  <a:ext cx="2999160" cy="11480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175" name="Google Shape;94;p18"/>
                <p:cNvSpPr/>
                <p:nvPr/>
              </p:nvSpPr>
              <p:spPr>
                <a:xfrm>
                  <a:off x="7638480" y="3065040"/>
                  <a:ext cx="2594160" cy="6084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6aa84f"/>
                      </a:solidFill>
                      <a:effectLst/>
                      <a:uFillTx/>
                      <a:latin typeface="Arial"/>
                      <a:ea typeface="Arial"/>
                    </a:rPr>
                    <a:t>App</a:t>
                  </a:r>
                  <a:endParaRPr b="0" lang="en-US" sz="3000" strike="noStrike" u="none">
                    <a:solidFill>
                      <a:srgbClr val="000000"/>
                    </a:solidFill>
                    <a:effectLst/>
                    <a:uFillTx/>
                    <a:latin typeface="Arial"/>
                  </a:endParaRPr>
                </a:p>
              </p:txBody>
            </p:sp>
          </p:grpSp>
          <p:sp>
            <p:nvSpPr>
              <p:cNvPr id="176" name="Google Shape;95;p18"/>
              <p:cNvSpPr/>
              <p:nvPr/>
            </p:nvSpPr>
            <p:spPr>
              <a:xfrm>
                <a:off x="8035920" y="3943080"/>
                <a:ext cx="1798560" cy="6447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Pod Lifecycle</a:t>
            </a:r>
            <a:endParaRPr b="0" lang="en-US" sz="3200" strike="noStrike" u="none">
              <a:solidFill>
                <a:srgbClr val="000000"/>
              </a:solidFill>
              <a:effectLst/>
              <a:uFillTx/>
              <a:latin typeface="Arial"/>
            </a:endParaRPr>
          </a:p>
        </p:txBody>
      </p:sp>
      <p:sp>
        <p:nvSpPr>
          <p:cNvPr id="178" name="PlaceHolder 2"/>
          <p:cNvSpPr>
            <a:spLocks noGrp="1"/>
          </p:cNvSpPr>
          <p:nvPr>
            <p:ph type="sldNum" idx="4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0B969A9-6FF7-4446-AD04-C5432CD4CCD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79" name="Google Shape;103;p19"/>
          <p:cNvSpPr/>
          <p:nvPr/>
        </p:nvSpPr>
        <p:spPr>
          <a:xfrm>
            <a:off x="2331360" y="3312360"/>
            <a:ext cx="2131920" cy="907560"/>
          </a:xfrm>
          <a:prstGeom prst="rect">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US" sz="1800" strike="noStrike" u="none">
                <a:solidFill>
                  <a:srgbClr val="000000"/>
                </a:solidFill>
                <a:effectLst/>
                <a:uFillTx/>
                <a:latin typeface="Arial"/>
                <a:ea typeface="Arial"/>
              </a:rPr>
              <a:t>Pending</a:t>
            </a:r>
            <a:endParaRPr b="0" lang="en-US" sz="1800" strike="noStrike" u="none">
              <a:solidFill>
                <a:srgbClr val="000000"/>
              </a:solidFill>
              <a:effectLst/>
              <a:uFillTx/>
              <a:latin typeface="Arial"/>
            </a:endParaRPr>
          </a:p>
        </p:txBody>
      </p:sp>
      <p:sp>
        <p:nvSpPr>
          <p:cNvPr id="180" name="Google Shape;104;p19"/>
          <p:cNvSpPr/>
          <p:nvPr/>
        </p:nvSpPr>
        <p:spPr>
          <a:xfrm>
            <a:off x="5106240" y="3312360"/>
            <a:ext cx="2131920" cy="907560"/>
          </a:xfrm>
          <a:prstGeom prst="rect">
            <a:avLst/>
          </a:prstGeom>
          <a:solidFill>
            <a:srgbClr val="d9ead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US" sz="1800" strike="noStrike" u="none">
                <a:solidFill>
                  <a:srgbClr val="000000"/>
                </a:solidFill>
                <a:effectLst/>
                <a:uFillTx/>
                <a:latin typeface="Arial"/>
                <a:ea typeface="Arial"/>
              </a:rPr>
              <a:t>Running</a:t>
            </a:r>
            <a:endParaRPr b="0" lang="en-US" sz="1800" strike="noStrike" u="none">
              <a:solidFill>
                <a:srgbClr val="000000"/>
              </a:solidFill>
              <a:effectLst/>
              <a:uFillTx/>
              <a:latin typeface="Arial"/>
            </a:endParaRPr>
          </a:p>
        </p:txBody>
      </p:sp>
      <p:sp>
        <p:nvSpPr>
          <p:cNvPr id="181" name="Google Shape;105;p19"/>
          <p:cNvSpPr/>
          <p:nvPr/>
        </p:nvSpPr>
        <p:spPr>
          <a:xfrm>
            <a:off x="8679960" y="2283480"/>
            <a:ext cx="2131920" cy="907560"/>
          </a:xfrm>
          <a:prstGeom prst="rect">
            <a:avLst/>
          </a:prstGeom>
          <a:solidFill>
            <a:srgbClr val="b6d7a8"/>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US" sz="1800" strike="noStrike" u="none">
                <a:solidFill>
                  <a:srgbClr val="000000"/>
                </a:solidFill>
                <a:effectLst/>
                <a:uFillTx/>
                <a:latin typeface="Arial"/>
                <a:ea typeface="Arial"/>
              </a:rPr>
              <a:t>Succeeded</a:t>
            </a:r>
            <a:endParaRPr b="0" lang="en-US" sz="1800" strike="noStrike" u="none">
              <a:solidFill>
                <a:srgbClr val="000000"/>
              </a:solidFill>
              <a:effectLst/>
              <a:uFillTx/>
              <a:latin typeface="Arial"/>
            </a:endParaRPr>
          </a:p>
        </p:txBody>
      </p:sp>
      <p:sp>
        <p:nvSpPr>
          <p:cNvPr id="182" name="Google Shape;106;p19"/>
          <p:cNvSpPr/>
          <p:nvPr/>
        </p:nvSpPr>
        <p:spPr>
          <a:xfrm>
            <a:off x="8679960" y="3874680"/>
            <a:ext cx="2131920" cy="907560"/>
          </a:xfrm>
          <a:prstGeom prst="rect">
            <a:avLst/>
          </a:prstGeom>
          <a:solidFill>
            <a:srgbClr val="e06666"/>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US" sz="1800" strike="noStrike" u="none">
                <a:solidFill>
                  <a:srgbClr val="000000"/>
                </a:solidFill>
                <a:effectLst/>
                <a:uFillTx/>
                <a:latin typeface="Arial"/>
                <a:ea typeface="Arial"/>
              </a:rPr>
              <a:t>Failed</a:t>
            </a:r>
            <a:endParaRPr b="0" lang="en-US" sz="1800" strike="noStrike" u="none">
              <a:solidFill>
                <a:srgbClr val="ffffff"/>
              </a:solidFill>
              <a:effectLst/>
              <a:uFillTx/>
              <a:latin typeface="Arial"/>
            </a:endParaRPr>
          </a:p>
        </p:txBody>
      </p:sp>
      <p:sp>
        <p:nvSpPr>
          <p:cNvPr id="183" name="Google Shape;107;p19"/>
          <p:cNvSpPr/>
          <p:nvPr/>
        </p:nvSpPr>
        <p:spPr>
          <a:xfrm>
            <a:off x="565200" y="5121720"/>
            <a:ext cx="2131920" cy="907560"/>
          </a:xfrm>
          <a:prstGeom prst="rect">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US" sz="1800" strike="noStrike" u="none">
                <a:solidFill>
                  <a:srgbClr val="000000"/>
                </a:solidFill>
                <a:effectLst/>
                <a:uFillTx/>
                <a:latin typeface="Arial"/>
                <a:ea typeface="Arial"/>
              </a:rPr>
              <a:t>Unknown</a:t>
            </a:r>
            <a:endParaRPr b="0" lang="en-US" sz="1800" strike="noStrike" u="none">
              <a:solidFill>
                <a:srgbClr val="000000"/>
              </a:solidFill>
              <a:effectLst/>
              <a:uFillTx/>
              <a:latin typeface="Arial"/>
            </a:endParaRPr>
          </a:p>
        </p:txBody>
      </p:sp>
      <p:sp>
        <p:nvSpPr>
          <p:cNvPr id="184" name="Google Shape;108;p19"/>
          <p:cNvSpPr/>
          <p:nvPr/>
        </p:nvSpPr>
        <p:spPr>
          <a:xfrm>
            <a:off x="4464000" y="3766680"/>
            <a:ext cx="641520" cy="360"/>
          </a:xfrm>
          <a:custGeom>
            <a:avLst/>
            <a:gdLst>
              <a:gd name="textAreaLeft" fmla="*/ 0 w 641520"/>
              <a:gd name="textAreaRight" fmla="*/ 641880 w 641520"/>
              <a:gd name="textAreaTop" fmla="*/ 0 h 360"/>
              <a:gd name="textAreaBottom" fmla="*/ 720 h 3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185" name="Google Shape;109;p19"/>
          <p:cNvSpPr/>
          <p:nvPr/>
        </p:nvSpPr>
        <p:spPr>
          <a:xfrm flipH="1" rot="10800000">
            <a:off x="7238880" y="2738520"/>
            <a:ext cx="1440360" cy="1028160"/>
          </a:xfrm>
          <a:custGeom>
            <a:avLst/>
            <a:gdLst>
              <a:gd name="textAreaLeft" fmla="*/ -360 w 1440360"/>
              <a:gd name="textAreaRight" fmla="*/ 1440360 w 1440360"/>
              <a:gd name="textAreaTop" fmla="*/ 0 h 1028160"/>
              <a:gd name="textAreaBottom" fmla="*/ 1028520 h 10281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6" name="Google Shape;110;p19"/>
          <p:cNvSpPr/>
          <p:nvPr/>
        </p:nvSpPr>
        <p:spPr>
          <a:xfrm>
            <a:off x="7239240" y="3766680"/>
            <a:ext cx="1440360" cy="561960"/>
          </a:xfrm>
          <a:custGeom>
            <a:avLst/>
            <a:gdLst>
              <a:gd name="textAreaLeft" fmla="*/ 0 w 1440360"/>
              <a:gd name="textAreaRight" fmla="*/ 1440720 w 1440360"/>
              <a:gd name="textAreaTop" fmla="*/ 0 h 561960"/>
              <a:gd name="textAreaBottom" fmla="*/ 562320 h 561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Object YAML Manifests</a:t>
            </a:r>
            <a:endParaRPr b="0" lang="en-US" sz="3200" strike="noStrike" u="none">
              <a:solidFill>
                <a:srgbClr val="000000"/>
              </a:solidFill>
              <a:effectLst/>
              <a:uFillTx/>
              <a:latin typeface="Arial"/>
            </a:endParaRPr>
          </a:p>
        </p:txBody>
      </p:sp>
      <p:sp>
        <p:nvSpPr>
          <p:cNvPr id="188" name="PlaceHolder 2"/>
          <p:cNvSpPr>
            <a:spLocks noGrp="1"/>
          </p:cNvSpPr>
          <p:nvPr>
            <p:ph type="sldNum" idx="4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194B06E-5799-4B4C-8379-E22DA55AE81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89" name="Google Shape;118;p20"/>
          <p:cNvSpPr/>
          <p:nvPr/>
        </p:nvSpPr>
        <p:spPr>
          <a:xfrm>
            <a:off x="798120" y="1373400"/>
            <a:ext cx="6350400" cy="4970520"/>
          </a:xfrm>
          <a:prstGeom prst="rect">
            <a:avLst/>
          </a:prstGeom>
          <a:solidFill>
            <a:srgbClr val="ffffff"/>
          </a:solid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Pod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mycontainer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status: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containerStatuses: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containerID: mycontainer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ready: true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190" name="Google Shape;119;p20"/>
          <p:cNvSpPr/>
          <p:nvPr/>
        </p:nvSpPr>
        <p:spPr>
          <a:xfrm>
            <a:off x="1828800" y="1843920"/>
            <a:ext cx="91404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1" name="Google Shape;120;p20"/>
          <p:cNvSpPr/>
          <p:nvPr/>
        </p:nvSpPr>
        <p:spPr>
          <a:xfrm>
            <a:off x="2189160" y="2605320"/>
            <a:ext cx="123948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2" name="Google Shape;121;p20"/>
          <p:cNvSpPr/>
          <p:nvPr/>
        </p:nvSpPr>
        <p:spPr>
          <a:xfrm>
            <a:off x="1135080" y="3297600"/>
            <a:ext cx="3893760" cy="11217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3" name="Google Shape;122;p20"/>
          <p:cNvSpPr/>
          <p:nvPr/>
        </p:nvSpPr>
        <p:spPr>
          <a:xfrm>
            <a:off x="3040920" y="1823040"/>
            <a:ext cx="1443960" cy="385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Type of Object</a:t>
            </a:r>
            <a:endParaRPr b="0" lang="en-US" sz="1400" strike="noStrike" u="none">
              <a:solidFill>
                <a:srgbClr val="000000"/>
              </a:solidFill>
              <a:effectLst/>
              <a:uFillTx/>
              <a:latin typeface="Arial"/>
            </a:endParaRPr>
          </a:p>
        </p:txBody>
      </p:sp>
      <p:sp>
        <p:nvSpPr>
          <p:cNvPr id="194" name="Google Shape;123;p20"/>
          <p:cNvSpPr/>
          <p:nvPr/>
        </p:nvSpPr>
        <p:spPr>
          <a:xfrm>
            <a:off x="3644640" y="2584440"/>
            <a:ext cx="1443960" cy="385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Name of Object</a:t>
            </a:r>
            <a:endParaRPr b="0" lang="en-US" sz="1400" strike="noStrike" u="none">
              <a:solidFill>
                <a:srgbClr val="000000"/>
              </a:solidFill>
              <a:effectLst/>
              <a:uFillTx/>
              <a:latin typeface="Arial"/>
            </a:endParaRPr>
          </a:p>
        </p:txBody>
      </p:sp>
      <p:sp>
        <p:nvSpPr>
          <p:cNvPr id="195" name="Google Shape;124;p20"/>
          <p:cNvSpPr/>
          <p:nvPr/>
        </p:nvSpPr>
        <p:spPr>
          <a:xfrm>
            <a:off x="5024520" y="3297600"/>
            <a:ext cx="1978920" cy="800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Desired state</a:t>
            </a:r>
            <a:endParaRPr b="0" lang="en-US" sz="1400" strike="noStrike" u="none">
              <a:solidFill>
                <a:srgbClr val="000000"/>
              </a:solidFill>
              <a:effectLst/>
              <a:uFillTx/>
              <a:latin typeface="Arial"/>
            </a:endParaRPr>
          </a:p>
        </p:txBody>
      </p:sp>
      <p:sp>
        <p:nvSpPr>
          <p:cNvPr id="196" name="Google Shape;125;p20"/>
          <p:cNvSpPr/>
          <p:nvPr/>
        </p:nvSpPr>
        <p:spPr>
          <a:xfrm>
            <a:off x="1233720" y="4704840"/>
            <a:ext cx="5166720" cy="124272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7" name="Google Shape;126;p20"/>
          <p:cNvSpPr/>
          <p:nvPr/>
        </p:nvSpPr>
        <p:spPr>
          <a:xfrm>
            <a:off x="6018480" y="4348440"/>
            <a:ext cx="1978920" cy="800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Actual state</a:t>
            </a:r>
            <a:endParaRPr b="0" lang="en-US" sz="1400" strike="noStrike" u="none">
              <a:solidFill>
                <a:srgbClr val="000000"/>
              </a:solidFill>
              <a:effectLst/>
              <a:uFillTx/>
              <a:latin typeface="Arial"/>
            </a:endParaRPr>
          </a:p>
        </p:txBody>
      </p:sp>
      <p:grpSp>
        <p:nvGrpSpPr>
          <p:cNvPr id="198" name="Google Shape;127;p20"/>
          <p:cNvGrpSpPr/>
          <p:nvPr/>
        </p:nvGrpSpPr>
        <p:grpSpPr>
          <a:xfrm>
            <a:off x="9616320" y="3529440"/>
            <a:ext cx="2000520" cy="1388160"/>
            <a:chOff x="9616320" y="3529440"/>
            <a:chExt cx="2000520" cy="1388160"/>
          </a:xfrm>
        </p:grpSpPr>
        <p:grpSp>
          <p:nvGrpSpPr>
            <p:cNvPr id="199" name="Google Shape;128;p20"/>
            <p:cNvGrpSpPr/>
            <p:nvPr/>
          </p:nvGrpSpPr>
          <p:grpSpPr>
            <a:xfrm>
              <a:off x="9616320" y="3529440"/>
              <a:ext cx="2000520" cy="1388160"/>
              <a:chOff x="9616320" y="3529440"/>
              <a:chExt cx="2000520" cy="1388160"/>
            </a:xfrm>
          </p:grpSpPr>
          <p:sp>
            <p:nvSpPr>
              <p:cNvPr id="200" name="Google Shape;129;p20"/>
              <p:cNvSpPr/>
              <p:nvPr/>
            </p:nvSpPr>
            <p:spPr>
              <a:xfrm>
                <a:off x="9718920" y="3632040"/>
                <a:ext cx="1897920" cy="128556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1" name="Google Shape;130;p20"/>
              <p:cNvSpPr/>
              <p:nvPr/>
            </p:nvSpPr>
            <p:spPr>
              <a:xfrm>
                <a:off x="9616320" y="3529440"/>
                <a:ext cx="1897920" cy="128556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02" name="Google Shape;131;p20"/>
            <p:cNvSpPr/>
            <p:nvPr/>
          </p:nvSpPr>
          <p:spPr>
            <a:xfrm>
              <a:off x="9778680" y="3664800"/>
              <a:ext cx="399960" cy="394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80720" bIns="18072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203" name="Google Shape;132;p20"/>
          <p:cNvSpPr/>
          <p:nvPr/>
        </p:nvSpPr>
        <p:spPr>
          <a:xfrm rot="5400000">
            <a:off x="6002280" y="2520720"/>
            <a:ext cx="4966560" cy="2671560"/>
          </a:xfrm>
          <a:prstGeom prst="trapezoid">
            <a:avLst>
              <a:gd name="adj" fmla="val 86956"/>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Deployments (Controller)</a:t>
            </a:r>
            <a:endParaRPr b="0" lang="en-US" sz="3200" strike="noStrike" u="none">
              <a:solidFill>
                <a:srgbClr val="000000"/>
              </a:solidFill>
              <a:effectLst/>
              <a:uFillTx/>
              <a:latin typeface="Arial"/>
            </a:endParaRPr>
          </a:p>
        </p:txBody>
      </p:sp>
      <p:sp>
        <p:nvSpPr>
          <p:cNvPr id="205" name="PlaceHolder 2"/>
          <p:cNvSpPr>
            <a:spLocks noGrp="1"/>
          </p:cNvSpPr>
          <p:nvPr>
            <p:ph type="sldNum" idx="4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1E9EEF5-404F-4174-8DB8-8429DB9E5BE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06" name="Google Shape;140;p21"/>
          <p:cNvSpPr/>
          <p:nvPr/>
        </p:nvSpPr>
        <p:spPr>
          <a:xfrm>
            <a:off x="757440" y="1341000"/>
            <a:ext cx="479124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4</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template: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mycontainer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207" name="Google Shape;141;p21"/>
          <p:cNvSpPr/>
          <p:nvPr/>
        </p:nvSpPr>
        <p:spPr>
          <a:xfrm>
            <a:off x="1171440" y="3300480"/>
            <a:ext cx="225720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8" name="Google Shape;142;p21"/>
          <p:cNvSpPr/>
          <p:nvPr/>
        </p:nvSpPr>
        <p:spPr>
          <a:xfrm>
            <a:off x="1769400" y="1847520"/>
            <a:ext cx="198576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09" name="Google Shape;143;p21"/>
          <p:cNvGrpSpPr/>
          <p:nvPr/>
        </p:nvGrpSpPr>
        <p:grpSpPr>
          <a:xfrm>
            <a:off x="7917840" y="3173040"/>
            <a:ext cx="2349000" cy="1370880"/>
            <a:chOff x="7917840" y="3173040"/>
            <a:chExt cx="2349000" cy="1370880"/>
          </a:xfrm>
        </p:grpSpPr>
        <p:sp>
          <p:nvSpPr>
            <p:cNvPr id="210" name="Google Shape;144;p21"/>
            <p:cNvSpPr/>
            <p:nvPr/>
          </p:nvSpPr>
          <p:spPr>
            <a:xfrm>
              <a:off x="7994160" y="32536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11" name="Google Shape;145;p21"/>
            <p:cNvSpPr/>
            <p:nvPr/>
          </p:nvSpPr>
          <p:spPr>
            <a:xfrm>
              <a:off x="7917840" y="31730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12" name="Google Shape;146;p21"/>
          <p:cNvGrpSpPr/>
          <p:nvPr/>
        </p:nvGrpSpPr>
        <p:grpSpPr>
          <a:xfrm>
            <a:off x="7917840" y="4680000"/>
            <a:ext cx="2349000" cy="1370880"/>
            <a:chOff x="7917840" y="4680000"/>
            <a:chExt cx="2349000" cy="1370880"/>
          </a:xfrm>
        </p:grpSpPr>
        <p:sp>
          <p:nvSpPr>
            <p:cNvPr id="213" name="Google Shape;147;p21"/>
            <p:cNvSpPr/>
            <p:nvPr/>
          </p:nvSpPr>
          <p:spPr>
            <a:xfrm>
              <a:off x="7994160" y="476064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14" name="Google Shape;148;p21"/>
            <p:cNvSpPr/>
            <p:nvPr/>
          </p:nvSpPr>
          <p:spPr>
            <a:xfrm>
              <a:off x="7917840" y="468000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15" name="Google Shape;149;p21"/>
          <p:cNvSpPr/>
          <p:nvPr/>
        </p:nvSpPr>
        <p:spPr>
          <a:xfrm>
            <a:off x="7994160" y="17470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16" name="Google Shape;150;p21"/>
          <p:cNvSpPr/>
          <p:nvPr/>
        </p:nvSpPr>
        <p:spPr>
          <a:xfrm>
            <a:off x="8088840" y="3297600"/>
            <a:ext cx="516240" cy="4809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17" name="Google Shape;151;p21"/>
          <p:cNvSpPr/>
          <p:nvPr/>
        </p:nvSpPr>
        <p:spPr>
          <a:xfrm>
            <a:off x="7917840" y="166608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18" name="Google Shape;152;p21"/>
          <p:cNvSpPr/>
          <p:nvPr/>
        </p:nvSpPr>
        <p:spPr>
          <a:xfrm>
            <a:off x="8088840" y="1779480"/>
            <a:ext cx="516240" cy="4809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19" name="Google Shape;153;p21"/>
          <p:cNvSpPr/>
          <p:nvPr/>
        </p:nvSpPr>
        <p:spPr>
          <a:xfrm>
            <a:off x="8796240" y="1779480"/>
            <a:ext cx="516240" cy="4809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20" name="Google Shape;154;p21"/>
          <p:cNvSpPr/>
          <p:nvPr/>
        </p:nvSpPr>
        <p:spPr>
          <a:xfrm>
            <a:off x="8088840" y="4816080"/>
            <a:ext cx="516240" cy="4809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Deployments - Autohealing</a:t>
            </a:r>
            <a:endParaRPr b="0" lang="en-US" sz="3200" strike="noStrike" u="none">
              <a:solidFill>
                <a:srgbClr val="000000"/>
              </a:solidFill>
              <a:effectLst/>
              <a:uFillTx/>
              <a:latin typeface="Arial"/>
            </a:endParaRPr>
          </a:p>
        </p:txBody>
      </p:sp>
      <p:sp>
        <p:nvSpPr>
          <p:cNvPr id="222" name="PlaceHolder 2"/>
          <p:cNvSpPr>
            <a:spLocks noGrp="1"/>
          </p:cNvSpPr>
          <p:nvPr>
            <p:ph type="sldNum" idx="4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05AAF2B-5665-473B-B436-D3F1A699FC9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23" name="Google Shape;162;p22"/>
          <p:cNvSpPr/>
          <p:nvPr/>
        </p:nvSpPr>
        <p:spPr>
          <a:xfrm>
            <a:off x="798120" y="1373400"/>
            <a:ext cx="456516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4</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template: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mycontainer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224" name="Google Shape;163;p22"/>
          <p:cNvSpPr/>
          <p:nvPr/>
        </p:nvSpPr>
        <p:spPr>
          <a:xfrm>
            <a:off x="1171440" y="3300480"/>
            <a:ext cx="225720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25" name="Google Shape;164;p22"/>
          <p:cNvGrpSpPr/>
          <p:nvPr/>
        </p:nvGrpSpPr>
        <p:grpSpPr>
          <a:xfrm>
            <a:off x="8546400" y="4780440"/>
            <a:ext cx="2348640" cy="1370880"/>
            <a:chOff x="8546400" y="4780440"/>
            <a:chExt cx="2348640" cy="1370880"/>
          </a:xfrm>
        </p:grpSpPr>
        <p:sp>
          <p:nvSpPr>
            <p:cNvPr id="226" name="Google Shape;165;p22"/>
            <p:cNvSpPr/>
            <p:nvPr/>
          </p:nvSpPr>
          <p:spPr>
            <a:xfrm>
              <a:off x="8622360" y="48610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27" name="Google Shape;166;p22"/>
            <p:cNvGrpSpPr/>
            <p:nvPr/>
          </p:nvGrpSpPr>
          <p:grpSpPr>
            <a:xfrm>
              <a:off x="8546400" y="4780440"/>
              <a:ext cx="2272680" cy="1290240"/>
              <a:chOff x="8546400" y="4780440"/>
              <a:chExt cx="2272680" cy="1290240"/>
            </a:xfrm>
          </p:grpSpPr>
          <p:sp>
            <p:nvSpPr>
              <p:cNvPr id="228" name="Google Shape;167;p22"/>
              <p:cNvSpPr/>
              <p:nvPr/>
            </p:nvSpPr>
            <p:spPr>
              <a:xfrm>
                <a:off x="8546400" y="47804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29" name="Google Shape;168;p22"/>
              <p:cNvSpPr/>
              <p:nvPr/>
            </p:nvSpPr>
            <p:spPr>
              <a:xfrm>
                <a:off x="8715600" y="490248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230" name="Google Shape;169;p22"/>
          <p:cNvGrpSpPr/>
          <p:nvPr/>
        </p:nvGrpSpPr>
        <p:grpSpPr>
          <a:xfrm>
            <a:off x="8546400" y="1565640"/>
            <a:ext cx="2348640" cy="1371240"/>
            <a:chOff x="8546400" y="1565640"/>
            <a:chExt cx="2348640" cy="1371240"/>
          </a:xfrm>
        </p:grpSpPr>
        <p:grpSp>
          <p:nvGrpSpPr>
            <p:cNvPr id="231" name="Google Shape;170;p22"/>
            <p:cNvGrpSpPr/>
            <p:nvPr/>
          </p:nvGrpSpPr>
          <p:grpSpPr>
            <a:xfrm>
              <a:off x="8546400" y="1565640"/>
              <a:ext cx="2348640" cy="1371240"/>
              <a:chOff x="8546400" y="1565640"/>
              <a:chExt cx="2348640" cy="1371240"/>
            </a:xfrm>
          </p:grpSpPr>
          <p:sp>
            <p:nvSpPr>
              <p:cNvPr id="232" name="Google Shape;171;p22"/>
              <p:cNvSpPr/>
              <p:nvPr/>
            </p:nvSpPr>
            <p:spPr>
              <a:xfrm>
                <a:off x="8622360" y="164664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33" name="Google Shape;172;p22"/>
              <p:cNvGrpSpPr/>
              <p:nvPr/>
            </p:nvGrpSpPr>
            <p:grpSpPr>
              <a:xfrm>
                <a:off x="8546400" y="1565640"/>
                <a:ext cx="2272680" cy="1290240"/>
                <a:chOff x="8546400" y="1565640"/>
                <a:chExt cx="2272680" cy="1290240"/>
              </a:xfrm>
            </p:grpSpPr>
            <p:sp>
              <p:nvSpPr>
                <p:cNvPr id="234" name="Google Shape;173;p22"/>
                <p:cNvSpPr/>
                <p:nvPr/>
              </p:nvSpPr>
              <p:spPr>
                <a:xfrm>
                  <a:off x="8546400" y="15656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35" name="Google Shape;174;p22"/>
                <p:cNvSpPr/>
                <p:nvPr/>
              </p:nvSpPr>
              <p:spPr>
                <a:xfrm>
                  <a:off x="8715600" y="16880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sp>
          <p:nvSpPr>
            <p:cNvPr id="236" name="Google Shape;175;p22"/>
            <p:cNvSpPr/>
            <p:nvPr/>
          </p:nvSpPr>
          <p:spPr>
            <a:xfrm>
              <a:off x="9249120" y="16952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37" name="Google Shape;176;p22"/>
          <p:cNvGrpSpPr/>
          <p:nvPr/>
        </p:nvGrpSpPr>
        <p:grpSpPr>
          <a:xfrm>
            <a:off x="8546400" y="4780440"/>
            <a:ext cx="2348640" cy="1370880"/>
            <a:chOff x="8546400" y="4780440"/>
            <a:chExt cx="2348640" cy="1370880"/>
          </a:xfrm>
        </p:grpSpPr>
        <p:sp>
          <p:nvSpPr>
            <p:cNvPr id="238" name="Google Shape;177;p22"/>
            <p:cNvSpPr/>
            <p:nvPr/>
          </p:nvSpPr>
          <p:spPr>
            <a:xfrm>
              <a:off x="8622360" y="4861080"/>
              <a:ext cx="2272680" cy="1290240"/>
            </a:xfrm>
            <a:prstGeom prst="roundRect">
              <a:avLst>
                <a:gd name="adj" fmla="val 16667"/>
              </a:avLst>
            </a:prstGeom>
            <a:solidFill>
              <a:srgbClr val="f40000">
                <a:alpha val="30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ffffff"/>
                </a:solidFill>
                <a:effectLst/>
                <a:uFillTx/>
                <a:latin typeface="Arial"/>
              </a:endParaRPr>
            </a:p>
            <a:p>
              <a:pPr algn="ctr">
                <a:lnSpc>
                  <a:spcPct val="100000"/>
                </a:lnSpc>
                <a:tabLst>
                  <a:tab algn="l" pos="0"/>
                </a:tabLst>
              </a:pPr>
              <a:endParaRPr b="0" lang="en-US" sz="1400" strike="noStrike" u="none">
                <a:solidFill>
                  <a:srgbClr val="ffffff"/>
                </a:solidFill>
                <a:effectLst/>
                <a:uFillTx/>
                <a:latin typeface="Arial"/>
              </a:endParaRPr>
            </a:p>
          </p:txBody>
        </p:sp>
        <p:grpSp>
          <p:nvGrpSpPr>
            <p:cNvPr id="239" name="Google Shape;178;p22"/>
            <p:cNvGrpSpPr/>
            <p:nvPr/>
          </p:nvGrpSpPr>
          <p:grpSpPr>
            <a:xfrm>
              <a:off x="8546400" y="4780440"/>
              <a:ext cx="2272680" cy="1290240"/>
              <a:chOff x="8546400" y="4780440"/>
              <a:chExt cx="2272680" cy="1290240"/>
            </a:xfrm>
          </p:grpSpPr>
          <p:sp>
            <p:nvSpPr>
              <p:cNvPr id="240" name="Google Shape;179;p22"/>
              <p:cNvSpPr/>
              <p:nvPr/>
            </p:nvSpPr>
            <p:spPr>
              <a:xfrm>
                <a:off x="8546400" y="4780440"/>
                <a:ext cx="2272680" cy="1290240"/>
              </a:xfrm>
              <a:prstGeom prst="roundRect">
                <a:avLst>
                  <a:gd name="adj" fmla="val 16667"/>
                </a:avLst>
              </a:prstGeom>
              <a:solidFill>
                <a:srgbClr val="eaada9"/>
              </a:solidFill>
              <a:ln w="19050">
                <a:solidFill>
                  <a:srgbClr val="e06666"/>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cc4125"/>
                    </a:solidFill>
                    <a:effectLst/>
                    <a:uFillTx/>
                    <a:latin typeface="Arial"/>
                    <a:ea typeface="Arial"/>
                  </a:rPr>
                  <a:t>Node</a:t>
                </a:r>
                <a:endParaRPr b="0" lang="en-US" sz="1400" strike="noStrike" u="none">
                  <a:solidFill>
                    <a:srgbClr val="000000"/>
                  </a:solidFill>
                  <a:effectLst/>
                  <a:uFillTx/>
                  <a:latin typeface="Arial"/>
                </a:endParaRPr>
              </a:p>
            </p:txBody>
          </p:sp>
          <p:sp>
            <p:nvSpPr>
              <p:cNvPr id="241" name="Google Shape;180;p22"/>
              <p:cNvSpPr/>
              <p:nvPr/>
            </p:nvSpPr>
            <p:spPr>
              <a:xfrm>
                <a:off x="8715600" y="4902480"/>
                <a:ext cx="375120" cy="349560"/>
              </a:xfrm>
              <a:prstGeom prst="snip1Rect">
                <a:avLst>
                  <a:gd name="adj" fmla="val 16667"/>
                </a:avLst>
              </a:prstGeom>
              <a:solidFill>
                <a:srgbClr val="ea9999"/>
              </a:solidFill>
              <a:ln w="9525">
                <a:solidFill>
                  <a:srgbClr val="e06666"/>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e06666"/>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242" name="Google Shape;181;p22"/>
          <p:cNvGrpSpPr/>
          <p:nvPr/>
        </p:nvGrpSpPr>
        <p:grpSpPr>
          <a:xfrm>
            <a:off x="8546400" y="3173040"/>
            <a:ext cx="2348640" cy="1370880"/>
            <a:chOff x="8546400" y="3173040"/>
            <a:chExt cx="2348640" cy="1370880"/>
          </a:xfrm>
        </p:grpSpPr>
        <p:sp>
          <p:nvSpPr>
            <p:cNvPr id="243" name="Google Shape;182;p22"/>
            <p:cNvSpPr/>
            <p:nvPr/>
          </p:nvSpPr>
          <p:spPr>
            <a:xfrm>
              <a:off x="8622360" y="32536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44" name="Google Shape;183;p22"/>
            <p:cNvGrpSpPr/>
            <p:nvPr/>
          </p:nvGrpSpPr>
          <p:grpSpPr>
            <a:xfrm>
              <a:off x="8546400" y="3173040"/>
              <a:ext cx="2272680" cy="1290240"/>
              <a:chOff x="8546400" y="3173040"/>
              <a:chExt cx="2272680" cy="1290240"/>
            </a:xfrm>
          </p:grpSpPr>
          <p:sp>
            <p:nvSpPr>
              <p:cNvPr id="245" name="Google Shape;184;p22"/>
              <p:cNvSpPr/>
              <p:nvPr/>
            </p:nvSpPr>
            <p:spPr>
              <a:xfrm>
                <a:off x="8546400" y="31730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46" name="Google Shape;185;p22"/>
              <p:cNvSpPr/>
              <p:nvPr/>
            </p:nvSpPr>
            <p:spPr>
              <a:xfrm>
                <a:off x="8715600" y="32954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247" name="Google Shape;186;p22"/>
          <p:cNvGrpSpPr/>
          <p:nvPr/>
        </p:nvGrpSpPr>
        <p:grpSpPr>
          <a:xfrm>
            <a:off x="9143640" y="3225600"/>
            <a:ext cx="540720" cy="491040"/>
            <a:chOff x="9143640" y="3225600"/>
            <a:chExt cx="540720" cy="491040"/>
          </a:xfrm>
        </p:grpSpPr>
        <p:sp>
          <p:nvSpPr>
            <p:cNvPr id="248" name="Google Shape;187;p22"/>
            <p:cNvSpPr/>
            <p:nvPr/>
          </p:nvSpPr>
          <p:spPr>
            <a:xfrm>
              <a:off x="9143640" y="3225600"/>
              <a:ext cx="540720" cy="491040"/>
            </a:xfrm>
            <a:prstGeom prst="snip1Rect">
              <a:avLst>
                <a:gd name="adj" fmla="val 1666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Google Shape;188;p22"/>
            <p:cNvSpPr/>
            <p:nvPr/>
          </p:nvSpPr>
          <p:spPr>
            <a:xfrm>
              <a:off x="9219600" y="330192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237"/>
                                        </p:tgtEl>
                                        <p:attrNameLst>
                                          <p:attrName>style.visibility</p:attrName>
                                        </p:attrNameLst>
                                      </p:cBhvr>
                                      <p:to>
                                        <p:strVal val="visible"/>
                                      </p:to>
                                    </p:set>
                                    <p:animEffect filter="fade" transition="in">
                                      <p:cBhvr additive="repl">
                                        <p:cTn id="7" dur="1000"/>
                                        <p:tgtEl>
                                          <p:spTgt spid="237"/>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10">
                                  <p:stCondLst>
                                    <p:cond delay="0"/>
                                  </p:stCondLst>
                                  <p:childTnLst>
                                    <p:set>
                                      <p:cBhvr>
                                        <p:cTn id="11" dur="1" fill="hold">
                                          <p:stCondLst>
                                            <p:cond delay="0"/>
                                          </p:stCondLst>
                                        </p:cTn>
                                        <p:tgtEl>
                                          <p:spTgt spid="247"/>
                                        </p:tgtEl>
                                        <p:attrNameLst>
                                          <p:attrName>style.visibility</p:attrName>
                                        </p:attrNameLst>
                                      </p:cBhvr>
                                      <p:to>
                                        <p:strVal val="visible"/>
                                      </p:to>
                                    </p:set>
                                    <p:animEffect filter="fade" transition="in">
                                      <p:cBhvr additive="repl">
                                        <p:cTn id="12"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Deployments - Scaling</a:t>
            </a:r>
            <a:endParaRPr b="0" lang="en-US" sz="3200" strike="noStrike" u="none">
              <a:solidFill>
                <a:srgbClr val="000000"/>
              </a:solidFill>
              <a:effectLst/>
              <a:uFillTx/>
              <a:latin typeface="Arial"/>
            </a:endParaRPr>
          </a:p>
        </p:txBody>
      </p:sp>
      <p:sp>
        <p:nvSpPr>
          <p:cNvPr id="251" name="PlaceHolder 2"/>
          <p:cNvSpPr>
            <a:spLocks noGrp="1"/>
          </p:cNvSpPr>
          <p:nvPr>
            <p:ph type="sldNum" idx="4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1DAD020-32F8-4F03-8DB9-D5FA9054589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52" name="Google Shape;196;p23"/>
          <p:cNvSpPr/>
          <p:nvPr/>
        </p:nvSpPr>
        <p:spPr>
          <a:xfrm>
            <a:off x="798120" y="1373400"/>
            <a:ext cx="4540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6</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template: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mycontainer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253" name="Google Shape;197;p23"/>
          <p:cNvSpPr/>
          <p:nvPr/>
        </p:nvSpPr>
        <p:spPr>
          <a:xfrm>
            <a:off x="1171440" y="3300480"/>
            <a:ext cx="2257200" cy="3441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54" name="Google Shape;198;p23"/>
          <p:cNvGrpSpPr/>
          <p:nvPr/>
        </p:nvGrpSpPr>
        <p:grpSpPr>
          <a:xfrm>
            <a:off x="8546400" y="1565640"/>
            <a:ext cx="2348640" cy="1371240"/>
            <a:chOff x="8546400" y="1565640"/>
            <a:chExt cx="2348640" cy="1371240"/>
          </a:xfrm>
        </p:grpSpPr>
        <p:grpSp>
          <p:nvGrpSpPr>
            <p:cNvPr id="255" name="Google Shape;199;p23"/>
            <p:cNvGrpSpPr/>
            <p:nvPr/>
          </p:nvGrpSpPr>
          <p:grpSpPr>
            <a:xfrm>
              <a:off x="8546400" y="1565640"/>
              <a:ext cx="2348640" cy="1371240"/>
              <a:chOff x="8546400" y="1565640"/>
              <a:chExt cx="2348640" cy="1371240"/>
            </a:xfrm>
          </p:grpSpPr>
          <p:sp>
            <p:nvSpPr>
              <p:cNvPr id="256" name="Google Shape;200;p23"/>
              <p:cNvSpPr/>
              <p:nvPr/>
            </p:nvSpPr>
            <p:spPr>
              <a:xfrm>
                <a:off x="8622360" y="164664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57" name="Google Shape;201;p23"/>
              <p:cNvGrpSpPr/>
              <p:nvPr/>
            </p:nvGrpSpPr>
            <p:grpSpPr>
              <a:xfrm>
                <a:off x="8546400" y="1565640"/>
                <a:ext cx="2272680" cy="1290240"/>
                <a:chOff x="8546400" y="1565640"/>
                <a:chExt cx="2272680" cy="1290240"/>
              </a:xfrm>
            </p:grpSpPr>
            <p:sp>
              <p:nvSpPr>
                <p:cNvPr id="258" name="Google Shape;202;p23"/>
                <p:cNvSpPr/>
                <p:nvPr/>
              </p:nvSpPr>
              <p:spPr>
                <a:xfrm>
                  <a:off x="8546400" y="15656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59" name="Google Shape;203;p23"/>
                <p:cNvSpPr/>
                <p:nvPr/>
              </p:nvSpPr>
              <p:spPr>
                <a:xfrm>
                  <a:off x="8715600" y="16880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sp>
          <p:nvSpPr>
            <p:cNvPr id="260" name="Google Shape;204;p23"/>
            <p:cNvSpPr/>
            <p:nvPr/>
          </p:nvSpPr>
          <p:spPr>
            <a:xfrm>
              <a:off x="9249120" y="16952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61" name="Google Shape;205;p23"/>
          <p:cNvGrpSpPr/>
          <p:nvPr/>
        </p:nvGrpSpPr>
        <p:grpSpPr>
          <a:xfrm>
            <a:off x="8546400" y="3173040"/>
            <a:ext cx="2348640" cy="1370880"/>
            <a:chOff x="8546400" y="3173040"/>
            <a:chExt cx="2348640" cy="1370880"/>
          </a:xfrm>
        </p:grpSpPr>
        <p:sp>
          <p:nvSpPr>
            <p:cNvPr id="262" name="Google Shape;206;p23"/>
            <p:cNvSpPr/>
            <p:nvPr/>
          </p:nvSpPr>
          <p:spPr>
            <a:xfrm>
              <a:off x="8622360" y="32536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63" name="Google Shape;207;p23"/>
            <p:cNvGrpSpPr/>
            <p:nvPr/>
          </p:nvGrpSpPr>
          <p:grpSpPr>
            <a:xfrm>
              <a:off x="8546400" y="3173040"/>
              <a:ext cx="2272680" cy="1290240"/>
              <a:chOff x="8546400" y="3173040"/>
              <a:chExt cx="2272680" cy="1290240"/>
            </a:xfrm>
          </p:grpSpPr>
          <p:sp>
            <p:nvSpPr>
              <p:cNvPr id="264" name="Google Shape;208;p23"/>
              <p:cNvSpPr/>
              <p:nvPr/>
            </p:nvSpPr>
            <p:spPr>
              <a:xfrm>
                <a:off x="8546400" y="31730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65" name="Google Shape;209;p23"/>
              <p:cNvSpPr/>
              <p:nvPr/>
            </p:nvSpPr>
            <p:spPr>
              <a:xfrm>
                <a:off x="8715600" y="329544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266" name="Google Shape;210;p23"/>
          <p:cNvGrpSpPr/>
          <p:nvPr/>
        </p:nvGrpSpPr>
        <p:grpSpPr>
          <a:xfrm>
            <a:off x="8546400" y="4780440"/>
            <a:ext cx="2348640" cy="1370880"/>
            <a:chOff x="8546400" y="4780440"/>
            <a:chExt cx="2348640" cy="1370880"/>
          </a:xfrm>
        </p:grpSpPr>
        <p:sp>
          <p:nvSpPr>
            <p:cNvPr id="267" name="Google Shape;211;p23"/>
            <p:cNvSpPr/>
            <p:nvPr/>
          </p:nvSpPr>
          <p:spPr>
            <a:xfrm>
              <a:off x="8622360" y="48610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68" name="Google Shape;212;p23"/>
            <p:cNvGrpSpPr/>
            <p:nvPr/>
          </p:nvGrpSpPr>
          <p:grpSpPr>
            <a:xfrm>
              <a:off x="8546400" y="4780440"/>
              <a:ext cx="2272680" cy="1290240"/>
              <a:chOff x="8546400" y="4780440"/>
              <a:chExt cx="2272680" cy="1290240"/>
            </a:xfrm>
          </p:grpSpPr>
          <p:sp>
            <p:nvSpPr>
              <p:cNvPr id="269" name="Google Shape;213;p23"/>
              <p:cNvSpPr/>
              <p:nvPr/>
            </p:nvSpPr>
            <p:spPr>
              <a:xfrm>
                <a:off x="8546400" y="47804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70" name="Google Shape;214;p23"/>
              <p:cNvSpPr/>
              <p:nvPr/>
            </p:nvSpPr>
            <p:spPr>
              <a:xfrm>
                <a:off x="8715600" y="490248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271" name="Google Shape;215;p23"/>
          <p:cNvGrpSpPr/>
          <p:nvPr/>
        </p:nvGrpSpPr>
        <p:grpSpPr>
          <a:xfrm>
            <a:off x="9143640" y="3225600"/>
            <a:ext cx="540720" cy="491040"/>
            <a:chOff x="9143640" y="3225600"/>
            <a:chExt cx="540720" cy="491040"/>
          </a:xfrm>
        </p:grpSpPr>
        <p:sp>
          <p:nvSpPr>
            <p:cNvPr id="272" name="Google Shape;216;p23"/>
            <p:cNvSpPr/>
            <p:nvPr/>
          </p:nvSpPr>
          <p:spPr>
            <a:xfrm>
              <a:off x="9143640" y="3225600"/>
              <a:ext cx="540720" cy="491040"/>
            </a:xfrm>
            <a:prstGeom prst="snip1Rect">
              <a:avLst>
                <a:gd name="adj" fmla="val 16667"/>
              </a:avLst>
            </a:prstGeom>
            <a:solidFill>
              <a:srgbClr val="5eb91e">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3" name="Google Shape;217;p23"/>
            <p:cNvSpPr/>
            <p:nvPr/>
          </p:nvSpPr>
          <p:spPr>
            <a:xfrm>
              <a:off x="9219600" y="3301920"/>
              <a:ext cx="375120" cy="349560"/>
            </a:xfrm>
            <a:prstGeom prst="snip1Rect">
              <a:avLst>
                <a:gd name="adj" fmla="val 16667"/>
              </a:avLst>
            </a:prstGeom>
            <a:solidFill>
              <a:srgbClr val="5eb91e"/>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74" name="Google Shape;218;p23"/>
          <p:cNvGrpSpPr/>
          <p:nvPr/>
        </p:nvGrpSpPr>
        <p:grpSpPr>
          <a:xfrm>
            <a:off x="9143640" y="4825800"/>
            <a:ext cx="540720" cy="491040"/>
            <a:chOff x="9143640" y="4825800"/>
            <a:chExt cx="540720" cy="491040"/>
          </a:xfrm>
        </p:grpSpPr>
        <p:sp>
          <p:nvSpPr>
            <p:cNvPr id="275" name="Google Shape;219;p23"/>
            <p:cNvSpPr/>
            <p:nvPr/>
          </p:nvSpPr>
          <p:spPr>
            <a:xfrm>
              <a:off x="9143640" y="4825800"/>
              <a:ext cx="540720" cy="491040"/>
            </a:xfrm>
            <a:prstGeom prst="snip1Rect">
              <a:avLst>
                <a:gd name="adj" fmla="val 16667"/>
              </a:avLst>
            </a:prstGeom>
            <a:solidFill>
              <a:srgbClr val="5eb91e">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6" name="Google Shape;220;p23"/>
            <p:cNvSpPr/>
            <p:nvPr/>
          </p:nvSpPr>
          <p:spPr>
            <a:xfrm>
              <a:off x="9219600" y="4902120"/>
              <a:ext cx="375120" cy="349560"/>
            </a:xfrm>
            <a:prstGeom prst="snip1Rect">
              <a:avLst>
                <a:gd name="adj" fmla="val 16667"/>
              </a:avLst>
            </a:prstGeom>
            <a:solidFill>
              <a:srgbClr val="5eb91e"/>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nodeType="clickEffect" fill="hold" presetClass="entr" presetID="10">
                                  <p:stCondLst>
                                    <p:cond delay="0"/>
                                  </p:stCondLst>
                                  <p:childTnLst>
                                    <p:set>
                                      <p:cBhvr>
                                        <p:cTn id="18" dur="1" fill="hold">
                                          <p:stCondLst>
                                            <p:cond delay="0"/>
                                          </p:stCondLst>
                                        </p:cTn>
                                        <p:tgtEl>
                                          <p:spTgt spid="274"/>
                                        </p:tgtEl>
                                        <p:attrNameLst>
                                          <p:attrName>style.visibility</p:attrName>
                                        </p:attrNameLst>
                                      </p:cBhvr>
                                      <p:to>
                                        <p:strVal val="visible"/>
                                      </p:to>
                                    </p:set>
                                    <p:animEffect filter="fade" transition="in">
                                      <p:cBhvr additive="repl">
                                        <p:cTn id="19" dur="1000"/>
                                        <p:tgtEl>
                                          <p:spTgt spid="274"/>
                                        </p:tgtEl>
                                      </p:cBhvr>
                                    </p:animEffect>
                                  </p:childTnLst>
                                </p:cTn>
                              </p:par>
                              <p:par>
                                <p:cTn id="20" nodeType="withEffect" fill="hold" presetClass="entr" presetID="10">
                                  <p:stCondLst>
                                    <p:cond delay="0"/>
                                  </p:stCondLst>
                                  <p:childTnLst>
                                    <p:set>
                                      <p:cBhvr>
                                        <p:cTn id="21" dur="1" fill="hold">
                                          <p:stCondLst>
                                            <p:cond delay="0"/>
                                          </p:stCondLst>
                                        </p:cTn>
                                        <p:tgtEl>
                                          <p:spTgt spid="271"/>
                                        </p:tgtEl>
                                        <p:attrNameLst>
                                          <p:attrName>style.visibility</p:attrName>
                                        </p:attrNameLst>
                                      </p:cBhvr>
                                      <p:to>
                                        <p:strVal val="visible"/>
                                      </p:to>
                                    </p:set>
                                    <p:animEffect filter="fade" transition="in">
                                      <p:cBhvr additive="repl">
                                        <p:cTn id="22"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Services</a:t>
            </a:r>
            <a:endParaRPr b="0" lang="en-US" sz="3200" strike="noStrike" u="none">
              <a:solidFill>
                <a:srgbClr val="000000"/>
              </a:solidFill>
              <a:effectLst/>
              <a:uFillTx/>
              <a:latin typeface="Arial"/>
            </a:endParaRPr>
          </a:p>
        </p:txBody>
      </p:sp>
      <p:sp>
        <p:nvSpPr>
          <p:cNvPr id="278" name="PlaceHolder 2"/>
          <p:cNvSpPr>
            <a:spLocks noGrp="1"/>
          </p:cNvSpPr>
          <p:nvPr>
            <p:ph type="sldNum" idx="4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85C7A59-279A-4451-82A7-B5BA8BF77B8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79" name="Google Shape;228;p24"/>
          <p:cNvGrpSpPr/>
          <p:nvPr/>
        </p:nvGrpSpPr>
        <p:grpSpPr>
          <a:xfrm>
            <a:off x="3583800" y="2969640"/>
            <a:ext cx="3082320" cy="1650240"/>
            <a:chOff x="3583800" y="2969640"/>
            <a:chExt cx="3082320" cy="1650240"/>
          </a:xfrm>
        </p:grpSpPr>
        <p:sp>
          <p:nvSpPr>
            <p:cNvPr id="280" name="Google Shape;229;p24"/>
            <p:cNvSpPr/>
            <p:nvPr/>
          </p:nvSpPr>
          <p:spPr>
            <a:xfrm>
              <a:off x="3752280" y="3099600"/>
              <a:ext cx="2913840" cy="1520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1" name="Google Shape;230;p24"/>
            <p:cNvSpPr/>
            <p:nvPr/>
          </p:nvSpPr>
          <p:spPr>
            <a:xfrm>
              <a:off x="3583800" y="2969640"/>
              <a:ext cx="2913840" cy="1520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Service</a:t>
              </a:r>
              <a:endParaRPr b="0" lang="en-US" sz="1400" strike="noStrike" u="none">
                <a:solidFill>
                  <a:srgbClr val="000000"/>
                </a:solidFill>
                <a:effectLst/>
                <a:uFillTx/>
                <a:latin typeface="Arial"/>
              </a:endParaRPr>
            </a:p>
          </p:txBody>
        </p:sp>
      </p:grpSp>
      <p:pic>
        <p:nvPicPr>
          <p:cNvPr id="282" name="Google Shape;231;p24" descr=""/>
          <p:cNvPicPr/>
          <p:nvPr/>
        </p:nvPicPr>
        <p:blipFill>
          <a:blip r:embed="rId1"/>
          <a:stretch/>
        </p:blipFill>
        <p:spPr>
          <a:xfrm>
            <a:off x="378000" y="3156840"/>
            <a:ext cx="1166400" cy="1166400"/>
          </a:xfrm>
          <a:prstGeom prst="rect">
            <a:avLst/>
          </a:prstGeom>
          <a:noFill/>
          <a:ln w="0">
            <a:noFill/>
          </a:ln>
        </p:spPr>
      </p:pic>
      <p:sp>
        <p:nvSpPr>
          <p:cNvPr id="283" name="Google Shape;232;p24"/>
          <p:cNvSpPr/>
          <p:nvPr/>
        </p:nvSpPr>
        <p:spPr>
          <a:xfrm flipH="1" rot="10800000">
            <a:off x="1545120" y="3730680"/>
            <a:ext cx="2037960" cy="9360"/>
          </a:xfrm>
          <a:custGeom>
            <a:avLst/>
            <a:gdLst>
              <a:gd name="textAreaLeft" fmla="*/ -360 w 2037960"/>
              <a:gd name="textAreaRight" fmla="*/ 2037960 w 2037960"/>
              <a:gd name="textAreaTop" fmla="*/ 0 h 9360"/>
              <a:gd name="textAreaBottom" fmla="*/ 9720 h 93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35280" bIns="-35280" anchor="t">
            <a:noAutofit/>
          </a:bodyPr>
          <a:p>
            <a:endParaRPr b="0" lang="en-US" sz="1800" strike="noStrike" u="none">
              <a:solidFill>
                <a:srgbClr val="000000"/>
              </a:solidFill>
              <a:effectLst/>
              <a:uFillTx/>
              <a:latin typeface="Arial"/>
            </a:endParaRPr>
          </a:p>
        </p:txBody>
      </p:sp>
      <p:grpSp>
        <p:nvGrpSpPr>
          <p:cNvPr id="284" name="Google Shape;233;p24"/>
          <p:cNvGrpSpPr/>
          <p:nvPr/>
        </p:nvGrpSpPr>
        <p:grpSpPr>
          <a:xfrm>
            <a:off x="8527320" y="1503000"/>
            <a:ext cx="2881080" cy="1584000"/>
            <a:chOff x="8527320" y="1503000"/>
            <a:chExt cx="2881080" cy="1584000"/>
          </a:xfrm>
        </p:grpSpPr>
        <p:sp>
          <p:nvSpPr>
            <p:cNvPr id="285" name="Google Shape;234;p24"/>
            <p:cNvSpPr/>
            <p:nvPr/>
          </p:nvSpPr>
          <p:spPr>
            <a:xfrm>
              <a:off x="8629920" y="1605960"/>
              <a:ext cx="2778480" cy="14810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286" name="Google Shape;235;p24"/>
            <p:cNvGrpSpPr/>
            <p:nvPr/>
          </p:nvGrpSpPr>
          <p:grpSpPr>
            <a:xfrm>
              <a:off x="8527320" y="1503000"/>
              <a:ext cx="2778480" cy="1481040"/>
              <a:chOff x="8527320" y="1503000"/>
              <a:chExt cx="2778480" cy="1481040"/>
            </a:xfrm>
          </p:grpSpPr>
          <p:grpSp>
            <p:nvGrpSpPr>
              <p:cNvPr id="287" name="Google Shape;236;p24"/>
              <p:cNvGrpSpPr/>
              <p:nvPr/>
            </p:nvGrpSpPr>
            <p:grpSpPr>
              <a:xfrm>
                <a:off x="8527320" y="1503000"/>
                <a:ext cx="2778480" cy="1481040"/>
                <a:chOff x="8527320" y="1503000"/>
                <a:chExt cx="2778480" cy="1481040"/>
              </a:xfrm>
            </p:grpSpPr>
            <p:sp>
              <p:nvSpPr>
                <p:cNvPr id="288" name="Google Shape;237;p24"/>
                <p:cNvSpPr/>
                <p:nvPr/>
              </p:nvSpPr>
              <p:spPr>
                <a:xfrm>
                  <a:off x="8527320" y="1503000"/>
                  <a:ext cx="2778480" cy="14810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89" name="Google Shape;238;p24"/>
                <p:cNvSpPr/>
                <p:nvPr/>
              </p:nvSpPr>
              <p:spPr>
                <a:xfrm>
                  <a:off x="8902800" y="1700280"/>
                  <a:ext cx="2023560" cy="8478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290" name="Google Shape;239;p24"/>
                <p:cNvSpPr/>
                <p:nvPr/>
              </p:nvSpPr>
              <p:spPr>
                <a:xfrm>
                  <a:off x="9041400" y="2032920"/>
                  <a:ext cx="1749960" cy="410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91" name="Google Shape;240;p24"/>
              <p:cNvSpPr/>
              <p:nvPr/>
            </p:nvSpPr>
            <p:spPr>
              <a:xfrm>
                <a:off x="9309600" y="2549160"/>
                <a:ext cx="1213200" cy="434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292" name="Google Shape;241;p24"/>
          <p:cNvGrpSpPr/>
          <p:nvPr/>
        </p:nvGrpSpPr>
        <p:grpSpPr>
          <a:xfrm>
            <a:off x="8527320" y="3179520"/>
            <a:ext cx="2881080" cy="1583640"/>
            <a:chOff x="8527320" y="3179520"/>
            <a:chExt cx="2881080" cy="1583640"/>
          </a:xfrm>
        </p:grpSpPr>
        <p:sp>
          <p:nvSpPr>
            <p:cNvPr id="293" name="Google Shape;242;p24"/>
            <p:cNvSpPr/>
            <p:nvPr/>
          </p:nvSpPr>
          <p:spPr>
            <a:xfrm>
              <a:off x="8629920" y="3282120"/>
              <a:ext cx="2778480" cy="14810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294" name="Google Shape;243;p24"/>
            <p:cNvGrpSpPr/>
            <p:nvPr/>
          </p:nvGrpSpPr>
          <p:grpSpPr>
            <a:xfrm>
              <a:off x="8527320" y="3179520"/>
              <a:ext cx="2778480" cy="1481040"/>
              <a:chOff x="8527320" y="3179520"/>
              <a:chExt cx="2778480" cy="1481040"/>
            </a:xfrm>
          </p:grpSpPr>
          <p:grpSp>
            <p:nvGrpSpPr>
              <p:cNvPr id="295" name="Google Shape;244;p24"/>
              <p:cNvGrpSpPr/>
              <p:nvPr/>
            </p:nvGrpSpPr>
            <p:grpSpPr>
              <a:xfrm>
                <a:off x="8527320" y="3179520"/>
                <a:ext cx="2778480" cy="1481040"/>
                <a:chOff x="8527320" y="3179520"/>
                <a:chExt cx="2778480" cy="1481040"/>
              </a:xfrm>
            </p:grpSpPr>
            <p:sp>
              <p:nvSpPr>
                <p:cNvPr id="296" name="Google Shape;245;p24"/>
                <p:cNvSpPr/>
                <p:nvPr/>
              </p:nvSpPr>
              <p:spPr>
                <a:xfrm>
                  <a:off x="8527320" y="3179520"/>
                  <a:ext cx="2778480" cy="14810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97" name="Google Shape;246;p24"/>
                <p:cNvSpPr/>
                <p:nvPr/>
              </p:nvSpPr>
              <p:spPr>
                <a:xfrm>
                  <a:off x="8902800" y="3376800"/>
                  <a:ext cx="2023560" cy="8478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298" name="Google Shape;247;p24"/>
                <p:cNvSpPr/>
                <p:nvPr/>
              </p:nvSpPr>
              <p:spPr>
                <a:xfrm>
                  <a:off x="9041400" y="3709440"/>
                  <a:ext cx="1749960" cy="410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99" name="Google Shape;248;p24"/>
              <p:cNvSpPr/>
              <p:nvPr/>
            </p:nvSpPr>
            <p:spPr>
              <a:xfrm>
                <a:off x="9309600" y="4225320"/>
                <a:ext cx="1213200" cy="434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00" name="Google Shape;249;p24"/>
          <p:cNvGrpSpPr/>
          <p:nvPr/>
        </p:nvGrpSpPr>
        <p:grpSpPr>
          <a:xfrm>
            <a:off x="8527320" y="4855680"/>
            <a:ext cx="2881080" cy="1584000"/>
            <a:chOff x="8527320" y="4855680"/>
            <a:chExt cx="2881080" cy="1584000"/>
          </a:xfrm>
        </p:grpSpPr>
        <p:sp>
          <p:nvSpPr>
            <p:cNvPr id="301" name="Google Shape;250;p24"/>
            <p:cNvSpPr/>
            <p:nvPr/>
          </p:nvSpPr>
          <p:spPr>
            <a:xfrm>
              <a:off x="8629920" y="4958640"/>
              <a:ext cx="2778480" cy="14810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02" name="Google Shape;251;p24"/>
            <p:cNvGrpSpPr/>
            <p:nvPr/>
          </p:nvGrpSpPr>
          <p:grpSpPr>
            <a:xfrm>
              <a:off x="8527320" y="4855680"/>
              <a:ext cx="2778480" cy="1481040"/>
              <a:chOff x="8527320" y="4855680"/>
              <a:chExt cx="2778480" cy="1481040"/>
            </a:xfrm>
          </p:grpSpPr>
          <p:grpSp>
            <p:nvGrpSpPr>
              <p:cNvPr id="303" name="Google Shape;252;p24"/>
              <p:cNvGrpSpPr/>
              <p:nvPr/>
            </p:nvGrpSpPr>
            <p:grpSpPr>
              <a:xfrm>
                <a:off x="8527320" y="4855680"/>
                <a:ext cx="2778480" cy="1481040"/>
                <a:chOff x="8527320" y="4855680"/>
                <a:chExt cx="2778480" cy="1481040"/>
              </a:xfrm>
            </p:grpSpPr>
            <p:sp>
              <p:nvSpPr>
                <p:cNvPr id="304" name="Google Shape;253;p24"/>
                <p:cNvSpPr/>
                <p:nvPr/>
              </p:nvSpPr>
              <p:spPr>
                <a:xfrm>
                  <a:off x="8527320" y="4855680"/>
                  <a:ext cx="2778480" cy="14810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05" name="Google Shape;254;p24"/>
                <p:cNvSpPr/>
                <p:nvPr/>
              </p:nvSpPr>
              <p:spPr>
                <a:xfrm>
                  <a:off x="8902800" y="5053320"/>
                  <a:ext cx="2023560" cy="8478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306" name="Google Shape;255;p24"/>
                <p:cNvSpPr/>
                <p:nvPr/>
              </p:nvSpPr>
              <p:spPr>
                <a:xfrm>
                  <a:off x="9041400" y="5385600"/>
                  <a:ext cx="1749960" cy="410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07" name="Google Shape;256;p24"/>
              <p:cNvSpPr/>
              <p:nvPr/>
            </p:nvSpPr>
            <p:spPr>
              <a:xfrm>
                <a:off x="9309600" y="5901840"/>
                <a:ext cx="1213200" cy="434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sp>
        <p:nvSpPr>
          <p:cNvPr id="308" name="Google Shape;257;p24"/>
          <p:cNvSpPr/>
          <p:nvPr/>
        </p:nvSpPr>
        <p:spPr>
          <a:xfrm>
            <a:off x="6498360" y="3730320"/>
            <a:ext cx="2542320" cy="183960"/>
          </a:xfrm>
          <a:custGeom>
            <a:avLst/>
            <a:gdLst>
              <a:gd name="textAreaLeft" fmla="*/ 0 w 2542320"/>
              <a:gd name="textAreaRight" fmla="*/ 2542680 w 2542320"/>
              <a:gd name="textAreaTop" fmla="*/ 0 h 183960"/>
              <a:gd name="textAreaBottom" fmla="*/ 184320 h 183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9" name="Google Shape;258;p24"/>
          <p:cNvSpPr/>
          <p:nvPr/>
        </p:nvSpPr>
        <p:spPr>
          <a:xfrm flipH="1" rot="10800000">
            <a:off x="6498360" y="2239200"/>
            <a:ext cx="2542320" cy="1491120"/>
          </a:xfrm>
          <a:custGeom>
            <a:avLst/>
            <a:gdLst>
              <a:gd name="textAreaLeft" fmla="*/ 360 w 2542320"/>
              <a:gd name="textAreaRight" fmla="*/ 2543040 w 2542320"/>
              <a:gd name="textAreaTop" fmla="*/ 0 h 1491120"/>
              <a:gd name="textAreaBottom" fmla="*/ 1491480 h 14911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0" name="Google Shape;259;p24"/>
          <p:cNvSpPr/>
          <p:nvPr/>
        </p:nvSpPr>
        <p:spPr>
          <a:xfrm>
            <a:off x="6498360" y="3730320"/>
            <a:ext cx="2542320" cy="1860120"/>
          </a:xfrm>
          <a:custGeom>
            <a:avLst/>
            <a:gdLst>
              <a:gd name="textAreaLeft" fmla="*/ 0 w 2542320"/>
              <a:gd name="textAreaRight" fmla="*/ 2542680 w 2542320"/>
              <a:gd name="textAreaTop" fmla="*/ 0 h 1860120"/>
              <a:gd name="textAreaBottom" fmla="*/ 1860480 h 18601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0">
                                  <p:stCondLst>
                                    <p:cond delay="0"/>
                                  </p:stCondLst>
                                  <p:childTnLst>
                                    <p:set>
                                      <p:cBhvr>
                                        <p:cTn id="28" dur="1" fill="hold">
                                          <p:stCondLst>
                                            <p:cond delay="0"/>
                                          </p:stCondLst>
                                        </p:cTn>
                                        <p:tgtEl>
                                          <p:spTgt spid="283"/>
                                        </p:tgtEl>
                                        <p:attrNameLst>
                                          <p:attrName>style.visibility</p:attrName>
                                        </p:attrNameLst>
                                      </p:cBhvr>
                                      <p:to>
                                        <p:strVal val="visible"/>
                                      </p:to>
                                    </p:set>
                                    <p:animEffect filter="fade" transition="in">
                                      <p:cBhvr additive="repl">
                                        <p:cTn id="29" dur="500"/>
                                        <p:tgtEl>
                                          <p:spTgt spid="283"/>
                                        </p:tgtEl>
                                      </p:cBhvr>
                                    </p:animEffect>
                                  </p:childTnLst>
                                </p:cTn>
                              </p:par>
                            </p:childTnLst>
                          </p:cTn>
                        </p:par>
                        <p:par>
                          <p:cTn id="30" fill="hold">
                            <p:stCondLst>
                              <p:cond delay="500"/>
                            </p:stCondLst>
                            <p:childTnLst>
                              <p:par>
                                <p:cTn id="31" nodeType="afterEffect" fill="hold" presetClass="entr" presetID="10">
                                  <p:stCondLst>
                                    <p:cond delay="0"/>
                                  </p:stCondLst>
                                  <p:childTnLst>
                                    <p:set>
                                      <p:cBhvr>
                                        <p:cTn id="32" dur="1" fill="hold">
                                          <p:stCondLst>
                                            <p:cond delay="0"/>
                                          </p:stCondLst>
                                        </p:cTn>
                                        <p:tgtEl>
                                          <p:spTgt spid="309"/>
                                        </p:tgtEl>
                                        <p:attrNameLst>
                                          <p:attrName>style.visibility</p:attrName>
                                        </p:attrNameLst>
                                      </p:cBhvr>
                                      <p:to>
                                        <p:strVal val="visible"/>
                                      </p:to>
                                    </p:set>
                                    <p:animEffect filter="fade" transition="in">
                                      <p:cBhvr additive="repl">
                                        <p:cTn id="33" dur="500"/>
                                        <p:tgtEl>
                                          <p:spTgt spid="309"/>
                                        </p:tgtEl>
                                      </p:cBhvr>
                                    </p:animEffect>
                                  </p:childTnLst>
                                </p:cTn>
                              </p:par>
                            </p:childTnLst>
                          </p:cTn>
                        </p:par>
                        <p:par>
                          <p:cTn id="34" fill="hold">
                            <p:stCondLst>
                              <p:cond delay="1000"/>
                            </p:stCondLst>
                            <p:childTnLst>
                              <p:par>
                                <p:cTn id="35" nodeType="afterEffect" fill="hold" presetClass="exit" presetID="10">
                                  <p:stCondLst>
                                    <p:cond delay="0"/>
                                  </p:stCondLst>
                                  <p:childTnLst>
                                    <p:animEffect filter="fade" transition="out">
                                      <p:cBhvr additive="repl">
                                        <p:cTn id="36" dur="500"/>
                                        <p:tgtEl>
                                          <p:spTgt spid="283"/>
                                        </p:tgtEl>
                                      </p:cBhvr>
                                    </p:animEffect>
                                    <p:set>
                                      <p:cBhvr>
                                        <p:cTn id="37" dur="1" fill="hold">
                                          <p:stCondLst>
                                            <p:cond delay="500"/>
                                          </p:stCondLst>
                                        </p:cTn>
                                        <p:tgtEl>
                                          <p:spTgt spid="283"/>
                                        </p:tgtEl>
                                        <p:attrNameLst>
                                          <p:attrName>style.visibility</p:attrName>
                                        </p:attrNameLst>
                                      </p:cBhvr>
                                      <p:to>
                                        <p:strVal val="hidden"/>
                                      </p:to>
                                    </p:set>
                                  </p:childTnLst>
                                </p:cTn>
                              </p:par>
                            </p:childTnLst>
                          </p:cTn>
                        </p:par>
                        <p:par>
                          <p:cTn id="38" fill="hold">
                            <p:stCondLst>
                              <p:cond delay="1500"/>
                            </p:stCondLst>
                            <p:childTnLst>
                              <p:par>
                                <p:cTn id="39" nodeType="afterEffect" fill="hold" presetClass="exit" presetID="10">
                                  <p:stCondLst>
                                    <p:cond delay="0"/>
                                  </p:stCondLst>
                                  <p:childTnLst>
                                    <p:animEffect filter="fade" transition="out">
                                      <p:cBhvr additive="repl">
                                        <p:cTn id="40" dur="500"/>
                                        <p:tgtEl>
                                          <p:spTgt spid="309"/>
                                        </p:tgtEl>
                                      </p:cBhvr>
                                    </p:animEffect>
                                    <p:set>
                                      <p:cBhvr>
                                        <p:cTn id="41" dur="1" fill="hold">
                                          <p:stCondLst>
                                            <p:cond delay="500"/>
                                          </p:stCondLst>
                                        </p:cTn>
                                        <p:tgtEl>
                                          <p:spTgt spid="30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nodeType="clickEffect" fill="hold" presetClass="entr" presetID="10">
                                  <p:stCondLst>
                                    <p:cond delay="0"/>
                                  </p:stCondLst>
                                  <p:childTnLst>
                                    <p:set>
                                      <p:cBhvr>
                                        <p:cTn id="45" dur="1" fill="hold">
                                          <p:stCondLst>
                                            <p:cond delay="0"/>
                                          </p:stCondLst>
                                        </p:cTn>
                                        <p:tgtEl>
                                          <p:spTgt spid="283"/>
                                        </p:tgtEl>
                                        <p:attrNameLst>
                                          <p:attrName>style.visibility</p:attrName>
                                        </p:attrNameLst>
                                      </p:cBhvr>
                                      <p:to>
                                        <p:strVal val="visible"/>
                                      </p:to>
                                    </p:set>
                                    <p:animEffect filter="fade" transition="in">
                                      <p:cBhvr additive="repl">
                                        <p:cTn id="46" dur="500"/>
                                        <p:tgtEl>
                                          <p:spTgt spid="283"/>
                                        </p:tgtEl>
                                      </p:cBhvr>
                                    </p:animEffect>
                                  </p:childTnLst>
                                </p:cTn>
                              </p:par>
                            </p:childTnLst>
                          </p:cTn>
                        </p:par>
                        <p:par>
                          <p:cTn id="47" fill="hold">
                            <p:stCondLst>
                              <p:cond delay="500"/>
                            </p:stCondLst>
                            <p:childTnLst>
                              <p:par>
                                <p:cTn id="48" nodeType="afterEffect" fill="hold" presetClass="entr" presetID="10">
                                  <p:stCondLst>
                                    <p:cond delay="0"/>
                                  </p:stCondLst>
                                  <p:childTnLst>
                                    <p:set>
                                      <p:cBhvr>
                                        <p:cTn id="49" dur="1" fill="hold">
                                          <p:stCondLst>
                                            <p:cond delay="0"/>
                                          </p:stCondLst>
                                        </p:cTn>
                                        <p:tgtEl>
                                          <p:spTgt spid="308"/>
                                        </p:tgtEl>
                                        <p:attrNameLst>
                                          <p:attrName>style.visibility</p:attrName>
                                        </p:attrNameLst>
                                      </p:cBhvr>
                                      <p:to>
                                        <p:strVal val="visible"/>
                                      </p:to>
                                    </p:set>
                                    <p:animEffect filter="fade" transition="in">
                                      <p:cBhvr additive="repl">
                                        <p:cTn id="50" dur="500"/>
                                        <p:tgtEl>
                                          <p:spTgt spid="308"/>
                                        </p:tgtEl>
                                      </p:cBhvr>
                                    </p:animEffect>
                                  </p:childTnLst>
                                </p:cTn>
                              </p:par>
                            </p:childTnLst>
                          </p:cTn>
                        </p:par>
                        <p:par>
                          <p:cTn id="51" fill="hold">
                            <p:stCondLst>
                              <p:cond delay="1000"/>
                            </p:stCondLst>
                            <p:childTnLst>
                              <p:par>
                                <p:cTn id="52" nodeType="afterEffect" fill="hold" presetClass="exit" presetID="10">
                                  <p:stCondLst>
                                    <p:cond delay="0"/>
                                  </p:stCondLst>
                                  <p:childTnLst>
                                    <p:animEffect filter="fade" transition="out">
                                      <p:cBhvr additive="repl">
                                        <p:cTn id="53" dur="500"/>
                                        <p:tgtEl>
                                          <p:spTgt spid="283"/>
                                        </p:tgtEl>
                                      </p:cBhvr>
                                    </p:animEffect>
                                    <p:set>
                                      <p:cBhvr>
                                        <p:cTn id="54" dur="1" fill="hold">
                                          <p:stCondLst>
                                            <p:cond delay="500"/>
                                          </p:stCondLst>
                                        </p:cTn>
                                        <p:tgtEl>
                                          <p:spTgt spid="283"/>
                                        </p:tgtEl>
                                        <p:attrNameLst>
                                          <p:attrName>style.visibility</p:attrName>
                                        </p:attrNameLst>
                                      </p:cBhvr>
                                      <p:to>
                                        <p:strVal val="hidden"/>
                                      </p:to>
                                    </p:set>
                                  </p:childTnLst>
                                </p:cTn>
                              </p:par>
                            </p:childTnLst>
                          </p:cTn>
                        </p:par>
                        <p:par>
                          <p:cTn id="55" fill="hold">
                            <p:stCondLst>
                              <p:cond delay="1500"/>
                            </p:stCondLst>
                            <p:childTnLst>
                              <p:par>
                                <p:cTn id="56" nodeType="afterEffect" fill="hold" presetClass="exit" presetID="10">
                                  <p:stCondLst>
                                    <p:cond delay="0"/>
                                  </p:stCondLst>
                                  <p:childTnLst>
                                    <p:animEffect filter="fade" transition="out">
                                      <p:cBhvr additive="repl">
                                        <p:cTn id="57" dur="500"/>
                                        <p:tgtEl>
                                          <p:spTgt spid="308"/>
                                        </p:tgtEl>
                                      </p:cBhvr>
                                    </p:animEffect>
                                    <p:set>
                                      <p:cBhvr>
                                        <p:cTn id="58" dur="1" fill="hold">
                                          <p:stCondLst>
                                            <p:cond delay="500"/>
                                          </p:stCondLst>
                                        </p:cTn>
                                        <p:tgtEl>
                                          <p:spTgt spid="30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0">
                                  <p:stCondLst>
                                    <p:cond delay="0"/>
                                  </p:stCondLst>
                                  <p:childTnLst>
                                    <p:set>
                                      <p:cBhvr>
                                        <p:cTn id="62" dur="1" fill="hold">
                                          <p:stCondLst>
                                            <p:cond delay="0"/>
                                          </p:stCondLst>
                                        </p:cTn>
                                        <p:tgtEl>
                                          <p:spTgt spid="283"/>
                                        </p:tgtEl>
                                        <p:attrNameLst>
                                          <p:attrName>style.visibility</p:attrName>
                                        </p:attrNameLst>
                                      </p:cBhvr>
                                      <p:to>
                                        <p:strVal val="visible"/>
                                      </p:to>
                                    </p:set>
                                    <p:animEffect filter="fade" transition="in">
                                      <p:cBhvr additive="repl">
                                        <p:cTn id="63" dur="500"/>
                                        <p:tgtEl>
                                          <p:spTgt spid="283"/>
                                        </p:tgtEl>
                                      </p:cBhvr>
                                    </p:animEffect>
                                  </p:childTnLst>
                                </p:cTn>
                              </p:par>
                            </p:childTnLst>
                          </p:cTn>
                        </p:par>
                        <p:par>
                          <p:cTn id="64" fill="hold">
                            <p:stCondLst>
                              <p:cond delay="500"/>
                            </p:stCondLst>
                            <p:childTnLst>
                              <p:par>
                                <p:cTn id="65" nodeType="afterEffect" fill="hold" presetClass="entr" presetID="10">
                                  <p:stCondLst>
                                    <p:cond delay="0"/>
                                  </p:stCondLst>
                                  <p:childTnLst>
                                    <p:set>
                                      <p:cBhvr>
                                        <p:cTn id="66" dur="1" fill="hold">
                                          <p:stCondLst>
                                            <p:cond delay="0"/>
                                          </p:stCondLst>
                                        </p:cTn>
                                        <p:tgtEl>
                                          <p:spTgt spid="310"/>
                                        </p:tgtEl>
                                        <p:attrNameLst>
                                          <p:attrName>style.visibility</p:attrName>
                                        </p:attrNameLst>
                                      </p:cBhvr>
                                      <p:to>
                                        <p:strVal val="visible"/>
                                      </p:to>
                                    </p:set>
                                    <p:animEffect filter="fade" transition="in">
                                      <p:cBhvr additive="repl">
                                        <p:cTn id="67" dur="500"/>
                                        <p:tgtEl>
                                          <p:spTgt spid="310"/>
                                        </p:tgtEl>
                                      </p:cBhvr>
                                    </p:animEffect>
                                  </p:childTnLst>
                                </p:cTn>
                              </p:par>
                            </p:childTnLst>
                          </p:cTn>
                        </p:par>
                        <p:par>
                          <p:cTn id="68" fill="hold">
                            <p:stCondLst>
                              <p:cond delay="1000"/>
                            </p:stCondLst>
                            <p:childTnLst>
                              <p:par>
                                <p:cTn id="69" nodeType="afterEffect" fill="hold" presetClass="exit" presetID="10">
                                  <p:stCondLst>
                                    <p:cond delay="0"/>
                                  </p:stCondLst>
                                  <p:childTnLst>
                                    <p:animEffect filter="fade" transition="out">
                                      <p:cBhvr additive="repl">
                                        <p:cTn id="70" dur="500"/>
                                        <p:tgtEl>
                                          <p:spTgt spid="283"/>
                                        </p:tgtEl>
                                      </p:cBhvr>
                                    </p:animEffect>
                                    <p:set>
                                      <p:cBhvr>
                                        <p:cTn id="71" dur="1" fill="hold">
                                          <p:stCondLst>
                                            <p:cond delay="500"/>
                                          </p:stCondLst>
                                        </p:cTn>
                                        <p:tgtEl>
                                          <p:spTgt spid="283"/>
                                        </p:tgtEl>
                                        <p:attrNameLst>
                                          <p:attrName>style.visibility</p:attrName>
                                        </p:attrNameLst>
                                      </p:cBhvr>
                                      <p:to>
                                        <p:strVal val="hidden"/>
                                      </p:to>
                                    </p:set>
                                  </p:childTnLst>
                                </p:cTn>
                              </p:par>
                            </p:childTnLst>
                          </p:cTn>
                        </p:par>
                        <p:par>
                          <p:cTn id="72" fill="hold">
                            <p:stCondLst>
                              <p:cond delay="1500"/>
                            </p:stCondLst>
                            <p:childTnLst>
                              <p:par>
                                <p:cTn id="73" nodeType="afterEffect" fill="hold" presetClass="exit" presetID="10">
                                  <p:stCondLst>
                                    <p:cond delay="0"/>
                                  </p:stCondLst>
                                  <p:childTnLst>
                                    <p:animEffect filter="fade" transition="out">
                                      <p:cBhvr additive="repl">
                                        <p:cTn id="74" dur="500"/>
                                        <p:tgtEl>
                                          <p:spTgt spid="310"/>
                                        </p:tgtEl>
                                      </p:cBhvr>
                                    </p:animEffect>
                                    <p:set>
                                      <p:cBhvr>
                                        <p:cTn id="75" dur="1" fill="hold">
                                          <p:stCondLst>
                                            <p:cond delay="500"/>
                                          </p:stCondLst>
                                        </p:cTn>
                                        <p:tgtEl>
                                          <p:spTgt spid="31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Services</a:t>
            </a:r>
            <a:endParaRPr b="0" lang="en-US" sz="3200" strike="noStrike" u="none">
              <a:solidFill>
                <a:srgbClr val="000000"/>
              </a:solidFill>
              <a:effectLst/>
              <a:uFillTx/>
              <a:latin typeface="Arial"/>
            </a:endParaRPr>
          </a:p>
        </p:txBody>
      </p:sp>
      <p:sp>
        <p:nvSpPr>
          <p:cNvPr id="312" name="PlaceHolder 2"/>
          <p:cNvSpPr>
            <a:spLocks noGrp="1"/>
          </p:cNvSpPr>
          <p:nvPr>
            <p:ph type="sldNum" idx="4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4F22379-0F6C-4066-9F51-680DE3D4471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313" name="Google Shape;267;p25"/>
          <p:cNvGrpSpPr/>
          <p:nvPr/>
        </p:nvGrpSpPr>
        <p:grpSpPr>
          <a:xfrm>
            <a:off x="307080" y="3232080"/>
            <a:ext cx="1969200" cy="1054440"/>
            <a:chOff x="307080" y="3232080"/>
            <a:chExt cx="1969200" cy="1054440"/>
          </a:xfrm>
        </p:grpSpPr>
        <p:sp>
          <p:nvSpPr>
            <p:cNvPr id="314" name="Google Shape;268;p25"/>
            <p:cNvSpPr/>
            <p:nvPr/>
          </p:nvSpPr>
          <p:spPr>
            <a:xfrm>
              <a:off x="414720" y="3315240"/>
              <a:ext cx="1861560" cy="971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5" name="Google Shape;269;p25"/>
            <p:cNvSpPr/>
            <p:nvPr/>
          </p:nvSpPr>
          <p:spPr>
            <a:xfrm>
              <a:off x="307080" y="3232080"/>
              <a:ext cx="18615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Frontend</a:t>
              </a: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Service</a:t>
              </a:r>
              <a:endParaRPr b="0" lang="en-US" sz="1400" strike="noStrike" u="none">
                <a:solidFill>
                  <a:srgbClr val="000000"/>
                </a:solidFill>
                <a:effectLst/>
                <a:uFillTx/>
                <a:latin typeface="Arial"/>
              </a:endParaRPr>
            </a:p>
          </p:txBody>
        </p:sp>
      </p:grpSp>
      <p:grpSp>
        <p:nvGrpSpPr>
          <p:cNvPr id="316" name="Google Shape;270;p25"/>
          <p:cNvGrpSpPr/>
          <p:nvPr/>
        </p:nvGrpSpPr>
        <p:grpSpPr>
          <a:xfrm>
            <a:off x="3465720" y="2295000"/>
            <a:ext cx="1841040" cy="1011600"/>
            <a:chOff x="3465720" y="2295000"/>
            <a:chExt cx="1841040" cy="1011600"/>
          </a:xfrm>
        </p:grpSpPr>
        <p:sp>
          <p:nvSpPr>
            <p:cNvPr id="317" name="Google Shape;271;p25"/>
            <p:cNvSpPr/>
            <p:nvPr/>
          </p:nvSpPr>
          <p:spPr>
            <a:xfrm>
              <a:off x="3531600" y="2360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18" name="Google Shape;272;p25"/>
            <p:cNvGrpSpPr/>
            <p:nvPr/>
          </p:nvGrpSpPr>
          <p:grpSpPr>
            <a:xfrm>
              <a:off x="3465720" y="2295000"/>
              <a:ext cx="1775160" cy="946080"/>
              <a:chOff x="3465720" y="2295000"/>
              <a:chExt cx="1775160" cy="946080"/>
            </a:xfrm>
          </p:grpSpPr>
          <p:grpSp>
            <p:nvGrpSpPr>
              <p:cNvPr id="319" name="Google Shape;273;p25"/>
              <p:cNvGrpSpPr/>
              <p:nvPr/>
            </p:nvGrpSpPr>
            <p:grpSpPr>
              <a:xfrm>
                <a:off x="3465720" y="2295000"/>
                <a:ext cx="1775160" cy="946080"/>
                <a:chOff x="3465720" y="2295000"/>
                <a:chExt cx="1775160" cy="946080"/>
              </a:xfrm>
            </p:grpSpPr>
            <p:sp>
              <p:nvSpPr>
                <p:cNvPr id="320" name="Google Shape;274;p25"/>
                <p:cNvSpPr/>
                <p:nvPr/>
              </p:nvSpPr>
              <p:spPr>
                <a:xfrm>
                  <a:off x="3465720" y="2295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21" name="Google Shape;275;p25"/>
                <p:cNvSpPr/>
                <p:nvPr/>
              </p:nvSpPr>
              <p:spPr>
                <a:xfrm>
                  <a:off x="3705840" y="2421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2" name="Google Shape;276;p25"/>
                <p:cNvSpPr/>
                <p:nvPr/>
              </p:nvSpPr>
              <p:spPr>
                <a:xfrm>
                  <a:off x="3794400" y="2523600"/>
                  <a:ext cx="1117800" cy="371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23" name="Google Shape;277;p25"/>
              <p:cNvSpPr/>
              <p:nvPr/>
            </p:nvSpPr>
            <p:spPr>
              <a:xfrm>
                <a:off x="3965760" y="2963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24" name="Google Shape;278;p25"/>
          <p:cNvGrpSpPr/>
          <p:nvPr/>
        </p:nvGrpSpPr>
        <p:grpSpPr>
          <a:xfrm>
            <a:off x="6936480" y="3232080"/>
            <a:ext cx="1969200" cy="1054440"/>
            <a:chOff x="6936480" y="3232080"/>
            <a:chExt cx="1969200" cy="1054440"/>
          </a:xfrm>
        </p:grpSpPr>
        <p:sp>
          <p:nvSpPr>
            <p:cNvPr id="325" name="Google Shape;279;p25"/>
            <p:cNvSpPr/>
            <p:nvPr/>
          </p:nvSpPr>
          <p:spPr>
            <a:xfrm>
              <a:off x="7044120" y="3315240"/>
              <a:ext cx="1861560" cy="971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6" name="Google Shape;280;p25"/>
            <p:cNvSpPr/>
            <p:nvPr/>
          </p:nvSpPr>
          <p:spPr>
            <a:xfrm>
              <a:off x="6936480" y="3232080"/>
              <a:ext cx="18615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Backend</a:t>
              </a: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Service</a:t>
              </a:r>
              <a:endParaRPr b="0" lang="en-US" sz="1400" strike="noStrike" u="none">
                <a:solidFill>
                  <a:srgbClr val="000000"/>
                </a:solidFill>
                <a:effectLst/>
                <a:uFillTx/>
                <a:latin typeface="Arial"/>
              </a:endParaRPr>
            </a:p>
          </p:txBody>
        </p:sp>
      </p:grpSp>
      <p:grpSp>
        <p:nvGrpSpPr>
          <p:cNvPr id="327" name="Google Shape;281;p25"/>
          <p:cNvGrpSpPr/>
          <p:nvPr/>
        </p:nvGrpSpPr>
        <p:grpSpPr>
          <a:xfrm>
            <a:off x="3465720" y="3438000"/>
            <a:ext cx="1841040" cy="1011600"/>
            <a:chOff x="3465720" y="3438000"/>
            <a:chExt cx="1841040" cy="1011600"/>
          </a:xfrm>
        </p:grpSpPr>
        <p:sp>
          <p:nvSpPr>
            <p:cNvPr id="328" name="Google Shape;282;p25"/>
            <p:cNvSpPr/>
            <p:nvPr/>
          </p:nvSpPr>
          <p:spPr>
            <a:xfrm>
              <a:off x="3531600" y="3503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29" name="Google Shape;283;p25"/>
            <p:cNvGrpSpPr/>
            <p:nvPr/>
          </p:nvGrpSpPr>
          <p:grpSpPr>
            <a:xfrm>
              <a:off x="3465720" y="3438000"/>
              <a:ext cx="1775160" cy="946080"/>
              <a:chOff x="3465720" y="3438000"/>
              <a:chExt cx="1775160" cy="946080"/>
            </a:xfrm>
          </p:grpSpPr>
          <p:grpSp>
            <p:nvGrpSpPr>
              <p:cNvPr id="330" name="Google Shape;284;p25"/>
              <p:cNvGrpSpPr/>
              <p:nvPr/>
            </p:nvGrpSpPr>
            <p:grpSpPr>
              <a:xfrm>
                <a:off x="3465720" y="3438000"/>
                <a:ext cx="1775160" cy="946080"/>
                <a:chOff x="3465720" y="3438000"/>
                <a:chExt cx="1775160" cy="946080"/>
              </a:xfrm>
            </p:grpSpPr>
            <p:sp>
              <p:nvSpPr>
                <p:cNvPr id="331" name="Google Shape;285;p25"/>
                <p:cNvSpPr/>
                <p:nvPr/>
              </p:nvSpPr>
              <p:spPr>
                <a:xfrm>
                  <a:off x="3465720" y="3438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32" name="Google Shape;286;p25"/>
                <p:cNvSpPr/>
                <p:nvPr/>
              </p:nvSpPr>
              <p:spPr>
                <a:xfrm>
                  <a:off x="3705840" y="3564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3" name="Google Shape;287;p25"/>
                <p:cNvSpPr/>
                <p:nvPr/>
              </p:nvSpPr>
              <p:spPr>
                <a:xfrm>
                  <a:off x="3794400" y="3666600"/>
                  <a:ext cx="1117800" cy="371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34" name="Google Shape;288;p25"/>
              <p:cNvSpPr/>
              <p:nvPr/>
            </p:nvSpPr>
            <p:spPr>
              <a:xfrm>
                <a:off x="3965760" y="4106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35" name="Google Shape;289;p25"/>
          <p:cNvGrpSpPr/>
          <p:nvPr/>
        </p:nvGrpSpPr>
        <p:grpSpPr>
          <a:xfrm>
            <a:off x="3465720" y="4581000"/>
            <a:ext cx="1841040" cy="1011600"/>
            <a:chOff x="3465720" y="4581000"/>
            <a:chExt cx="1841040" cy="1011600"/>
          </a:xfrm>
        </p:grpSpPr>
        <p:sp>
          <p:nvSpPr>
            <p:cNvPr id="336" name="Google Shape;290;p25"/>
            <p:cNvSpPr/>
            <p:nvPr/>
          </p:nvSpPr>
          <p:spPr>
            <a:xfrm>
              <a:off x="3531600" y="4646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37" name="Google Shape;291;p25"/>
            <p:cNvGrpSpPr/>
            <p:nvPr/>
          </p:nvGrpSpPr>
          <p:grpSpPr>
            <a:xfrm>
              <a:off x="3465720" y="4581000"/>
              <a:ext cx="1775160" cy="946080"/>
              <a:chOff x="3465720" y="4581000"/>
              <a:chExt cx="1775160" cy="946080"/>
            </a:xfrm>
          </p:grpSpPr>
          <p:grpSp>
            <p:nvGrpSpPr>
              <p:cNvPr id="338" name="Google Shape;292;p25"/>
              <p:cNvGrpSpPr/>
              <p:nvPr/>
            </p:nvGrpSpPr>
            <p:grpSpPr>
              <a:xfrm>
                <a:off x="3465720" y="4581000"/>
                <a:ext cx="1775160" cy="946080"/>
                <a:chOff x="3465720" y="4581000"/>
                <a:chExt cx="1775160" cy="946080"/>
              </a:xfrm>
            </p:grpSpPr>
            <p:sp>
              <p:nvSpPr>
                <p:cNvPr id="339" name="Google Shape;293;p25"/>
                <p:cNvSpPr/>
                <p:nvPr/>
              </p:nvSpPr>
              <p:spPr>
                <a:xfrm>
                  <a:off x="3465720" y="4581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40" name="Google Shape;294;p25"/>
                <p:cNvSpPr/>
                <p:nvPr/>
              </p:nvSpPr>
              <p:spPr>
                <a:xfrm>
                  <a:off x="3705840" y="4707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1" name="Google Shape;295;p25"/>
                <p:cNvSpPr/>
                <p:nvPr/>
              </p:nvSpPr>
              <p:spPr>
                <a:xfrm>
                  <a:off x="3794400" y="4809600"/>
                  <a:ext cx="1117800" cy="371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42" name="Google Shape;296;p25"/>
              <p:cNvSpPr/>
              <p:nvPr/>
            </p:nvSpPr>
            <p:spPr>
              <a:xfrm>
                <a:off x="3965760" y="5249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43" name="Google Shape;297;p25"/>
          <p:cNvGrpSpPr/>
          <p:nvPr/>
        </p:nvGrpSpPr>
        <p:grpSpPr>
          <a:xfrm>
            <a:off x="10171440" y="2295000"/>
            <a:ext cx="1840680" cy="1011600"/>
            <a:chOff x="10171440" y="2295000"/>
            <a:chExt cx="1840680" cy="1011600"/>
          </a:xfrm>
        </p:grpSpPr>
        <p:sp>
          <p:nvSpPr>
            <p:cNvPr id="344" name="Google Shape;298;p25"/>
            <p:cNvSpPr/>
            <p:nvPr/>
          </p:nvSpPr>
          <p:spPr>
            <a:xfrm>
              <a:off x="10236960" y="2360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45" name="Google Shape;299;p25"/>
            <p:cNvGrpSpPr/>
            <p:nvPr/>
          </p:nvGrpSpPr>
          <p:grpSpPr>
            <a:xfrm>
              <a:off x="10171440" y="2295000"/>
              <a:ext cx="1775160" cy="946080"/>
              <a:chOff x="10171440" y="2295000"/>
              <a:chExt cx="1775160" cy="946080"/>
            </a:xfrm>
          </p:grpSpPr>
          <p:grpSp>
            <p:nvGrpSpPr>
              <p:cNvPr id="346" name="Google Shape;300;p25"/>
              <p:cNvGrpSpPr/>
              <p:nvPr/>
            </p:nvGrpSpPr>
            <p:grpSpPr>
              <a:xfrm>
                <a:off x="10171440" y="2295000"/>
                <a:ext cx="1775160" cy="946080"/>
                <a:chOff x="10171440" y="2295000"/>
                <a:chExt cx="1775160" cy="946080"/>
              </a:xfrm>
            </p:grpSpPr>
            <p:sp>
              <p:nvSpPr>
                <p:cNvPr id="347" name="Google Shape;301;p25"/>
                <p:cNvSpPr/>
                <p:nvPr/>
              </p:nvSpPr>
              <p:spPr>
                <a:xfrm>
                  <a:off x="10171440" y="2295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48" name="Google Shape;302;p25"/>
                <p:cNvSpPr/>
                <p:nvPr/>
              </p:nvSpPr>
              <p:spPr>
                <a:xfrm>
                  <a:off x="10411200" y="2421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9" name="Google Shape;303;p25"/>
                <p:cNvSpPr/>
                <p:nvPr/>
              </p:nvSpPr>
              <p:spPr>
                <a:xfrm>
                  <a:off x="10500120" y="2523600"/>
                  <a:ext cx="1117800" cy="37188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bf9000"/>
                      </a:solidFill>
                      <a:effectLst/>
                      <a:uFillTx/>
                      <a:latin typeface="Arial"/>
                      <a:ea typeface="Arial"/>
                    </a:rPr>
                    <a:t>App</a:t>
                  </a:r>
                  <a:endParaRPr b="0" lang="en-US" sz="1800" strike="noStrike" u="none">
                    <a:solidFill>
                      <a:srgbClr val="000000"/>
                    </a:solidFill>
                    <a:effectLst/>
                    <a:uFillTx/>
                    <a:latin typeface="Arial"/>
                  </a:endParaRPr>
                </a:p>
              </p:txBody>
            </p:sp>
          </p:grpSp>
          <p:sp>
            <p:nvSpPr>
              <p:cNvPr id="350" name="Google Shape;304;p25"/>
              <p:cNvSpPr/>
              <p:nvPr/>
            </p:nvSpPr>
            <p:spPr>
              <a:xfrm>
                <a:off x="10671480" y="2963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51" name="Google Shape;305;p25"/>
          <p:cNvGrpSpPr/>
          <p:nvPr/>
        </p:nvGrpSpPr>
        <p:grpSpPr>
          <a:xfrm>
            <a:off x="10171440" y="3438000"/>
            <a:ext cx="1840680" cy="1011600"/>
            <a:chOff x="10171440" y="3438000"/>
            <a:chExt cx="1840680" cy="1011600"/>
          </a:xfrm>
        </p:grpSpPr>
        <p:sp>
          <p:nvSpPr>
            <p:cNvPr id="352" name="Google Shape;306;p25"/>
            <p:cNvSpPr/>
            <p:nvPr/>
          </p:nvSpPr>
          <p:spPr>
            <a:xfrm>
              <a:off x="10236960" y="3503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53" name="Google Shape;307;p25"/>
            <p:cNvGrpSpPr/>
            <p:nvPr/>
          </p:nvGrpSpPr>
          <p:grpSpPr>
            <a:xfrm>
              <a:off x="10171440" y="3438000"/>
              <a:ext cx="1775160" cy="946080"/>
              <a:chOff x="10171440" y="3438000"/>
              <a:chExt cx="1775160" cy="946080"/>
            </a:xfrm>
          </p:grpSpPr>
          <p:grpSp>
            <p:nvGrpSpPr>
              <p:cNvPr id="354" name="Google Shape;308;p25"/>
              <p:cNvGrpSpPr/>
              <p:nvPr/>
            </p:nvGrpSpPr>
            <p:grpSpPr>
              <a:xfrm>
                <a:off x="10171440" y="3438000"/>
                <a:ext cx="1775160" cy="946080"/>
                <a:chOff x="10171440" y="3438000"/>
                <a:chExt cx="1775160" cy="946080"/>
              </a:xfrm>
            </p:grpSpPr>
            <p:sp>
              <p:nvSpPr>
                <p:cNvPr id="355" name="Google Shape;309;p25"/>
                <p:cNvSpPr/>
                <p:nvPr/>
              </p:nvSpPr>
              <p:spPr>
                <a:xfrm>
                  <a:off x="10171440" y="3438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6" name="Google Shape;310;p25"/>
                <p:cNvSpPr/>
                <p:nvPr/>
              </p:nvSpPr>
              <p:spPr>
                <a:xfrm>
                  <a:off x="10411200" y="3564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7" name="Google Shape;311;p25"/>
                <p:cNvSpPr/>
                <p:nvPr/>
              </p:nvSpPr>
              <p:spPr>
                <a:xfrm>
                  <a:off x="10500120" y="3666600"/>
                  <a:ext cx="1117800" cy="37188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bf9000"/>
                      </a:solidFill>
                      <a:effectLst/>
                      <a:uFillTx/>
                      <a:latin typeface="Arial"/>
                      <a:ea typeface="Arial"/>
                    </a:rPr>
                    <a:t>App</a:t>
                  </a:r>
                  <a:endParaRPr b="0" lang="en-US" sz="1800" strike="noStrike" u="none">
                    <a:solidFill>
                      <a:srgbClr val="000000"/>
                    </a:solidFill>
                    <a:effectLst/>
                    <a:uFillTx/>
                    <a:latin typeface="Arial"/>
                  </a:endParaRPr>
                </a:p>
              </p:txBody>
            </p:sp>
          </p:grpSp>
          <p:sp>
            <p:nvSpPr>
              <p:cNvPr id="358" name="Google Shape;312;p25"/>
              <p:cNvSpPr/>
              <p:nvPr/>
            </p:nvSpPr>
            <p:spPr>
              <a:xfrm>
                <a:off x="10671480" y="4106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359" name="Google Shape;313;p25"/>
          <p:cNvGrpSpPr/>
          <p:nvPr/>
        </p:nvGrpSpPr>
        <p:grpSpPr>
          <a:xfrm>
            <a:off x="10171440" y="4581000"/>
            <a:ext cx="1840680" cy="1011600"/>
            <a:chOff x="10171440" y="4581000"/>
            <a:chExt cx="1840680" cy="1011600"/>
          </a:xfrm>
        </p:grpSpPr>
        <p:sp>
          <p:nvSpPr>
            <p:cNvPr id="360" name="Google Shape;314;p25"/>
            <p:cNvSpPr/>
            <p:nvPr/>
          </p:nvSpPr>
          <p:spPr>
            <a:xfrm>
              <a:off x="10236960" y="4646520"/>
              <a:ext cx="1775160" cy="946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61" name="Google Shape;315;p25"/>
            <p:cNvGrpSpPr/>
            <p:nvPr/>
          </p:nvGrpSpPr>
          <p:grpSpPr>
            <a:xfrm>
              <a:off x="10171440" y="4581000"/>
              <a:ext cx="1775160" cy="946080"/>
              <a:chOff x="10171440" y="4581000"/>
              <a:chExt cx="1775160" cy="946080"/>
            </a:xfrm>
          </p:grpSpPr>
          <p:grpSp>
            <p:nvGrpSpPr>
              <p:cNvPr id="362" name="Google Shape;316;p25"/>
              <p:cNvGrpSpPr/>
              <p:nvPr/>
            </p:nvGrpSpPr>
            <p:grpSpPr>
              <a:xfrm>
                <a:off x="10171440" y="4581000"/>
                <a:ext cx="1775160" cy="946080"/>
                <a:chOff x="10171440" y="4581000"/>
                <a:chExt cx="1775160" cy="946080"/>
              </a:xfrm>
            </p:grpSpPr>
            <p:sp>
              <p:nvSpPr>
                <p:cNvPr id="363" name="Google Shape;317;p25"/>
                <p:cNvSpPr/>
                <p:nvPr/>
              </p:nvSpPr>
              <p:spPr>
                <a:xfrm>
                  <a:off x="10171440" y="4581000"/>
                  <a:ext cx="1775160" cy="94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64" name="Google Shape;318;p25"/>
                <p:cNvSpPr/>
                <p:nvPr/>
              </p:nvSpPr>
              <p:spPr>
                <a:xfrm>
                  <a:off x="10411200" y="4707000"/>
                  <a:ext cx="1292760" cy="5414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5" name="Google Shape;319;p25"/>
                <p:cNvSpPr/>
                <p:nvPr/>
              </p:nvSpPr>
              <p:spPr>
                <a:xfrm>
                  <a:off x="10500120" y="4809600"/>
                  <a:ext cx="1117800" cy="37188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70640" bIns="170640" anchor="ctr">
                  <a:noAutofit/>
                </a:bodyPr>
                <a:p>
                  <a:pPr algn="ctr">
                    <a:lnSpc>
                      <a:spcPct val="100000"/>
                    </a:lnSpc>
                    <a:tabLst>
                      <a:tab algn="l" pos="0"/>
                    </a:tabLst>
                  </a:pPr>
                  <a:r>
                    <a:rPr b="1" lang="en-US" sz="1800" strike="noStrike" u="none">
                      <a:solidFill>
                        <a:srgbClr val="bf9000"/>
                      </a:solidFill>
                      <a:effectLst/>
                      <a:uFillTx/>
                      <a:latin typeface="Arial"/>
                      <a:ea typeface="Arial"/>
                    </a:rPr>
                    <a:t>App</a:t>
                  </a:r>
                  <a:endParaRPr b="0" lang="en-US" sz="1800" strike="noStrike" u="none">
                    <a:solidFill>
                      <a:srgbClr val="000000"/>
                    </a:solidFill>
                    <a:effectLst/>
                    <a:uFillTx/>
                    <a:latin typeface="Arial"/>
                  </a:endParaRPr>
                </a:p>
              </p:txBody>
            </p:sp>
          </p:grpSp>
          <p:sp>
            <p:nvSpPr>
              <p:cNvPr id="366" name="Google Shape;320;p25"/>
              <p:cNvSpPr/>
              <p:nvPr/>
            </p:nvSpPr>
            <p:spPr>
              <a:xfrm>
                <a:off x="10671480" y="5249160"/>
                <a:ext cx="775080" cy="277560"/>
              </a:xfrm>
              <a:prstGeom prst="rect">
                <a:avLst/>
              </a:prstGeom>
              <a:noFill/>
              <a:ln w="0">
                <a:noFill/>
              </a:ln>
            </p:spPr>
            <p:style>
              <a:lnRef idx="0"/>
              <a:fillRef idx="0"/>
              <a:effectRef idx="0"/>
              <a:fontRef idx="minor"/>
            </p:style>
            <p:txBody>
              <a:bodyPr lIns="90000" rIns="90000" tIns="138960" bIns="1389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sp>
        <p:nvSpPr>
          <p:cNvPr id="367" name="Google Shape;321;p25"/>
          <p:cNvSpPr/>
          <p:nvPr/>
        </p:nvSpPr>
        <p:spPr>
          <a:xfrm>
            <a:off x="2169360" y="3718080"/>
            <a:ext cx="1623960" cy="117360"/>
          </a:xfrm>
          <a:custGeom>
            <a:avLst/>
            <a:gdLst>
              <a:gd name="textAreaLeft" fmla="*/ 0 w 1623960"/>
              <a:gd name="textAreaRight" fmla="*/ 1624320 w 1623960"/>
              <a:gd name="textAreaTop" fmla="*/ 0 h 117360"/>
              <a:gd name="textAreaBottom" fmla="*/ 117720 h 1173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8" name="Google Shape;323;p25"/>
          <p:cNvSpPr/>
          <p:nvPr/>
        </p:nvSpPr>
        <p:spPr>
          <a:xfrm flipH="1" rot="10800000">
            <a:off x="2169720" y="2710440"/>
            <a:ext cx="1623960" cy="1007640"/>
          </a:xfrm>
          <a:custGeom>
            <a:avLst/>
            <a:gdLst>
              <a:gd name="textAreaLeft" fmla="*/ -360 w 1623960"/>
              <a:gd name="textAreaRight" fmla="*/ 1623960 w 1623960"/>
              <a:gd name="textAreaTop" fmla="*/ 0 h 1007640"/>
              <a:gd name="textAreaBottom" fmla="*/ 1008000 h 10076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9" name="Google Shape;324;p25"/>
          <p:cNvSpPr/>
          <p:nvPr/>
        </p:nvSpPr>
        <p:spPr>
          <a:xfrm>
            <a:off x="2169360" y="3718080"/>
            <a:ext cx="1623960" cy="1276920"/>
          </a:xfrm>
          <a:custGeom>
            <a:avLst/>
            <a:gdLst>
              <a:gd name="textAreaLeft" fmla="*/ 0 w 1623960"/>
              <a:gd name="textAreaRight" fmla="*/ 1624320 w 1623960"/>
              <a:gd name="textAreaTop" fmla="*/ 0 h 1276920"/>
              <a:gd name="textAreaBottom" fmla="*/ 1277280 h 1276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0" name="Google Shape;325;p25"/>
          <p:cNvSpPr/>
          <p:nvPr/>
        </p:nvSpPr>
        <p:spPr>
          <a:xfrm>
            <a:off x="8799120" y="3718080"/>
            <a:ext cx="1700280" cy="133920"/>
          </a:xfrm>
          <a:custGeom>
            <a:avLst/>
            <a:gdLst>
              <a:gd name="textAreaLeft" fmla="*/ 0 w 1700280"/>
              <a:gd name="textAreaRight" fmla="*/ 1700640 w 1700280"/>
              <a:gd name="textAreaTop" fmla="*/ 0 h 133920"/>
              <a:gd name="textAreaBottom" fmla="*/ 134280 h 133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1" name="Google Shape;326;p25"/>
          <p:cNvSpPr/>
          <p:nvPr/>
        </p:nvSpPr>
        <p:spPr>
          <a:xfrm flipH="1" rot="10800000">
            <a:off x="8799120" y="2710440"/>
            <a:ext cx="1700280" cy="1007640"/>
          </a:xfrm>
          <a:custGeom>
            <a:avLst/>
            <a:gdLst>
              <a:gd name="textAreaLeft" fmla="*/ -360 w 1700280"/>
              <a:gd name="textAreaRight" fmla="*/ 1700280 w 1700280"/>
              <a:gd name="textAreaTop" fmla="*/ 0 h 1007640"/>
              <a:gd name="textAreaBottom" fmla="*/ 1008000 h 10076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2" name="Google Shape;327;p25"/>
          <p:cNvSpPr/>
          <p:nvPr/>
        </p:nvSpPr>
        <p:spPr>
          <a:xfrm>
            <a:off x="8799120" y="3718080"/>
            <a:ext cx="1700280" cy="1276920"/>
          </a:xfrm>
          <a:custGeom>
            <a:avLst/>
            <a:gdLst>
              <a:gd name="textAreaLeft" fmla="*/ 0 w 1700280"/>
              <a:gd name="textAreaRight" fmla="*/ 1700640 w 1700280"/>
              <a:gd name="textAreaTop" fmla="*/ 0 h 1276920"/>
              <a:gd name="textAreaBottom" fmla="*/ 1277280 h 1276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3" name="Google Shape;328;p25"/>
          <p:cNvSpPr/>
          <p:nvPr/>
        </p:nvSpPr>
        <p:spPr>
          <a:xfrm>
            <a:off x="4912920" y="2709720"/>
            <a:ext cx="2022840" cy="1007640"/>
          </a:xfrm>
          <a:custGeom>
            <a:avLst/>
            <a:gdLst>
              <a:gd name="textAreaLeft" fmla="*/ 0 w 2022840"/>
              <a:gd name="textAreaRight" fmla="*/ 2023200 w 2022840"/>
              <a:gd name="textAreaTop" fmla="*/ 0 h 1007640"/>
              <a:gd name="textAreaBottom" fmla="*/ 1008000 h 10076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4" name="Google Shape;329;p25"/>
          <p:cNvSpPr/>
          <p:nvPr/>
        </p:nvSpPr>
        <p:spPr>
          <a:xfrm flipH="1" rot="10800000">
            <a:off x="4912920" y="3718800"/>
            <a:ext cx="2022840" cy="133920"/>
          </a:xfrm>
          <a:custGeom>
            <a:avLst/>
            <a:gdLst>
              <a:gd name="textAreaLeft" fmla="*/ -360 w 2022840"/>
              <a:gd name="textAreaRight" fmla="*/ 2022840 w 2022840"/>
              <a:gd name="textAreaTop" fmla="*/ 0 h 133920"/>
              <a:gd name="textAreaBottom" fmla="*/ 134280 h 133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5" name="Google Shape;330;p25"/>
          <p:cNvSpPr/>
          <p:nvPr/>
        </p:nvSpPr>
        <p:spPr>
          <a:xfrm flipH="1" rot="10800000">
            <a:off x="4912920" y="3718800"/>
            <a:ext cx="2022840" cy="1276920"/>
          </a:xfrm>
          <a:custGeom>
            <a:avLst/>
            <a:gdLst>
              <a:gd name="textAreaLeft" fmla="*/ -360 w 2022840"/>
              <a:gd name="textAreaRight" fmla="*/ 2022840 w 2022840"/>
              <a:gd name="textAreaTop" fmla="*/ 0 h 1276920"/>
              <a:gd name="textAreaBottom" fmla="*/ 1277280 h 1276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76" name="Google Shape;336;p26"/>
          <p:cNvGrpSpPr/>
          <p:nvPr/>
        </p:nvGrpSpPr>
        <p:grpSpPr>
          <a:xfrm>
            <a:off x="6289200" y="1719360"/>
            <a:ext cx="5217840" cy="1792440"/>
            <a:chOff x="6289200" y="1719360"/>
            <a:chExt cx="5217840" cy="1792440"/>
          </a:xfrm>
        </p:grpSpPr>
        <p:sp>
          <p:nvSpPr>
            <p:cNvPr id="377" name="Google Shape;337;p26"/>
            <p:cNvSpPr/>
            <p:nvPr/>
          </p:nvSpPr>
          <p:spPr>
            <a:xfrm>
              <a:off x="6384600" y="1763640"/>
              <a:ext cx="5122440" cy="17481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378" name="Google Shape;338;p26"/>
            <p:cNvSpPr/>
            <p:nvPr/>
          </p:nvSpPr>
          <p:spPr>
            <a:xfrm>
              <a:off x="6289200" y="1719360"/>
              <a:ext cx="5122440" cy="174816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379"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Service - LoadBalancer</a:t>
            </a:r>
            <a:endParaRPr b="0" lang="en-US" sz="3200" strike="noStrike" u="none">
              <a:solidFill>
                <a:srgbClr val="000000"/>
              </a:solidFill>
              <a:effectLst/>
              <a:uFillTx/>
              <a:latin typeface="Arial"/>
            </a:endParaRPr>
          </a:p>
        </p:txBody>
      </p:sp>
      <p:sp>
        <p:nvSpPr>
          <p:cNvPr id="380" name="PlaceHolder 2"/>
          <p:cNvSpPr>
            <a:spLocks noGrp="1"/>
          </p:cNvSpPr>
          <p:nvPr>
            <p:ph type="sldNum" idx="4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ACAFAFA-CBE2-4C36-85BA-70062F5E595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381" name="Google Shape;341;p26"/>
          <p:cNvGrpSpPr/>
          <p:nvPr/>
        </p:nvGrpSpPr>
        <p:grpSpPr>
          <a:xfrm>
            <a:off x="2679120" y="1902600"/>
            <a:ext cx="3006000" cy="1573920"/>
            <a:chOff x="2679120" y="1902600"/>
            <a:chExt cx="3006000" cy="1573920"/>
          </a:xfrm>
        </p:grpSpPr>
        <p:sp>
          <p:nvSpPr>
            <p:cNvPr id="382" name="Google Shape;342;p26"/>
            <p:cNvSpPr/>
            <p:nvPr/>
          </p:nvSpPr>
          <p:spPr>
            <a:xfrm>
              <a:off x="2771280" y="1956240"/>
              <a:ext cx="2913840" cy="1520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3" name="Google Shape;343;p26"/>
            <p:cNvSpPr/>
            <p:nvPr/>
          </p:nvSpPr>
          <p:spPr>
            <a:xfrm>
              <a:off x="2679120" y="1902600"/>
              <a:ext cx="2913840" cy="1520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Service</a:t>
              </a:r>
              <a:endParaRPr b="0" lang="en-US" sz="1400" strike="noStrike" u="none">
                <a:solidFill>
                  <a:srgbClr val="000000"/>
                </a:solidFill>
                <a:effectLst/>
                <a:uFillTx/>
                <a:latin typeface="Arial"/>
              </a:endParaRPr>
            </a:p>
          </p:txBody>
        </p:sp>
      </p:grpSp>
      <p:pic>
        <p:nvPicPr>
          <p:cNvPr id="384" name="Google Shape;344;p26" descr=""/>
          <p:cNvPicPr/>
          <p:nvPr/>
        </p:nvPicPr>
        <p:blipFill>
          <a:blip r:embed="rId1"/>
          <a:stretch/>
        </p:blipFill>
        <p:spPr>
          <a:xfrm>
            <a:off x="378000" y="1902600"/>
            <a:ext cx="1166400" cy="1166400"/>
          </a:xfrm>
          <a:prstGeom prst="rect">
            <a:avLst/>
          </a:prstGeom>
          <a:noFill/>
          <a:ln w="0">
            <a:noFill/>
          </a:ln>
        </p:spPr>
      </p:pic>
      <p:sp>
        <p:nvSpPr>
          <p:cNvPr id="385" name="Google Shape;345;p26"/>
          <p:cNvSpPr/>
          <p:nvPr/>
        </p:nvSpPr>
        <p:spPr>
          <a:xfrm>
            <a:off x="1545120" y="2486160"/>
            <a:ext cx="852840" cy="150480"/>
          </a:xfrm>
          <a:custGeom>
            <a:avLst/>
            <a:gdLst>
              <a:gd name="textAreaLeft" fmla="*/ 0 w 852840"/>
              <a:gd name="textAreaRight" fmla="*/ 853200 w 852840"/>
              <a:gd name="textAreaTop" fmla="*/ 0 h 150480"/>
              <a:gd name="textAreaBottom" fmla="*/ 150840 h 15048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86" name="Google Shape;347;p26"/>
          <p:cNvGrpSpPr/>
          <p:nvPr/>
        </p:nvGrpSpPr>
        <p:grpSpPr>
          <a:xfrm>
            <a:off x="8380080" y="1823760"/>
            <a:ext cx="2881440" cy="1583640"/>
            <a:chOff x="8380080" y="1823760"/>
            <a:chExt cx="2881440" cy="1583640"/>
          </a:xfrm>
        </p:grpSpPr>
        <p:sp>
          <p:nvSpPr>
            <p:cNvPr id="387" name="Google Shape;348;p26"/>
            <p:cNvSpPr/>
            <p:nvPr/>
          </p:nvSpPr>
          <p:spPr>
            <a:xfrm>
              <a:off x="8483040" y="1926360"/>
              <a:ext cx="2778480" cy="14810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388" name="Google Shape;349;p26"/>
            <p:cNvGrpSpPr/>
            <p:nvPr/>
          </p:nvGrpSpPr>
          <p:grpSpPr>
            <a:xfrm>
              <a:off x="8380080" y="1823760"/>
              <a:ext cx="2778480" cy="1481040"/>
              <a:chOff x="8380080" y="1823760"/>
              <a:chExt cx="2778480" cy="1481040"/>
            </a:xfrm>
          </p:grpSpPr>
          <p:grpSp>
            <p:nvGrpSpPr>
              <p:cNvPr id="389" name="Google Shape;350;p26"/>
              <p:cNvGrpSpPr/>
              <p:nvPr/>
            </p:nvGrpSpPr>
            <p:grpSpPr>
              <a:xfrm>
                <a:off x="8380080" y="1823760"/>
                <a:ext cx="2778480" cy="1481040"/>
                <a:chOff x="8380080" y="1823760"/>
                <a:chExt cx="2778480" cy="1481040"/>
              </a:xfrm>
            </p:grpSpPr>
            <p:sp>
              <p:nvSpPr>
                <p:cNvPr id="390" name="Google Shape;351;p26"/>
                <p:cNvSpPr/>
                <p:nvPr/>
              </p:nvSpPr>
              <p:spPr>
                <a:xfrm>
                  <a:off x="8380080" y="1823760"/>
                  <a:ext cx="2778480" cy="14810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91" name="Google Shape;352;p26"/>
                <p:cNvSpPr/>
                <p:nvPr/>
              </p:nvSpPr>
              <p:spPr>
                <a:xfrm>
                  <a:off x="8755920" y="2021040"/>
                  <a:ext cx="2023560" cy="8478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392" name="Google Shape;353;p26"/>
                <p:cNvSpPr/>
                <p:nvPr/>
              </p:nvSpPr>
              <p:spPr>
                <a:xfrm>
                  <a:off x="8894520" y="2353320"/>
                  <a:ext cx="1749960" cy="410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93" name="Google Shape;354;p26"/>
              <p:cNvSpPr/>
              <p:nvPr/>
            </p:nvSpPr>
            <p:spPr>
              <a:xfrm>
                <a:off x="9162720" y="2869560"/>
                <a:ext cx="1213200" cy="434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sp>
        <p:nvSpPr>
          <p:cNvPr id="394" name="Google Shape;355;p26"/>
          <p:cNvSpPr/>
          <p:nvPr/>
        </p:nvSpPr>
        <p:spPr>
          <a:xfrm rot="16200000">
            <a:off x="7842600" y="2467440"/>
            <a:ext cx="1110600" cy="297720"/>
          </a:xfrm>
          <a:prstGeom prst="rect">
            <a:avLst/>
          </a:prstGeom>
          <a:solidFill>
            <a:schemeClr val="lt2"/>
          </a:solidFill>
          <a:ln w="9525">
            <a:solidFill>
              <a:srgbClr val="44546a"/>
            </a:solidFill>
            <a:round/>
          </a:ln>
        </p:spPr>
        <p:style>
          <a:lnRef idx="0"/>
          <a:fillRef idx="0"/>
          <a:effectRef idx="0"/>
          <a:fontRef idx="minor"/>
        </p:style>
        <p:txBody>
          <a:bodyPr lIns="90000" rIns="90000" tIns="149040" bIns="149040" anchor="ctr">
            <a:noAutofit/>
          </a:bodyPr>
          <a:p>
            <a:pPr>
              <a:lnSpc>
                <a:spcPct val="100000"/>
              </a:lnSpc>
              <a:tabLst>
                <a:tab algn="l" pos="0"/>
              </a:tabLst>
            </a:pPr>
            <a:r>
              <a:rPr b="0" lang="en-US" sz="1400" strike="noStrike" u="none">
                <a:solidFill>
                  <a:srgbClr val="000000"/>
                </a:solidFill>
                <a:effectLst/>
                <a:uFillTx/>
                <a:latin typeface="Arial"/>
                <a:ea typeface="Arial"/>
              </a:rPr>
              <a:t>10.0.1.1:80</a:t>
            </a:r>
            <a:endParaRPr b="0" lang="en-US" sz="1400" strike="noStrike" u="none">
              <a:solidFill>
                <a:srgbClr val="000000"/>
              </a:solidFill>
              <a:effectLst/>
              <a:uFillTx/>
              <a:latin typeface="Arial"/>
            </a:endParaRPr>
          </a:p>
        </p:txBody>
      </p:sp>
      <p:sp>
        <p:nvSpPr>
          <p:cNvPr id="395" name="Google Shape;356;p26"/>
          <p:cNvSpPr/>
          <p:nvPr/>
        </p:nvSpPr>
        <p:spPr>
          <a:xfrm>
            <a:off x="199440" y="3363480"/>
            <a:ext cx="2198160" cy="291996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Consolas"/>
                <a:ea typeface="Consolas"/>
              </a:rPr>
              <a:t>apiVersion: v1</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kind: Service</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metadata:</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name: myservice</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spec:</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selector:</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app: MyApp</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version: v1</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type: LoadBalancer</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ports:</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 port: 80</a:t>
            </a:r>
            <a:endParaRPr b="0" lang="en-US" sz="1400" strike="noStrike" u="none">
              <a:solidFill>
                <a:srgbClr val="000000"/>
              </a:solidFill>
              <a:effectLst/>
              <a:uFillTx/>
              <a:latin typeface="Arial"/>
            </a:endParaRPr>
          </a:p>
          <a:p>
            <a:pPr>
              <a:lnSpc>
                <a:spcPct val="100000"/>
              </a:lnSpc>
              <a:tabLst>
                <a:tab algn="l" pos="0"/>
              </a:tabLst>
            </a:pPr>
            <a:r>
              <a:rPr b="0" lang="en-US" sz="1400" strike="noStrike" u="none">
                <a:solidFill>
                  <a:srgbClr val="000000"/>
                </a:solidFill>
                <a:effectLst/>
                <a:uFillTx/>
                <a:latin typeface="Consolas"/>
                <a:ea typeface="Consolas"/>
              </a:rPr>
              <a:t>    targetPort: 80</a:t>
            </a:r>
            <a:endParaRPr b="0" lang="en-US" sz="1400" strike="noStrike" u="none">
              <a:solidFill>
                <a:srgbClr val="000000"/>
              </a:solidFill>
              <a:effectLst/>
              <a:uFillTx/>
              <a:latin typeface="Arial"/>
            </a:endParaRPr>
          </a:p>
        </p:txBody>
      </p:sp>
      <p:sp>
        <p:nvSpPr>
          <p:cNvPr id="396" name="Google Shape;357;p26"/>
          <p:cNvSpPr/>
          <p:nvPr/>
        </p:nvSpPr>
        <p:spPr>
          <a:xfrm rot="16200000">
            <a:off x="1926360" y="2377080"/>
            <a:ext cx="1571760" cy="297720"/>
          </a:xfrm>
          <a:prstGeom prst="rect">
            <a:avLst/>
          </a:prstGeom>
          <a:solidFill>
            <a:schemeClr val="lt2"/>
          </a:solidFill>
          <a:ln w="9525">
            <a:solidFill>
              <a:srgbClr val="44546a"/>
            </a:solidFill>
            <a:round/>
          </a:ln>
        </p:spPr>
        <p:style>
          <a:lnRef idx="0"/>
          <a:fillRef idx="0"/>
          <a:effectRef idx="0"/>
          <a:fontRef idx="minor"/>
        </p:style>
        <p:txBody>
          <a:bodyPr lIns="90000" rIns="90000" tIns="149040" bIns="149040" anchor="ctr">
            <a:noAutofit/>
          </a:bodyPr>
          <a:p>
            <a:pPr>
              <a:lnSpc>
                <a:spcPct val="100000"/>
              </a:lnSpc>
              <a:tabLst>
                <a:tab algn="l" pos="0"/>
              </a:tabLst>
            </a:pPr>
            <a:r>
              <a:rPr b="0" lang="en-US" sz="1400" strike="noStrike" u="none">
                <a:solidFill>
                  <a:srgbClr val="000000"/>
                </a:solidFill>
                <a:effectLst/>
                <a:uFillTx/>
                <a:latin typeface="Arial"/>
                <a:ea typeface="Arial"/>
              </a:rPr>
              <a:t>34.74.109.81:80</a:t>
            </a:r>
            <a:endParaRPr b="0" lang="en-US" sz="1400" strike="noStrike" u="none">
              <a:solidFill>
                <a:srgbClr val="000000"/>
              </a:solidFill>
              <a:effectLst/>
              <a:uFillTx/>
              <a:latin typeface="Arial"/>
            </a:endParaRPr>
          </a:p>
        </p:txBody>
      </p:sp>
      <p:sp>
        <p:nvSpPr>
          <p:cNvPr id="397" name="Google Shape;358;p26"/>
          <p:cNvSpPr/>
          <p:nvPr/>
        </p:nvSpPr>
        <p:spPr>
          <a:xfrm flipH="1" rot="10800000">
            <a:off x="5593680" y="2616480"/>
            <a:ext cx="2654640" cy="46440"/>
          </a:xfrm>
          <a:custGeom>
            <a:avLst/>
            <a:gdLst>
              <a:gd name="textAreaLeft" fmla="*/ 360 w 2654640"/>
              <a:gd name="textAreaRight" fmla="*/ 2655360 w 2654640"/>
              <a:gd name="textAreaTop" fmla="*/ 0 h 46440"/>
              <a:gd name="textAreaBottom" fmla="*/ 46800 h 464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1800" bIns="1800" anchor="t">
            <a:noAutofit/>
          </a:bodyPr>
          <a:p>
            <a:endParaRPr b="0" lang="en-US" sz="1800" strike="noStrike" u="none">
              <a:solidFill>
                <a:srgbClr val="000000"/>
              </a:solidFill>
              <a:effectLst/>
              <a:uFillTx/>
              <a:latin typeface="Arial"/>
            </a:endParaRPr>
          </a:p>
        </p:txBody>
      </p:sp>
      <p:sp>
        <p:nvSpPr>
          <p:cNvPr id="398" name="Google Shape;359;p26"/>
          <p:cNvSpPr/>
          <p:nvPr/>
        </p:nvSpPr>
        <p:spPr>
          <a:xfrm>
            <a:off x="2712960" y="3312000"/>
            <a:ext cx="330840" cy="1163880"/>
          </a:xfrm>
          <a:custGeom>
            <a:avLst/>
            <a:gdLst>
              <a:gd name="textAreaLeft" fmla="*/ 0 w 330840"/>
              <a:gd name="textAreaRight" fmla="*/ 331200 w 330840"/>
              <a:gd name="textAreaTop" fmla="*/ 0 h 1163880"/>
              <a:gd name="textAreaBottom" fmla="*/ 1164240 h 1163880"/>
            </a:gdLst>
            <a:ahLst/>
            <a:cxnLst/>
            <a:rect l="textAreaLeft" t="textAreaTop" r="textAreaRight" b="textAreaBottom"/>
            <a:pathLst>
              <a:path w="21600" h="21600">
                <a:moveTo>
                  <a:pt x="0" y="0"/>
                </a:moveTo>
                <a:lnTo>
                  <a:pt x="21600" y="21600"/>
                </a:lnTo>
              </a:path>
            </a:pathLst>
          </a:custGeom>
          <a:noFill/>
          <a:ln w="9525">
            <a:solidFill>
              <a:srgbClr val="44546a"/>
            </a:solidFill>
            <a:round/>
            <a:head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9" name="Google Shape;360;p26"/>
          <p:cNvSpPr/>
          <p:nvPr/>
        </p:nvSpPr>
        <p:spPr>
          <a:xfrm>
            <a:off x="2793240" y="4348800"/>
            <a:ext cx="2324160" cy="7185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IP configured in a real load balancer</a:t>
            </a:r>
            <a:endParaRPr b="0" lang="en-US" sz="1400" strike="noStrike" u="none">
              <a:solidFill>
                <a:srgbClr val="000000"/>
              </a:solidFill>
              <a:effectLst/>
              <a:uFillTx/>
              <a:latin typeface="Arial"/>
            </a:endParaRPr>
          </a:p>
        </p:txBody>
      </p:sp>
      <p:grpSp>
        <p:nvGrpSpPr>
          <p:cNvPr id="400" name="Google Shape;361;p26"/>
          <p:cNvGrpSpPr/>
          <p:nvPr/>
        </p:nvGrpSpPr>
        <p:grpSpPr>
          <a:xfrm>
            <a:off x="6136560" y="3957840"/>
            <a:ext cx="5217840" cy="1792440"/>
            <a:chOff x="6136560" y="3957840"/>
            <a:chExt cx="5217840" cy="1792440"/>
          </a:xfrm>
        </p:grpSpPr>
        <p:sp>
          <p:nvSpPr>
            <p:cNvPr id="401" name="Google Shape;362;p26"/>
            <p:cNvSpPr/>
            <p:nvPr/>
          </p:nvSpPr>
          <p:spPr>
            <a:xfrm>
              <a:off x="6231960" y="4002120"/>
              <a:ext cx="5122440" cy="17481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402" name="Google Shape;363;p26"/>
            <p:cNvSpPr/>
            <p:nvPr/>
          </p:nvSpPr>
          <p:spPr>
            <a:xfrm>
              <a:off x="6136560" y="3957840"/>
              <a:ext cx="5122440" cy="174816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403" name="Google Shape;364;p26"/>
          <p:cNvGrpSpPr/>
          <p:nvPr/>
        </p:nvGrpSpPr>
        <p:grpSpPr>
          <a:xfrm>
            <a:off x="8227440" y="4062240"/>
            <a:ext cx="2881440" cy="1583640"/>
            <a:chOff x="8227440" y="4062240"/>
            <a:chExt cx="2881440" cy="1583640"/>
          </a:xfrm>
        </p:grpSpPr>
        <p:sp>
          <p:nvSpPr>
            <p:cNvPr id="404" name="Google Shape;365;p26"/>
            <p:cNvSpPr/>
            <p:nvPr/>
          </p:nvSpPr>
          <p:spPr>
            <a:xfrm>
              <a:off x="8330400" y="4164840"/>
              <a:ext cx="2778480" cy="14810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05" name="Google Shape;366;p26"/>
            <p:cNvGrpSpPr/>
            <p:nvPr/>
          </p:nvGrpSpPr>
          <p:grpSpPr>
            <a:xfrm>
              <a:off x="8227440" y="4062240"/>
              <a:ext cx="2778480" cy="1481040"/>
              <a:chOff x="8227440" y="4062240"/>
              <a:chExt cx="2778480" cy="1481040"/>
            </a:xfrm>
          </p:grpSpPr>
          <p:grpSp>
            <p:nvGrpSpPr>
              <p:cNvPr id="406" name="Google Shape;367;p26"/>
              <p:cNvGrpSpPr/>
              <p:nvPr/>
            </p:nvGrpSpPr>
            <p:grpSpPr>
              <a:xfrm>
                <a:off x="8227440" y="4062240"/>
                <a:ext cx="2778480" cy="1481040"/>
                <a:chOff x="8227440" y="4062240"/>
                <a:chExt cx="2778480" cy="1481040"/>
              </a:xfrm>
            </p:grpSpPr>
            <p:sp>
              <p:nvSpPr>
                <p:cNvPr id="407" name="Google Shape;368;p26"/>
                <p:cNvSpPr/>
                <p:nvPr/>
              </p:nvSpPr>
              <p:spPr>
                <a:xfrm>
                  <a:off x="8227440" y="4062240"/>
                  <a:ext cx="2778480" cy="14810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08" name="Google Shape;369;p26"/>
                <p:cNvSpPr/>
                <p:nvPr/>
              </p:nvSpPr>
              <p:spPr>
                <a:xfrm>
                  <a:off x="8603280" y="4259520"/>
                  <a:ext cx="2023560" cy="8478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409" name="Google Shape;370;p26"/>
                <p:cNvSpPr/>
                <p:nvPr/>
              </p:nvSpPr>
              <p:spPr>
                <a:xfrm>
                  <a:off x="8741880" y="4592160"/>
                  <a:ext cx="1749960" cy="410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410" name="Google Shape;371;p26"/>
              <p:cNvSpPr/>
              <p:nvPr/>
            </p:nvSpPr>
            <p:spPr>
              <a:xfrm>
                <a:off x="9010080" y="5108040"/>
                <a:ext cx="1213200" cy="434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sp>
        <p:nvSpPr>
          <p:cNvPr id="411" name="Google Shape;372;p26"/>
          <p:cNvSpPr/>
          <p:nvPr/>
        </p:nvSpPr>
        <p:spPr>
          <a:xfrm rot="16200000">
            <a:off x="7689960" y="4705920"/>
            <a:ext cx="1110600" cy="297720"/>
          </a:xfrm>
          <a:prstGeom prst="rect">
            <a:avLst/>
          </a:prstGeom>
          <a:solidFill>
            <a:schemeClr val="lt2"/>
          </a:solidFill>
          <a:ln w="9525">
            <a:solidFill>
              <a:srgbClr val="44546a"/>
            </a:solidFill>
            <a:round/>
          </a:ln>
        </p:spPr>
        <p:style>
          <a:lnRef idx="0"/>
          <a:fillRef idx="0"/>
          <a:effectRef idx="0"/>
          <a:fontRef idx="minor"/>
        </p:style>
        <p:txBody>
          <a:bodyPr lIns="90000" rIns="90000" tIns="149040" bIns="149040" anchor="ctr">
            <a:noAutofit/>
          </a:bodyPr>
          <a:p>
            <a:pPr>
              <a:lnSpc>
                <a:spcPct val="100000"/>
              </a:lnSpc>
              <a:tabLst>
                <a:tab algn="l" pos="0"/>
              </a:tabLst>
            </a:pPr>
            <a:r>
              <a:rPr b="0" lang="en-US" sz="1400" strike="noStrike" u="none">
                <a:solidFill>
                  <a:srgbClr val="000000"/>
                </a:solidFill>
                <a:effectLst/>
                <a:uFillTx/>
                <a:latin typeface="Arial"/>
                <a:ea typeface="Arial"/>
              </a:rPr>
              <a:t>10.0.1.2:80</a:t>
            </a:r>
            <a:endParaRPr b="0" lang="en-US" sz="1400" strike="noStrike" u="none">
              <a:solidFill>
                <a:srgbClr val="000000"/>
              </a:solidFill>
              <a:effectLst/>
              <a:uFillTx/>
              <a:latin typeface="Arial"/>
            </a:endParaRPr>
          </a:p>
        </p:txBody>
      </p:sp>
      <p:sp>
        <p:nvSpPr>
          <p:cNvPr id="412" name="Google Shape;373;p26"/>
          <p:cNvSpPr/>
          <p:nvPr/>
        </p:nvSpPr>
        <p:spPr>
          <a:xfrm>
            <a:off x="5593680" y="2662920"/>
            <a:ext cx="2502000" cy="2190600"/>
          </a:xfrm>
          <a:custGeom>
            <a:avLst/>
            <a:gdLst>
              <a:gd name="textAreaLeft" fmla="*/ 0 w 2502000"/>
              <a:gd name="textAreaRight" fmla="*/ 2502360 w 2502000"/>
              <a:gd name="textAreaTop" fmla="*/ 0 h 2190600"/>
              <a:gd name="textAreaBottom" fmla="*/ 2190960 h 21906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Labels and selectors</a:t>
            </a:r>
            <a:endParaRPr b="0" lang="en-US" sz="3200" strike="noStrike" u="none">
              <a:solidFill>
                <a:srgbClr val="000000"/>
              </a:solidFill>
              <a:effectLst/>
              <a:uFillTx/>
              <a:latin typeface="Arial"/>
            </a:endParaRPr>
          </a:p>
        </p:txBody>
      </p:sp>
      <p:sp>
        <p:nvSpPr>
          <p:cNvPr id="414" name="PlaceHolder 2"/>
          <p:cNvSpPr>
            <a:spLocks noGrp="1"/>
          </p:cNvSpPr>
          <p:nvPr>
            <p:ph type="sldNum" idx="5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9464BFB-BED2-4C75-A563-922C6E2E54D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15" name="Google Shape;381;p27"/>
          <p:cNvSpPr/>
          <p:nvPr/>
        </p:nvSpPr>
        <p:spPr>
          <a:xfrm>
            <a:off x="1249560" y="1600920"/>
            <a:ext cx="3903480" cy="454968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200" strike="noStrike" u="none">
                <a:solidFill>
                  <a:srgbClr val="000000"/>
                </a:solidFill>
                <a:effectLst/>
                <a:uFillTx/>
                <a:latin typeface="Consolas"/>
                <a:ea typeface="Consolas"/>
              </a:rPr>
              <a:t>apiVersion: 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kind: Pod</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metadata: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name: mypod</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labels: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app: MyApp</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version: 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spec:</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containers: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 name:  mycontainer</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image: appv1</a:t>
            </a:r>
            <a:endParaRPr b="0" lang="en-US" sz="22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16" name="Google Shape;382;p27"/>
          <p:cNvSpPr/>
          <p:nvPr/>
        </p:nvSpPr>
        <p:spPr>
          <a:xfrm>
            <a:off x="1605600" y="3043800"/>
            <a:ext cx="2508840" cy="10749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7" name="Google Shape;383;p27"/>
          <p:cNvSpPr/>
          <p:nvPr/>
        </p:nvSpPr>
        <p:spPr>
          <a:xfrm>
            <a:off x="7382520" y="1600920"/>
            <a:ext cx="3559320" cy="454968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200" strike="noStrike" u="none">
                <a:solidFill>
                  <a:srgbClr val="000000"/>
                </a:solidFill>
                <a:effectLst/>
                <a:uFillTx/>
                <a:latin typeface="Consolas"/>
                <a:ea typeface="Consolas"/>
              </a:rPr>
              <a:t>apiVersion: 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kind: Service</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metadata: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name: myservice</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spec:</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selector:</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app: MyApp</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version: 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ports: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 protocol: TCP</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port: 80</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targetPort: 8080</a:t>
            </a:r>
            <a:endParaRPr b="0" lang="en-US" sz="22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18" name="Google Shape;384;p27"/>
          <p:cNvSpPr/>
          <p:nvPr/>
        </p:nvSpPr>
        <p:spPr>
          <a:xfrm>
            <a:off x="7738560" y="3393000"/>
            <a:ext cx="2508840" cy="103500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9" name="Google Shape;385;p27"/>
          <p:cNvSpPr/>
          <p:nvPr/>
        </p:nvSpPr>
        <p:spPr>
          <a:xfrm>
            <a:off x="4086720" y="3725280"/>
            <a:ext cx="3651120" cy="321480"/>
          </a:xfrm>
          <a:custGeom>
            <a:avLst/>
            <a:gdLst>
              <a:gd name="textAreaLeft" fmla="*/ 0 w 3651120"/>
              <a:gd name="textAreaRight" fmla="*/ 3651480 w 3651120"/>
              <a:gd name="textAreaTop" fmla="*/ 0 h 321480"/>
              <a:gd name="textAreaBottom" fmla="*/ 321840 h 321480"/>
            </a:gdLst>
            <a:ahLst/>
            <a:cxnLst/>
            <a:rect l="textAreaLeft" t="textAreaTop" r="textAreaRight" b="textAreaBottom"/>
            <a:pathLst>
              <a:path w="21600" h="21600">
                <a:moveTo>
                  <a:pt x="0" y="0"/>
                </a:moveTo>
                <a:lnTo>
                  <a:pt x="21600" y="21600"/>
                </a:lnTo>
              </a:path>
            </a:pathLst>
          </a:custGeom>
          <a:noFill/>
          <a:ln w="28575">
            <a:solidFill>
              <a:srgbClr val="44546a"/>
            </a:solidFill>
            <a:round/>
            <a:headEnd len="med" type="triangle" w="me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Labels and selectors</a:t>
            </a:r>
            <a:endParaRPr b="0" lang="en-US" sz="3200" strike="noStrike" u="none">
              <a:solidFill>
                <a:srgbClr val="000000"/>
              </a:solidFill>
              <a:effectLst/>
              <a:uFillTx/>
              <a:latin typeface="Arial"/>
            </a:endParaRPr>
          </a:p>
        </p:txBody>
      </p:sp>
      <p:sp>
        <p:nvSpPr>
          <p:cNvPr id="421" name="PlaceHolder 2"/>
          <p:cNvSpPr>
            <a:spLocks noGrp="1"/>
          </p:cNvSpPr>
          <p:nvPr>
            <p:ph type="sldNum" idx="5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3181E02-E594-4817-BDFB-A384AD80C06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22" name="Google Shape;393;p28"/>
          <p:cNvGrpSpPr/>
          <p:nvPr/>
        </p:nvGrpSpPr>
        <p:grpSpPr>
          <a:xfrm>
            <a:off x="639720" y="4486320"/>
            <a:ext cx="2874240" cy="1579680"/>
            <a:chOff x="639720" y="4486320"/>
            <a:chExt cx="2874240" cy="1579680"/>
          </a:xfrm>
        </p:grpSpPr>
        <p:sp>
          <p:nvSpPr>
            <p:cNvPr id="423" name="Google Shape;394;p28"/>
            <p:cNvSpPr/>
            <p:nvPr/>
          </p:nvSpPr>
          <p:spPr>
            <a:xfrm>
              <a:off x="74232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24" name="Google Shape;395;p28"/>
            <p:cNvGrpSpPr/>
            <p:nvPr/>
          </p:nvGrpSpPr>
          <p:grpSpPr>
            <a:xfrm>
              <a:off x="639720" y="4486320"/>
              <a:ext cx="2771640" cy="1477080"/>
              <a:chOff x="639720" y="4486320"/>
              <a:chExt cx="2771640" cy="1477080"/>
            </a:xfrm>
          </p:grpSpPr>
          <p:grpSp>
            <p:nvGrpSpPr>
              <p:cNvPr id="425" name="Google Shape;396;p28"/>
              <p:cNvGrpSpPr/>
              <p:nvPr/>
            </p:nvGrpSpPr>
            <p:grpSpPr>
              <a:xfrm>
                <a:off x="639720" y="4486320"/>
                <a:ext cx="2771640" cy="1477080"/>
                <a:chOff x="639720" y="4486320"/>
                <a:chExt cx="2771640" cy="1477080"/>
              </a:xfrm>
            </p:grpSpPr>
            <p:sp>
              <p:nvSpPr>
                <p:cNvPr id="426" name="Google Shape;397;p28"/>
                <p:cNvSpPr/>
                <p:nvPr/>
              </p:nvSpPr>
              <p:spPr>
                <a:xfrm>
                  <a:off x="63972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27" name="Google Shape;398;p28"/>
                <p:cNvSpPr/>
                <p:nvPr/>
              </p:nvSpPr>
              <p:spPr>
                <a:xfrm>
                  <a:off x="101448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8" name="Google Shape;399;p28"/>
                <p:cNvSpPr/>
                <p:nvPr/>
              </p:nvSpPr>
              <p:spPr>
                <a:xfrm>
                  <a:off x="115272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429" name="Google Shape;400;p28"/>
              <p:cNvSpPr/>
              <p:nvPr/>
            </p:nvSpPr>
            <p:spPr>
              <a:xfrm>
                <a:off x="142020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430" name="Google Shape;401;p28"/>
          <p:cNvGrpSpPr/>
          <p:nvPr/>
        </p:nvGrpSpPr>
        <p:grpSpPr>
          <a:xfrm>
            <a:off x="4521600" y="4486320"/>
            <a:ext cx="2874240" cy="1579680"/>
            <a:chOff x="4521600" y="4486320"/>
            <a:chExt cx="2874240" cy="1579680"/>
          </a:xfrm>
        </p:grpSpPr>
        <p:sp>
          <p:nvSpPr>
            <p:cNvPr id="431" name="Google Shape;402;p28"/>
            <p:cNvSpPr/>
            <p:nvPr/>
          </p:nvSpPr>
          <p:spPr>
            <a:xfrm>
              <a:off x="462420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32" name="Google Shape;403;p28"/>
            <p:cNvGrpSpPr/>
            <p:nvPr/>
          </p:nvGrpSpPr>
          <p:grpSpPr>
            <a:xfrm>
              <a:off x="4521600" y="4486320"/>
              <a:ext cx="2771640" cy="1477080"/>
              <a:chOff x="4521600" y="4486320"/>
              <a:chExt cx="2771640" cy="1477080"/>
            </a:xfrm>
          </p:grpSpPr>
          <p:grpSp>
            <p:nvGrpSpPr>
              <p:cNvPr id="433" name="Google Shape;404;p28"/>
              <p:cNvGrpSpPr/>
              <p:nvPr/>
            </p:nvGrpSpPr>
            <p:grpSpPr>
              <a:xfrm>
                <a:off x="4521600" y="4486320"/>
                <a:ext cx="2771640" cy="1477080"/>
                <a:chOff x="4521600" y="4486320"/>
                <a:chExt cx="2771640" cy="1477080"/>
              </a:xfrm>
            </p:grpSpPr>
            <p:sp>
              <p:nvSpPr>
                <p:cNvPr id="434" name="Google Shape;405;p28"/>
                <p:cNvSpPr/>
                <p:nvPr/>
              </p:nvSpPr>
              <p:spPr>
                <a:xfrm>
                  <a:off x="452160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35" name="Google Shape;406;p28"/>
                <p:cNvSpPr/>
                <p:nvPr/>
              </p:nvSpPr>
              <p:spPr>
                <a:xfrm>
                  <a:off x="489600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6" name="Google Shape;407;p28"/>
                <p:cNvSpPr/>
                <p:nvPr/>
              </p:nvSpPr>
              <p:spPr>
                <a:xfrm>
                  <a:off x="503460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437" name="Google Shape;408;p28"/>
              <p:cNvSpPr/>
              <p:nvPr/>
            </p:nvSpPr>
            <p:spPr>
              <a:xfrm>
                <a:off x="530208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438" name="Google Shape;409;p28"/>
          <p:cNvGrpSpPr/>
          <p:nvPr/>
        </p:nvGrpSpPr>
        <p:grpSpPr>
          <a:xfrm>
            <a:off x="8192520" y="1731600"/>
            <a:ext cx="2874240" cy="1579680"/>
            <a:chOff x="8192520" y="1731600"/>
            <a:chExt cx="2874240" cy="1579680"/>
          </a:xfrm>
        </p:grpSpPr>
        <p:sp>
          <p:nvSpPr>
            <p:cNvPr id="439" name="Google Shape;410;p28"/>
            <p:cNvSpPr/>
            <p:nvPr/>
          </p:nvSpPr>
          <p:spPr>
            <a:xfrm>
              <a:off x="8295120" y="183420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40" name="Google Shape;411;p28"/>
            <p:cNvGrpSpPr/>
            <p:nvPr/>
          </p:nvGrpSpPr>
          <p:grpSpPr>
            <a:xfrm>
              <a:off x="8192520" y="1731600"/>
              <a:ext cx="2771640" cy="1477080"/>
              <a:chOff x="8192520" y="1731600"/>
              <a:chExt cx="2771640" cy="1477080"/>
            </a:xfrm>
          </p:grpSpPr>
          <p:grpSp>
            <p:nvGrpSpPr>
              <p:cNvPr id="441" name="Google Shape;412;p28"/>
              <p:cNvGrpSpPr/>
              <p:nvPr/>
            </p:nvGrpSpPr>
            <p:grpSpPr>
              <a:xfrm>
                <a:off x="8192520" y="1731600"/>
                <a:ext cx="2771640" cy="1477080"/>
                <a:chOff x="8192520" y="1731600"/>
                <a:chExt cx="2771640" cy="1477080"/>
              </a:xfrm>
            </p:grpSpPr>
            <p:sp>
              <p:nvSpPr>
                <p:cNvPr id="442" name="Google Shape;413;p28"/>
                <p:cNvSpPr/>
                <p:nvPr/>
              </p:nvSpPr>
              <p:spPr>
                <a:xfrm>
                  <a:off x="8192520" y="173160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3" name="Google Shape;414;p28"/>
                <p:cNvSpPr/>
                <p:nvPr/>
              </p:nvSpPr>
              <p:spPr>
                <a:xfrm>
                  <a:off x="8567280" y="192852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4" name="Google Shape;415;p28"/>
                <p:cNvSpPr/>
                <p:nvPr/>
              </p:nvSpPr>
              <p:spPr>
                <a:xfrm>
                  <a:off x="8705520" y="2088360"/>
                  <a:ext cx="1745640" cy="58068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bf9000"/>
                      </a:solidFill>
                      <a:effectLst/>
                      <a:uFillTx/>
                      <a:latin typeface="Arial"/>
                      <a:ea typeface="Arial"/>
                    </a:rPr>
                    <a:t>App</a:t>
                  </a:r>
                  <a:endParaRPr b="0" lang="en-US" sz="1800" strike="noStrike" u="none">
                    <a:solidFill>
                      <a:srgbClr val="000000"/>
                    </a:solidFill>
                    <a:effectLst/>
                    <a:uFillTx/>
                    <a:latin typeface="Arial"/>
                  </a:endParaRPr>
                </a:p>
              </p:txBody>
            </p:sp>
          </p:grpSp>
          <p:sp>
            <p:nvSpPr>
              <p:cNvPr id="445" name="Google Shape;416;p28"/>
              <p:cNvSpPr/>
              <p:nvPr/>
            </p:nvSpPr>
            <p:spPr>
              <a:xfrm>
                <a:off x="8973360" y="277488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446" name="Google Shape;417;p28"/>
          <p:cNvGrpSpPr/>
          <p:nvPr/>
        </p:nvGrpSpPr>
        <p:grpSpPr>
          <a:xfrm>
            <a:off x="2072160" y="1731600"/>
            <a:ext cx="4091400" cy="1718280"/>
            <a:chOff x="2072160" y="1731600"/>
            <a:chExt cx="4091400" cy="1718280"/>
          </a:xfrm>
        </p:grpSpPr>
        <p:sp>
          <p:nvSpPr>
            <p:cNvPr id="447" name="Google Shape;418;p28"/>
            <p:cNvSpPr/>
            <p:nvPr/>
          </p:nvSpPr>
          <p:spPr>
            <a:xfrm>
              <a:off x="2223720" y="1866600"/>
              <a:ext cx="3939840" cy="1583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8" name="Google Shape;419;p28"/>
            <p:cNvSpPr/>
            <p:nvPr/>
          </p:nvSpPr>
          <p:spPr>
            <a:xfrm>
              <a:off x="2072160" y="1731600"/>
              <a:ext cx="3939840" cy="1583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2400" strike="noStrike" u="none">
                  <a:solidFill>
                    <a:srgbClr val="000000"/>
                  </a:solidFill>
                  <a:effectLst/>
                  <a:uFillTx/>
                  <a:latin typeface="Arial"/>
                  <a:ea typeface="Arial"/>
                </a:rPr>
                <a:t>Service</a:t>
              </a:r>
              <a:endParaRPr b="0" lang="en-US" sz="2400" strike="noStrike" u="none">
                <a:solidFill>
                  <a:srgbClr val="000000"/>
                </a:solidFill>
                <a:effectLst/>
                <a:uFillTx/>
                <a:latin typeface="Arial"/>
              </a:endParaRPr>
            </a:p>
          </p:txBody>
        </p:sp>
      </p:grpSp>
      <p:grpSp>
        <p:nvGrpSpPr>
          <p:cNvPr id="449" name="Google Shape;420;p28"/>
          <p:cNvGrpSpPr/>
          <p:nvPr/>
        </p:nvGrpSpPr>
        <p:grpSpPr>
          <a:xfrm>
            <a:off x="5168520" y="1849680"/>
            <a:ext cx="1580040" cy="434520"/>
            <a:chOff x="5168520" y="1849680"/>
            <a:chExt cx="1580040" cy="434520"/>
          </a:xfrm>
        </p:grpSpPr>
        <p:sp>
          <p:nvSpPr>
            <p:cNvPr id="450" name="Google Shape;421;p28"/>
            <p:cNvSpPr/>
            <p:nvPr/>
          </p:nvSpPr>
          <p:spPr>
            <a:xfrm rot="16200000">
              <a:off x="5741280" y="127692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1" name="Google Shape;422;p28"/>
            <p:cNvSpPr/>
            <p:nvPr/>
          </p:nvSpPr>
          <p:spPr>
            <a:xfrm>
              <a:off x="5270400" y="191700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452" name="Google Shape;423;p28"/>
          <p:cNvGrpSpPr/>
          <p:nvPr/>
        </p:nvGrpSpPr>
        <p:grpSpPr>
          <a:xfrm>
            <a:off x="2719800" y="4560840"/>
            <a:ext cx="1580040" cy="442800"/>
            <a:chOff x="2719800" y="4560840"/>
            <a:chExt cx="1580040" cy="442800"/>
          </a:xfrm>
        </p:grpSpPr>
        <p:sp>
          <p:nvSpPr>
            <p:cNvPr id="453" name="Google Shape;424;p28"/>
            <p:cNvSpPr/>
            <p:nvPr/>
          </p:nvSpPr>
          <p:spPr>
            <a:xfrm rot="16200000">
              <a:off x="3288240" y="3992040"/>
              <a:ext cx="44280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4" name="Google Shape;425;p28"/>
            <p:cNvSpPr/>
            <p:nvPr/>
          </p:nvSpPr>
          <p:spPr>
            <a:xfrm>
              <a:off x="2808360" y="4632480"/>
              <a:ext cx="137484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455" name="Google Shape;426;p28"/>
          <p:cNvGrpSpPr/>
          <p:nvPr/>
        </p:nvGrpSpPr>
        <p:grpSpPr>
          <a:xfrm>
            <a:off x="6612120" y="4565160"/>
            <a:ext cx="1580040" cy="434520"/>
            <a:chOff x="6612120" y="4565160"/>
            <a:chExt cx="1580040" cy="434520"/>
          </a:xfrm>
        </p:grpSpPr>
        <p:sp>
          <p:nvSpPr>
            <p:cNvPr id="456" name="Google Shape;427;p28"/>
            <p:cNvSpPr/>
            <p:nvPr/>
          </p:nvSpPr>
          <p:spPr>
            <a:xfrm rot="16200000">
              <a:off x="7184880" y="399240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7" name="Google Shape;428;p28"/>
            <p:cNvSpPr/>
            <p:nvPr/>
          </p:nvSpPr>
          <p:spPr>
            <a:xfrm>
              <a:off x="6714000" y="463248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458" name="Google Shape;429;p28"/>
          <p:cNvGrpSpPr/>
          <p:nvPr/>
        </p:nvGrpSpPr>
        <p:grpSpPr>
          <a:xfrm>
            <a:off x="10364760" y="1849680"/>
            <a:ext cx="1580040" cy="434520"/>
            <a:chOff x="10364760" y="1849680"/>
            <a:chExt cx="1580040" cy="434520"/>
          </a:xfrm>
        </p:grpSpPr>
        <p:sp>
          <p:nvSpPr>
            <p:cNvPr id="459" name="Google Shape;430;p28"/>
            <p:cNvSpPr/>
            <p:nvPr/>
          </p:nvSpPr>
          <p:spPr>
            <a:xfrm rot="16200000">
              <a:off x="10937520" y="127692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0" name="Google Shape;431;p28"/>
            <p:cNvSpPr/>
            <p:nvPr/>
          </p:nvSpPr>
          <p:spPr>
            <a:xfrm>
              <a:off x="10466640" y="191700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backend</a:t>
              </a:r>
              <a:endParaRPr b="0" lang="en-US" sz="1400" strike="noStrike" u="none">
                <a:solidFill>
                  <a:srgbClr val="000000"/>
                </a:solidFill>
                <a:effectLst/>
                <a:uFillTx/>
                <a:latin typeface="Arial"/>
              </a:endParaRPr>
            </a:p>
          </p:txBody>
        </p:sp>
      </p:grpSp>
      <p:sp>
        <p:nvSpPr>
          <p:cNvPr id="461" name="Google Shape;432;p28"/>
          <p:cNvSpPr/>
          <p:nvPr/>
        </p:nvSpPr>
        <p:spPr>
          <a:xfrm flipH="1">
            <a:off x="2025000" y="3315600"/>
            <a:ext cx="2016000" cy="1170000"/>
          </a:xfrm>
          <a:custGeom>
            <a:avLst/>
            <a:gdLst>
              <a:gd name="textAreaLeft" fmla="*/ 360 w 2016000"/>
              <a:gd name="textAreaRight" fmla="*/ 2016720 w 2016000"/>
              <a:gd name="textAreaTop" fmla="*/ 0 h 1170000"/>
              <a:gd name="textAreaBottom" fmla="*/ 1170360 h 1170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2" name="Google Shape;433;p28"/>
          <p:cNvSpPr/>
          <p:nvPr/>
        </p:nvSpPr>
        <p:spPr>
          <a:xfrm>
            <a:off x="4042440" y="3315600"/>
            <a:ext cx="1864800" cy="1170000"/>
          </a:xfrm>
          <a:custGeom>
            <a:avLst/>
            <a:gdLst>
              <a:gd name="textAreaLeft" fmla="*/ 0 w 1864800"/>
              <a:gd name="textAreaRight" fmla="*/ 1865160 w 1864800"/>
              <a:gd name="textAreaTop" fmla="*/ 0 h 1170000"/>
              <a:gd name="textAreaBottom" fmla="*/ 1170360 h 1170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Labels and selectors</a:t>
            </a:r>
            <a:endParaRPr b="0" lang="en-US" sz="3200" strike="noStrike" u="none">
              <a:solidFill>
                <a:srgbClr val="000000"/>
              </a:solidFill>
              <a:effectLst/>
              <a:uFillTx/>
              <a:latin typeface="Arial"/>
            </a:endParaRPr>
          </a:p>
        </p:txBody>
      </p:sp>
      <p:sp>
        <p:nvSpPr>
          <p:cNvPr id="464" name="PlaceHolder 2"/>
          <p:cNvSpPr>
            <a:spLocks noGrp="1"/>
          </p:cNvSpPr>
          <p:nvPr>
            <p:ph type="sldNum" idx="5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C4BB204-30E6-4800-87D1-FAC81A6AF12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65" name="Google Shape;441;p29"/>
          <p:cNvGrpSpPr/>
          <p:nvPr/>
        </p:nvGrpSpPr>
        <p:grpSpPr>
          <a:xfrm>
            <a:off x="2319480" y="4486320"/>
            <a:ext cx="2874240" cy="1579680"/>
            <a:chOff x="2319480" y="4486320"/>
            <a:chExt cx="2874240" cy="1579680"/>
          </a:xfrm>
        </p:grpSpPr>
        <p:sp>
          <p:nvSpPr>
            <p:cNvPr id="466" name="Google Shape;442;p29"/>
            <p:cNvSpPr/>
            <p:nvPr/>
          </p:nvSpPr>
          <p:spPr>
            <a:xfrm>
              <a:off x="242208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67" name="Google Shape;443;p29"/>
            <p:cNvGrpSpPr/>
            <p:nvPr/>
          </p:nvGrpSpPr>
          <p:grpSpPr>
            <a:xfrm>
              <a:off x="2319480" y="4486320"/>
              <a:ext cx="2771640" cy="1477080"/>
              <a:chOff x="2319480" y="4486320"/>
              <a:chExt cx="2771640" cy="1477080"/>
            </a:xfrm>
          </p:grpSpPr>
          <p:grpSp>
            <p:nvGrpSpPr>
              <p:cNvPr id="468" name="Google Shape;444;p29"/>
              <p:cNvGrpSpPr/>
              <p:nvPr/>
            </p:nvGrpSpPr>
            <p:grpSpPr>
              <a:xfrm>
                <a:off x="2319480" y="4486320"/>
                <a:ext cx="2771640" cy="1477080"/>
                <a:chOff x="2319480" y="4486320"/>
                <a:chExt cx="2771640" cy="1477080"/>
              </a:xfrm>
            </p:grpSpPr>
            <p:sp>
              <p:nvSpPr>
                <p:cNvPr id="469" name="Google Shape;445;p29"/>
                <p:cNvSpPr/>
                <p:nvPr/>
              </p:nvSpPr>
              <p:spPr>
                <a:xfrm>
                  <a:off x="231948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70" name="Google Shape;446;p29"/>
                <p:cNvSpPr/>
                <p:nvPr/>
              </p:nvSpPr>
              <p:spPr>
                <a:xfrm>
                  <a:off x="269424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1" name="Google Shape;447;p29"/>
                <p:cNvSpPr/>
                <p:nvPr/>
              </p:nvSpPr>
              <p:spPr>
                <a:xfrm>
                  <a:off x="283248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472" name="Google Shape;448;p29"/>
              <p:cNvSpPr/>
              <p:nvPr/>
            </p:nvSpPr>
            <p:spPr>
              <a:xfrm>
                <a:off x="309996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473" name="Google Shape;449;p29"/>
          <p:cNvGrpSpPr/>
          <p:nvPr/>
        </p:nvGrpSpPr>
        <p:grpSpPr>
          <a:xfrm>
            <a:off x="6201360" y="4486320"/>
            <a:ext cx="2874240" cy="1579680"/>
            <a:chOff x="6201360" y="4486320"/>
            <a:chExt cx="2874240" cy="1579680"/>
          </a:xfrm>
        </p:grpSpPr>
        <p:sp>
          <p:nvSpPr>
            <p:cNvPr id="474" name="Google Shape;450;p29"/>
            <p:cNvSpPr/>
            <p:nvPr/>
          </p:nvSpPr>
          <p:spPr>
            <a:xfrm>
              <a:off x="630396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475" name="Google Shape;451;p29"/>
            <p:cNvGrpSpPr/>
            <p:nvPr/>
          </p:nvGrpSpPr>
          <p:grpSpPr>
            <a:xfrm>
              <a:off x="6201360" y="4486320"/>
              <a:ext cx="2771640" cy="1477080"/>
              <a:chOff x="6201360" y="4486320"/>
              <a:chExt cx="2771640" cy="1477080"/>
            </a:xfrm>
          </p:grpSpPr>
          <p:grpSp>
            <p:nvGrpSpPr>
              <p:cNvPr id="476" name="Google Shape;452;p29"/>
              <p:cNvGrpSpPr/>
              <p:nvPr/>
            </p:nvGrpSpPr>
            <p:grpSpPr>
              <a:xfrm>
                <a:off x="6201360" y="4486320"/>
                <a:ext cx="2771640" cy="1477080"/>
                <a:chOff x="6201360" y="4486320"/>
                <a:chExt cx="2771640" cy="1477080"/>
              </a:xfrm>
            </p:grpSpPr>
            <p:sp>
              <p:nvSpPr>
                <p:cNvPr id="477" name="Google Shape;453;p29"/>
                <p:cNvSpPr/>
                <p:nvPr/>
              </p:nvSpPr>
              <p:spPr>
                <a:xfrm>
                  <a:off x="620136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78" name="Google Shape;454;p29"/>
                <p:cNvSpPr/>
                <p:nvPr/>
              </p:nvSpPr>
              <p:spPr>
                <a:xfrm>
                  <a:off x="657612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9" name="Google Shape;455;p29"/>
                <p:cNvSpPr/>
                <p:nvPr/>
              </p:nvSpPr>
              <p:spPr>
                <a:xfrm>
                  <a:off x="671436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480" name="Google Shape;456;p29"/>
              <p:cNvSpPr/>
              <p:nvPr/>
            </p:nvSpPr>
            <p:spPr>
              <a:xfrm>
                <a:off x="698184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481" name="Google Shape;457;p29"/>
          <p:cNvGrpSpPr/>
          <p:nvPr/>
        </p:nvGrpSpPr>
        <p:grpSpPr>
          <a:xfrm>
            <a:off x="3751920" y="1731600"/>
            <a:ext cx="4091400" cy="1718280"/>
            <a:chOff x="3751920" y="1731600"/>
            <a:chExt cx="4091400" cy="1718280"/>
          </a:xfrm>
        </p:grpSpPr>
        <p:sp>
          <p:nvSpPr>
            <p:cNvPr id="482" name="Google Shape;458;p29"/>
            <p:cNvSpPr/>
            <p:nvPr/>
          </p:nvSpPr>
          <p:spPr>
            <a:xfrm>
              <a:off x="3903480" y="1866600"/>
              <a:ext cx="3939840" cy="1583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3" name="Google Shape;459;p29"/>
            <p:cNvSpPr/>
            <p:nvPr/>
          </p:nvSpPr>
          <p:spPr>
            <a:xfrm>
              <a:off x="3751920" y="1731600"/>
              <a:ext cx="3939840" cy="1583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2400" strike="noStrike" u="none">
                  <a:solidFill>
                    <a:srgbClr val="000000"/>
                  </a:solidFill>
                  <a:effectLst/>
                  <a:uFillTx/>
                  <a:latin typeface="Arial"/>
                  <a:ea typeface="Arial"/>
                </a:rPr>
                <a:t>Service</a:t>
              </a:r>
              <a:endParaRPr b="0" lang="en-US" sz="2400" strike="noStrike" u="none">
                <a:solidFill>
                  <a:srgbClr val="000000"/>
                </a:solidFill>
                <a:effectLst/>
                <a:uFillTx/>
                <a:latin typeface="Arial"/>
              </a:endParaRPr>
            </a:p>
          </p:txBody>
        </p:sp>
      </p:grpSp>
      <p:grpSp>
        <p:nvGrpSpPr>
          <p:cNvPr id="484" name="Google Shape;460;p29"/>
          <p:cNvGrpSpPr/>
          <p:nvPr/>
        </p:nvGrpSpPr>
        <p:grpSpPr>
          <a:xfrm>
            <a:off x="6848280" y="1849680"/>
            <a:ext cx="1580040" cy="434520"/>
            <a:chOff x="6848280" y="1849680"/>
            <a:chExt cx="1580040" cy="434520"/>
          </a:xfrm>
        </p:grpSpPr>
        <p:sp>
          <p:nvSpPr>
            <p:cNvPr id="485" name="Google Shape;461;p29"/>
            <p:cNvSpPr/>
            <p:nvPr/>
          </p:nvSpPr>
          <p:spPr>
            <a:xfrm rot="16200000">
              <a:off x="7421040" y="127692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6" name="Google Shape;462;p29"/>
            <p:cNvSpPr/>
            <p:nvPr/>
          </p:nvSpPr>
          <p:spPr>
            <a:xfrm>
              <a:off x="6950160" y="191700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487" name="Google Shape;463;p29"/>
          <p:cNvGrpSpPr/>
          <p:nvPr/>
        </p:nvGrpSpPr>
        <p:grpSpPr>
          <a:xfrm>
            <a:off x="4399560" y="4560840"/>
            <a:ext cx="1580040" cy="442800"/>
            <a:chOff x="4399560" y="4560840"/>
            <a:chExt cx="1580040" cy="442800"/>
          </a:xfrm>
        </p:grpSpPr>
        <p:sp>
          <p:nvSpPr>
            <p:cNvPr id="488" name="Google Shape;464;p29"/>
            <p:cNvSpPr/>
            <p:nvPr/>
          </p:nvSpPr>
          <p:spPr>
            <a:xfrm rot="16200000">
              <a:off x="4968000" y="3992040"/>
              <a:ext cx="44280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9" name="Google Shape;465;p29"/>
            <p:cNvSpPr/>
            <p:nvPr/>
          </p:nvSpPr>
          <p:spPr>
            <a:xfrm>
              <a:off x="4488120" y="4632480"/>
              <a:ext cx="137484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490" name="Google Shape;466;p29"/>
          <p:cNvGrpSpPr/>
          <p:nvPr/>
        </p:nvGrpSpPr>
        <p:grpSpPr>
          <a:xfrm>
            <a:off x="8291880" y="4565160"/>
            <a:ext cx="1580040" cy="434520"/>
            <a:chOff x="8291880" y="4565160"/>
            <a:chExt cx="1580040" cy="434520"/>
          </a:xfrm>
        </p:grpSpPr>
        <p:sp>
          <p:nvSpPr>
            <p:cNvPr id="491" name="Google Shape;467;p29"/>
            <p:cNvSpPr/>
            <p:nvPr/>
          </p:nvSpPr>
          <p:spPr>
            <a:xfrm rot="16200000">
              <a:off x="8864640" y="399240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2" name="Google Shape;468;p29"/>
            <p:cNvSpPr/>
            <p:nvPr/>
          </p:nvSpPr>
          <p:spPr>
            <a:xfrm>
              <a:off x="8393760" y="463248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sp>
        <p:nvSpPr>
          <p:cNvPr id="493" name="Google Shape;469;p29"/>
          <p:cNvSpPr/>
          <p:nvPr/>
        </p:nvSpPr>
        <p:spPr>
          <a:xfrm flipH="1">
            <a:off x="3704760" y="3315600"/>
            <a:ext cx="2016000" cy="1170000"/>
          </a:xfrm>
          <a:custGeom>
            <a:avLst/>
            <a:gdLst>
              <a:gd name="textAreaLeft" fmla="*/ 360 w 2016000"/>
              <a:gd name="textAreaRight" fmla="*/ 2016720 w 2016000"/>
              <a:gd name="textAreaTop" fmla="*/ 0 h 1170000"/>
              <a:gd name="textAreaBottom" fmla="*/ 1170360 h 1170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4" name="Google Shape;470;p29"/>
          <p:cNvSpPr/>
          <p:nvPr/>
        </p:nvSpPr>
        <p:spPr>
          <a:xfrm>
            <a:off x="5722200" y="3315600"/>
            <a:ext cx="1864800" cy="1170000"/>
          </a:xfrm>
          <a:custGeom>
            <a:avLst/>
            <a:gdLst>
              <a:gd name="textAreaLeft" fmla="*/ 0 w 1864800"/>
              <a:gd name="textAreaRight" fmla="*/ 1865160 w 1864800"/>
              <a:gd name="textAreaTop" fmla="*/ 0 h 1170000"/>
              <a:gd name="textAreaBottom" fmla="*/ 1170360 h 1170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495" name="Google Shape;471;p29"/>
          <p:cNvGrpSpPr/>
          <p:nvPr/>
        </p:nvGrpSpPr>
        <p:grpSpPr>
          <a:xfrm>
            <a:off x="4399560" y="5094360"/>
            <a:ext cx="1580040" cy="442800"/>
            <a:chOff x="4399560" y="5094360"/>
            <a:chExt cx="1580040" cy="442800"/>
          </a:xfrm>
        </p:grpSpPr>
        <p:sp>
          <p:nvSpPr>
            <p:cNvPr id="496" name="Google Shape;472;p29"/>
            <p:cNvSpPr/>
            <p:nvPr/>
          </p:nvSpPr>
          <p:spPr>
            <a:xfrm rot="16200000">
              <a:off x="4968000" y="452556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7" name="Google Shape;473;p29"/>
            <p:cNvSpPr/>
            <p:nvPr/>
          </p:nvSpPr>
          <p:spPr>
            <a:xfrm>
              <a:off x="4488120" y="516600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grpSp>
        <p:nvGrpSpPr>
          <p:cNvPr id="498" name="Google Shape;474;p29"/>
          <p:cNvGrpSpPr/>
          <p:nvPr/>
        </p:nvGrpSpPr>
        <p:grpSpPr>
          <a:xfrm>
            <a:off x="8307000" y="5072400"/>
            <a:ext cx="1580040" cy="442800"/>
            <a:chOff x="8307000" y="5072400"/>
            <a:chExt cx="1580040" cy="442800"/>
          </a:xfrm>
        </p:grpSpPr>
        <p:sp>
          <p:nvSpPr>
            <p:cNvPr id="499" name="Google Shape;475;p29"/>
            <p:cNvSpPr/>
            <p:nvPr/>
          </p:nvSpPr>
          <p:spPr>
            <a:xfrm rot="16200000">
              <a:off x="8875440" y="45036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0" name="Google Shape;476;p29"/>
            <p:cNvSpPr/>
            <p:nvPr/>
          </p:nvSpPr>
          <p:spPr>
            <a:xfrm>
              <a:off x="8395560" y="51440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v2</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Labels and selectors</a:t>
            </a:r>
            <a:endParaRPr b="0" lang="en-US" sz="3200" strike="noStrike" u="none">
              <a:solidFill>
                <a:srgbClr val="000000"/>
              </a:solidFill>
              <a:effectLst/>
              <a:uFillTx/>
              <a:latin typeface="Arial"/>
            </a:endParaRPr>
          </a:p>
        </p:txBody>
      </p:sp>
      <p:sp>
        <p:nvSpPr>
          <p:cNvPr id="502" name="PlaceHolder 2"/>
          <p:cNvSpPr>
            <a:spLocks noGrp="1"/>
          </p:cNvSpPr>
          <p:nvPr>
            <p:ph type="sldNum" idx="5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C46BF6E-A798-4A91-8598-D716810C820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503" name="Google Shape;484;p30"/>
          <p:cNvGrpSpPr/>
          <p:nvPr/>
        </p:nvGrpSpPr>
        <p:grpSpPr>
          <a:xfrm>
            <a:off x="2319480" y="4486320"/>
            <a:ext cx="2874240" cy="1579680"/>
            <a:chOff x="2319480" y="4486320"/>
            <a:chExt cx="2874240" cy="1579680"/>
          </a:xfrm>
        </p:grpSpPr>
        <p:sp>
          <p:nvSpPr>
            <p:cNvPr id="504" name="Google Shape;485;p30"/>
            <p:cNvSpPr/>
            <p:nvPr/>
          </p:nvSpPr>
          <p:spPr>
            <a:xfrm>
              <a:off x="242208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505" name="Google Shape;486;p30"/>
            <p:cNvGrpSpPr/>
            <p:nvPr/>
          </p:nvGrpSpPr>
          <p:grpSpPr>
            <a:xfrm>
              <a:off x="2319480" y="4486320"/>
              <a:ext cx="2771640" cy="1477080"/>
              <a:chOff x="2319480" y="4486320"/>
              <a:chExt cx="2771640" cy="1477080"/>
            </a:xfrm>
          </p:grpSpPr>
          <p:grpSp>
            <p:nvGrpSpPr>
              <p:cNvPr id="506" name="Google Shape;487;p30"/>
              <p:cNvGrpSpPr/>
              <p:nvPr/>
            </p:nvGrpSpPr>
            <p:grpSpPr>
              <a:xfrm>
                <a:off x="2319480" y="4486320"/>
                <a:ext cx="2771640" cy="1477080"/>
                <a:chOff x="2319480" y="4486320"/>
                <a:chExt cx="2771640" cy="1477080"/>
              </a:xfrm>
            </p:grpSpPr>
            <p:sp>
              <p:nvSpPr>
                <p:cNvPr id="507" name="Google Shape;488;p30"/>
                <p:cNvSpPr/>
                <p:nvPr/>
              </p:nvSpPr>
              <p:spPr>
                <a:xfrm>
                  <a:off x="231948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08" name="Google Shape;489;p30"/>
                <p:cNvSpPr/>
                <p:nvPr/>
              </p:nvSpPr>
              <p:spPr>
                <a:xfrm>
                  <a:off x="269424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9" name="Google Shape;490;p30"/>
                <p:cNvSpPr/>
                <p:nvPr/>
              </p:nvSpPr>
              <p:spPr>
                <a:xfrm>
                  <a:off x="283248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510" name="Google Shape;491;p30"/>
              <p:cNvSpPr/>
              <p:nvPr/>
            </p:nvSpPr>
            <p:spPr>
              <a:xfrm>
                <a:off x="309996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511" name="Google Shape;492;p30"/>
          <p:cNvGrpSpPr/>
          <p:nvPr/>
        </p:nvGrpSpPr>
        <p:grpSpPr>
          <a:xfrm>
            <a:off x="6201360" y="4486320"/>
            <a:ext cx="2874240" cy="1579680"/>
            <a:chOff x="6201360" y="4486320"/>
            <a:chExt cx="2874240" cy="1579680"/>
          </a:xfrm>
        </p:grpSpPr>
        <p:sp>
          <p:nvSpPr>
            <p:cNvPr id="512" name="Google Shape;493;p30"/>
            <p:cNvSpPr/>
            <p:nvPr/>
          </p:nvSpPr>
          <p:spPr>
            <a:xfrm>
              <a:off x="6303960" y="4588920"/>
              <a:ext cx="2771640" cy="147708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grpSp>
          <p:nvGrpSpPr>
            <p:cNvPr id="513" name="Google Shape;494;p30"/>
            <p:cNvGrpSpPr/>
            <p:nvPr/>
          </p:nvGrpSpPr>
          <p:grpSpPr>
            <a:xfrm>
              <a:off x="6201360" y="4486320"/>
              <a:ext cx="2771640" cy="1477080"/>
              <a:chOff x="6201360" y="4486320"/>
              <a:chExt cx="2771640" cy="1477080"/>
            </a:xfrm>
          </p:grpSpPr>
          <p:grpSp>
            <p:nvGrpSpPr>
              <p:cNvPr id="514" name="Google Shape;495;p30"/>
              <p:cNvGrpSpPr/>
              <p:nvPr/>
            </p:nvGrpSpPr>
            <p:grpSpPr>
              <a:xfrm>
                <a:off x="6201360" y="4486320"/>
                <a:ext cx="2771640" cy="1477080"/>
                <a:chOff x="6201360" y="4486320"/>
                <a:chExt cx="2771640" cy="1477080"/>
              </a:xfrm>
            </p:grpSpPr>
            <p:sp>
              <p:nvSpPr>
                <p:cNvPr id="515" name="Google Shape;496;p30"/>
                <p:cNvSpPr/>
                <p:nvPr/>
              </p:nvSpPr>
              <p:spPr>
                <a:xfrm>
                  <a:off x="6201360" y="4486320"/>
                  <a:ext cx="2771640" cy="1477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16" name="Google Shape;497;p30"/>
                <p:cNvSpPr/>
                <p:nvPr/>
              </p:nvSpPr>
              <p:spPr>
                <a:xfrm>
                  <a:off x="6576120" y="4683240"/>
                  <a:ext cx="2018160" cy="8456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7" name="Google Shape;498;p30"/>
                <p:cNvSpPr/>
                <p:nvPr/>
              </p:nvSpPr>
              <p:spPr>
                <a:xfrm>
                  <a:off x="6714360" y="4843080"/>
                  <a:ext cx="1745640" cy="5806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518" name="Google Shape;499;p30"/>
              <p:cNvSpPr/>
              <p:nvPr/>
            </p:nvSpPr>
            <p:spPr>
              <a:xfrm>
                <a:off x="6981840" y="5529600"/>
                <a:ext cx="1210320" cy="433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grpSp>
        <p:nvGrpSpPr>
          <p:cNvPr id="519" name="Google Shape;500;p30"/>
          <p:cNvGrpSpPr/>
          <p:nvPr/>
        </p:nvGrpSpPr>
        <p:grpSpPr>
          <a:xfrm>
            <a:off x="3751920" y="1731600"/>
            <a:ext cx="4091400" cy="1718280"/>
            <a:chOff x="3751920" y="1731600"/>
            <a:chExt cx="4091400" cy="1718280"/>
          </a:xfrm>
        </p:grpSpPr>
        <p:sp>
          <p:nvSpPr>
            <p:cNvPr id="520" name="Google Shape;501;p30"/>
            <p:cNvSpPr/>
            <p:nvPr/>
          </p:nvSpPr>
          <p:spPr>
            <a:xfrm>
              <a:off x="3903480" y="1866600"/>
              <a:ext cx="3939840" cy="1583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1" name="Google Shape;502;p30"/>
            <p:cNvSpPr/>
            <p:nvPr/>
          </p:nvSpPr>
          <p:spPr>
            <a:xfrm>
              <a:off x="3751920" y="1731600"/>
              <a:ext cx="3939840" cy="1583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2400" strike="noStrike" u="none">
                  <a:solidFill>
                    <a:srgbClr val="000000"/>
                  </a:solidFill>
                  <a:effectLst/>
                  <a:uFillTx/>
                  <a:latin typeface="Arial"/>
                  <a:ea typeface="Arial"/>
                </a:rPr>
                <a:t>Service</a:t>
              </a:r>
              <a:endParaRPr b="0" lang="en-US" sz="2400" strike="noStrike" u="none">
                <a:solidFill>
                  <a:srgbClr val="000000"/>
                </a:solidFill>
                <a:effectLst/>
                <a:uFillTx/>
                <a:latin typeface="Arial"/>
              </a:endParaRPr>
            </a:p>
          </p:txBody>
        </p:sp>
      </p:grpSp>
      <p:grpSp>
        <p:nvGrpSpPr>
          <p:cNvPr id="522" name="Google Shape;503;p30"/>
          <p:cNvGrpSpPr/>
          <p:nvPr/>
        </p:nvGrpSpPr>
        <p:grpSpPr>
          <a:xfrm>
            <a:off x="6848280" y="1849680"/>
            <a:ext cx="1580040" cy="434520"/>
            <a:chOff x="6848280" y="1849680"/>
            <a:chExt cx="1580040" cy="434520"/>
          </a:xfrm>
        </p:grpSpPr>
        <p:sp>
          <p:nvSpPr>
            <p:cNvPr id="523" name="Google Shape;504;p30"/>
            <p:cNvSpPr/>
            <p:nvPr/>
          </p:nvSpPr>
          <p:spPr>
            <a:xfrm rot="16200000">
              <a:off x="7421040" y="127692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4" name="Google Shape;505;p30"/>
            <p:cNvSpPr/>
            <p:nvPr/>
          </p:nvSpPr>
          <p:spPr>
            <a:xfrm>
              <a:off x="6950160" y="191700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525" name="Google Shape;506;p30"/>
          <p:cNvGrpSpPr/>
          <p:nvPr/>
        </p:nvGrpSpPr>
        <p:grpSpPr>
          <a:xfrm>
            <a:off x="4399560" y="4560840"/>
            <a:ext cx="1580040" cy="442800"/>
            <a:chOff x="4399560" y="4560840"/>
            <a:chExt cx="1580040" cy="442800"/>
          </a:xfrm>
        </p:grpSpPr>
        <p:sp>
          <p:nvSpPr>
            <p:cNvPr id="526" name="Google Shape;507;p30"/>
            <p:cNvSpPr/>
            <p:nvPr/>
          </p:nvSpPr>
          <p:spPr>
            <a:xfrm rot="16200000">
              <a:off x="4968000" y="3992040"/>
              <a:ext cx="44280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7" name="Google Shape;508;p30"/>
            <p:cNvSpPr/>
            <p:nvPr/>
          </p:nvSpPr>
          <p:spPr>
            <a:xfrm>
              <a:off x="4488120" y="4632480"/>
              <a:ext cx="137484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528" name="Google Shape;509;p30"/>
          <p:cNvGrpSpPr/>
          <p:nvPr/>
        </p:nvGrpSpPr>
        <p:grpSpPr>
          <a:xfrm>
            <a:off x="8291880" y="4565160"/>
            <a:ext cx="1580040" cy="434520"/>
            <a:chOff x="8291880" y="4565160"/>
            <a:chExt cx="1580040" cy="434520"/>
          </a:xfrm>
        </p:grpSpPr>
        <p:sp>
          <p:nvSpPr>
            <p:cNvPr id="529" name="Google Shape;510;p30"/>
            <p:cNvSpPr/>
            <p:nvPr/>
          </p:nvSpPr>
          <p:spPr>
            <a:xfrm rot="16200000">
              <a:off x="8864640" y="3992400"/>
              <a:ext cx="434520" cy="15800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0" name="Google Shape;511;p30"/>
            <p:cNvSpPr/>
            <p:nvPr/>
          </p:nvSpPr>
          <p:spPr>
            <a:xfrm>
              <a:off x="8393760" y="4632480"/>
              <a:ext cx="1348920" cy="297720"/>
            </a:xfrm>
            <a:prstGeom prst="rect">
              <a:avLst/>
            </a:prstGeom>
            <a:no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sp>
        <p:nvSpPr>
          <p:cNvPr id="531" name="Google Shape;512;p30"/>
          <p:cNvSpPr/>
          <p:nvPr/>
        </p:nvSpPr>
        <p:spPr>
          <a:xfrm flipH="1">
            <a:off x="3704760" y="3315600"/>
            <a:ext cx="2016000" cy="1170000"/>
          </a:xfrm>
          <a:custGeom>
            <a:avLst/>
            <a:gdLst>
              <a:gd name="textAreaLeft" fmla="*/ 360 w 2016000"/>
              <a:gd name="textAreaRight" fmla="*/ 2016720 w 2016000"/>
              <a:gd name="textAreaTop" fmla="*/ 0 h 1170000"/>
              <a:gd name="textAreaBottom" fmla="*/ 1170360 h 1170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32" name="Google Shape;513;p30"/>
          <p:cNvGrpSpPr/>
          <p:nvPr/>
        </p:nvGrpSpPr>
        <p:grpSpPr>
          <a:xfrm>
            <a:off x="4399560" y="5094360"/>
            <a:ext cx="1580040" cy="442800"/>
            <a:chOff x="4399560" y="5094360"/>
            <a:chExt cx="1580040" cy="442800"/>
          </a:xfrm>
        </p:grpSpPr>
        <p:sp>
          <p:nvSpPr>
            <p:cNvPr id="533" name="Google Shape;514;p30"/>
            <p:cNvSpPr/>
            <p:nvPr/>
          </p:nvSpPr>
          <p:spPr>
            <a:xfrm rot="16200000">
              <a:off x="4968000" y="452556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4" name="Google Shape;515;p30"/>
            <p:cNvSpPr/>
            <p:nvPr/>
          </p:nvSpPr>
          <p:spPr>
            <a:xfrm>
              <a:off x="4488120" y="516600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grpSp>
        <p:nvGrpSpPr>
          <p:cNvPr id="535" name="Google Shape;516;p30"/>
          <p:cNvGrpSpPr/>
          <p:nvPr/>
        </p:nvGrpSpPr>
        <p:grpSpPr>
          <a:xfrm>
            <a:off x="8307000" y="5072400"/>
            <a:ext cx="1580040" cy="442800"/>
            <a:chOff x="8307000" y="5072400"/>
            <a:chExt cx="1580040" cy="442800"/>
          </a:xfrm>
        </p:grpSpPr>
        <p:sp>
          <p:nvSpPr>
            <p:cNvPr id="536" name="Google Shape;517;p30"/>
            <p:cNvSpPr/>
            <p:nvPr/>
          </p:nvSpPr>
          <p:spPr>
            <a:xfrm rot="16200000">
              <a:off x="8875440" y="45036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7" name="Google Shape;518;p30"/>
            <p:cNvSpPr/>
            <p:nvPr/>
          </p:nvSpPr>
          <p:spPr>
            <a:xfrm>
              <a:off x="8395560" y="51440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v2</a:t>
              </a:r>
              <a:endParaRPr b="0" lang="en-US" sz="1400" strike="noStrike" u="none">
                <a:solidFill>
                  <a:srgbClr val="000000"/>
                </a:solidFill>
                <a:effectLst/>
                <a:uFillTx/>
                <a:latin typeface="Arial"/>
              </a:endParaRPr>
            </a:p>
          </p:txBody>
        </p:sp>
      </p:grpSp>
      <p:grpSp>
        <p:nvGrpSpPr>
          <p:cNvPr id="538" name="Google Shape;519;p30"/>
          <p:cNvGrpSpPr/>
          <p:nvPr/>
        </p:nvGrpSpPr>
        <p:grpSpPr>
          <a:xfrm>
            <a:off x="6848280" y="2378880"/>
            <a:ext cx="1580040" cy="442800"/>
            <a:chOff x="6848280" y="2378880"/>
            <a:chExt cx="1580040" cy="442800"/>
          </a:xfrm>
        </p:grpSpPr>
        <p:sp>
          <p:nvSpPr>
            <p:cNvPr id="539" name="Google Shape;520;p30"/>
            <p:cNvSpPr/>
            <p:nvPr/>
          </p:nvSpPr>
          <p:spPr>
            <a:xfrm rot="16200000">
              <a:off x="7416720" y="181008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0" name="Google Shape;521;p30"/>
            <p:cNvSpPr/>
            <p:nvPr/>
          </p:nvSpPr>
          <p:spPr>
            <a:xfrm>
              <a:off x="6937200" y="245052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we know so far</a:t>
            </a:r>
            <a:endParaRPr b="0" lang="en-US" sz="3200" strike="noStrike" u="none">
              <a:solidFill>
                <a:srgbClr val="000000"/>
              </a:solidFill>
              <a:effectLst/>
              <a:uFillTx/>
              <a:latin typeface="Arial"/>
            </a:endParaRPr>
          </a:p>
        </p:txBody>
      </p:sp>
      <p:sp>
        <p:nvSpPr>
          <p:cNvPr id="542" name="PlaceHolder 2"/>
          <p:cNvSpPr>
            <a:spLocks noGrp="1"/>
          </p:cNvSpPr>
          <p:nvPr>
            <p:ph type="sldNum" idx="5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70C80CB-6411-4F6E-80D8-B7A44B1281E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43" name="Google Shape;529;p31"/>
          <p:cNvSpPr/>
          <p:nvPr/>
        </p:nvSpPr>
        <p:spPr>
          <a:xfrm>
            <a:off x="1858680" y="1796760"/>
            <a:ext cx="10170720" cy="45291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Namespace</a:t>
            </a:r>
            <a:endParaRPr b="0" lang="en-US" sz="1800" strike="noStrike" u="none">
              <a:solidFill>
                <a:srgbClr val="000000"/>
              </a:solidFill>
              <a:effectLst/>
              <a:uFillTx/>
              <a:latin typeface="Arial"/>
            </a:endParaRPr>
          </a:p>
        </p:txBody>
      </p:sp>
      <p:pic>
        <p:nvPicPr>
          <p:cNvPr id="544" name="Google Shape;530;p31" descr=""/>
          <p:cNvPicPr/>
          <p:nvPr/>
        </p:nvPicPr>
        <p:blipFill>
          <a:blip r:embed="rId1"/>
          <a:stretch/>
        </p:blipFill>
        <p:spPr>
          <a:xfrm>
            <a:off x="364320" y="1949400"/>
            <a:ext cx="1166400" cy="1166400"/>
          </a:xfrm>
          <a:prstGeom prst="rect">
            <a:avLst/>
          </a:prstGeom>
          <a:noFill/>
          <a:ln w="0">
            <a:noFill/>
          </a:ln>
        </p:spPr>
      </p:pic>
      <p:grpSp>
        <p:nvGrpSpPr>
          <p:cNvPr id="545" name="Google Shape;531;p31"/>
          <p:cNvGrpSpPr/>
          <p:nvPr/>
        </p:nvGrpSpPr>
        <p:grpSpPr>
          <a:xfrm>
            <a:off x="2967840" y="4824000"/>
            <a:ext cx="3052800" cy="1099800"/>
            <a:chOff x="2967840" y="4824000"/>
            <a:chExt cx="3052800" cy="1099800"/>
          </a:xfrm>
        </p:grpSpPr>
        <p:grpSp>
          <p:nvGrpSpPr>
            <p:cNvPr id="546" name="Google Shape;532;p31"/>
            <p:cNvGrpSpPr/>
            <p:nvPr/>
          </p:nvGrpSpPr>
          <p:grpSpPr>
            <a:xfrm>
              <a:off x="2967840" y="4840200"/>
              <a:ext cx="2032920" cy="1083600"/>
              <a:chOff x="2967840" y="4840200"/>
              <a:chExt cx="2032920" cy="1083600"/>
            </a:xfrm>
          </p:grpSpPr>
          <p:grpSp>
            <p:nvGrpSpPr>
              <p:cNvPr id="547" name="Google Shape;533;p31"/>
              <p:cNvGrpSpPr/>
              <p:nvPr/>
            </p:nvGrpSpPr>
            <p:grpSpPr>
              <a:xfrm>
                <a:off x="2967840" y="4840200"/>
                <a:ext cx="2032920" cy="1083600"/>
                <a:chOff x="2967840" y="4840200"/>
                <a:chExt cx="2032920" cy="1083600"/>
              </a:xfrm>
            </p:grpSpPr>
            <p:sp>
              <p:nvSpPr>
                <p:cNvPr id="548" name="Google Shape;534;p31"/>
                <p:cNvSpPr/>
                <p:nvPr/>
              </p:nvSpPr>
              <p:spPr>
                <a:xfrm>
                  <a:off x="2967840" y="4840200"/>
                  <a:ext cx="2032920" cy="108360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49" name="Google Shape;535;p31"/>
                <p:cNvSpPr/>
                <p:nvPr/>
              </p:nvSpPr>
              <p:spPr>
                <a:xfrm>
                  <a:off x="3242880" y="4984560"/>
                  <a:ext cx="1480320" cy="6202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0" name="Google Shape;536;p31"/>
                <p:cNvSpPr/>
                <p:nvPr/>
              </p:nvSpPr>
              <p:spPr>
                <a:xfrm>
                  <a:off x="3344400" y="5101920"/>
                  <a:ext cx="1280160" cy="425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551" name="Google Shape;537;p31"/>
              <p:cNvSpPr/>
              <p:nvPr/>
            </p:nvSpPr>
            <p:spPr>
              <a:xfrm>
                <a:off x="3540600" y="5605560"/>
                <a:ext cx="887760" cy="317880"/>
              </a:xfrm>
              <a:prstGeom prst="rect">
                <a:avLst/>
              </a:prstGeom>
              <a:noFill/>
              <a:ln w="0">
                <a:noFill/>
              </a:ln>
            </p:spPr>
            <p:style>
              <a:lnRef idx="0"/>
              <a:fillRef idx="0"/>
              <a:effectRef idx="0"/>
              <a:fontRef idx="minor"/>
            </p:style>
            <p:txBody>
              <a:bodyPr lIns="90000" rIns="90000" tIns="159120" bIns="15912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552" name="Google Shape;538;p31"/>
            <p:cNvGrpSpPr/>
            <p:nvPr/>
          </p:nvGrpSpPr>
          <p:grpSpPr>
            <a:xfrm>
              <a:off x="4572720" y="4824000"/>
              <a:ext cx="1447920" cy="466560"/>
              <a:chOff x="4572720" y="4824000"/>
              <a:chExt cx="1447920" cy="466560"/>
            </a:xfrm>
          </p:grpSpPr>
          <p:sp>
            <p:nvSpPr>
              <p:cNvPr id="553" name="Google Shape;539;p31"/>
              <p:cNvSpPr/>
              <p:nvPr/>
            </p:nvSpPr>
            <p:spPr>
              <a:xfrm rot="16200000">
                <a:off x="5077800" y="4477680"/>
                <a:ext cx="466560" cy="11588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4" name="Google Shape;540;p31"/>
              <p:cNvSpPr/>
              <p:nvPr/>
            </p:nvSpPr>
            <p:spPr>
              <a:xfrm>
                <a:off x="4572720" y="4947480"/>
                <a:ext cx="1447920" cy="218160"/>
              </a:xfrm>
              <a:prstGeom prst="rect">
                <a:avLst/>
              </a:prstGeom>
              <a:noFill/>
              <a:ln w="0">
                <a:noFill/>
              </a:ln>
            </p:spPr>
            <p:style>
              <a:lnRef idx="0"/>
              <a:fillRef idx="0"/>
              <a:effectRef idx="0"/>
              <a:fontRef idx="minor"/>
            </p:style>
            <p:txBody>
              <a:bodyPr lIns="90000" rIns="90000" tIns="109080" bIns="10908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sp>
        <p:nvSpPr>
          <p:cNvPr id="555" name="Google Shape;541;p31"/>
          <p:cNvSpPr/>
          <p:nvPr/>
        </p:nvSpPr>
        <p:spPr>
          <a:xfrm>
            <a:off x="3901320" y="3667320"/>
            <a:ext cx="82800" cy="1172160"/>
          </a:xfrm>
          <a:custGeom>
            <a:avLst/>
            <a:gdLst>
              <a:gd name="textAreaLeft" fmla="*/ 0 w 82800"/>
              <a:gd name="textAreaRight" fmla="*/ 83160 w 82800"/>
              <a:gd name="textAreaTop" fmla="*/ 0 h 1172160"/>
              <a:gd name="textAreaBottom" fmla="*/ 1172520 h 11721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6" name="Google Shape;543;p31"/>
          <p:cNvSpPr/>
          <p:nvPr/>
        </p:nvSpPr>
        <p:spPr>
          <a:xfrm flipH="1">
            <a:off x="4171320" y="4828320"/>
            <a:ext cx="3377160" cy="707400"/>
          </a:xfrm>
          <a:custGeom>
            <a:avLst/>
            <a:gdLst>
              <a:gd name="textAreaLeft" fmla="*/ -360 w 3377160"/>
              <a:gd name="textAreaRight" fmla="*/ 3377160 w 3377160"/>
              <a:gd name="textAreaTop" fmla="*/ 0 h 707400"/>
              <a:gd name="textAreaBottom" fmla="*/ 707760 h 7074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57" name="Google Shape;546;p31"/>
          <p:cNvGrpSpPr/>
          <p:nvPr/>
        </p:nvGrpSpPr>
        <p:grpSpPr>
          <a:xfrm>
            <a:off x="2710800" y="4611600"/>
            <a:ext cx="2032920" cy="1083600"/>
            <a:chOff x="2710800" y="4611600"/>
            <a:chExt cx="2032920" cy="1083600"/>
          </a:xfrm>
        </p:grpSpPr>
        <p:grpSp>
          <p:nvGrpSpPr>
            <p:cNvPr id="558" name="Google Shape;547;p31"/>
            <p:cNvGrpSpPr/>
            <p:nvPr/>
          </p:nvGrpSpPr>
          <p:grpSpPr>
            <a:xfrm>
              <a:off x="2710800" y="4611600"/>
              <a:ext cx="2032920" cy="1083600"/>
              <a:chOff x="2710800" y="4611600"/>
              <a:chExt cx="2032920" cy="1083600"/>
            </a:xfrm>
          </p:grpSpPr>
          <p:sp>
            <p:nvSpPr>
              <p:cNvPr id="559" name="Google Shape;548;p31"/>
              <p:cNvSpPr/>
              <p:nvPr/>
            </p:nvSpPr>
            <p:spPr>
              <a:xfrm>
                <a:off x="2710800" y="4611600"/>
                <a:ext cx="2032920" cy="108360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60" name="Google Shape;549;p31"/>
              <p:cNvSpPr/>
              <p:nvPr/>
            </p:nvSpPr>
            <p:spPr>
              <a:xfrm>
                <a:off x="2985840" y="4755960"/>
                <a:ext cx="1480320" cy="6202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1" name="Google Shape;550;p31"/>
              <p:cNvSpPr/>
              <p:nvPr/>
            </p:nvSpPr>
            <p:spPr>
              <a:xfrm>
                <a:off x="3087360" y="4873320"/>
                <a:ext cx="1280160" cy="425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562" name="Google Shape;545;p31"/>
            <p:cNvSpPr/>
            <p:nvPr/>
          </p:nvSpPr>
          <p:spPr>
            <a:xfrm>
              <a:off x="3283560" y="5376960"/>
              <a:ext cx="887760" cy="317880"/>
            </a:xfrm>
            <a:prstGeom prst="rect">
              <a:avLst/>
            </a:prstGeom>
            <a:noFill/>
            <a:ln w="0">
              <a:noFill/>
            </a:ln>
          </p:spPr>
          <p:style>
            <a:lnRef idx="0"/>
            <a:fillRef idx="0"/>
            <a:effectRef idx="0"/>
            <a:fontRef idx="minor"/>
          </p:style>
          <p:txBody>
            <a:bodyPr lIns="90000" rIns="90000" tIns="159120" bIns="15912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563" name="Google Shape;551;p31"/>
          <p:cNvGrpSpPr/>
          <p:nvPr/>
        </p:nvGrpSpPr>
        <p:grpSpPr>
          <a:xfrm>
            <a:off x="4313880" y="4607640"/>
            <a:ext cx="1373040" cy="442440"/>
            <a:chOff x="4313880" y="4607640"/>
            <a:chExt cx="1373040" cy="442440"/>
          </a:xfrm>
        </p:grpSpPr>
        <p:sp>
          <p:nvSpPr>
            <p:cNvPr id="564" name="Google Shape;552;p31"/>
            <p:cNvSpPr/>
            <p:nvPr/>
          </p:nvSpPr>
          <p:spPr>
            <a:xfrm rot="16200000">
              <a:off x="4793040" y="4249440"/>
              <a:ext cx="442440" cy="11588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5" name="Google Shape;553;p31"/>
            <p:cNvSpPr/>
            <p:nvPr/>
          </p:nvSpPr>
          <p:spPr>
            <a:xfrm>
              <a:off x="4313880" y="4718880"/>
              <a:ext cx="1373040" cy="218160"/>
            </a:xfrm>
            <a:prstGeom prst="rect">
              <a:avLst/>
            </a:prstGeom>
            <a:noFill/>
            <a:ln w="0">
              <a:noFill/>
            </a:ln>
          </p:spPr>
          <p:style>
            <a:lnRef idx="0"/>
            <a:fillRef idx="0"/>
            <a:effectRef idx="0"/>
            <a:fontRef idx="minor"/>
          </p:style>
          <p:txBody>
            <a:bodyPr lIns="90000" rIns="90000" tIns="109080" bIns="10908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nvGrpSpPr>
          <p:cNvPr id="566" name="Google Shape;554;p31"/>
          <p:cNvGrpSpPr/>
          <p:nvPr/>
        </p:nvGrpSpPr>
        <p:grpSpPr>
          <a:xfrm>
            <a:off x="2455920" y="2505240"/>
            <a:ext cx="3784680" cy="1161360"/>
            <a:chOff x="2455920" y="2505240"/>
            <a:chExt cx="3784680" cy="1161360"/>
          </a:xfrm>
        </p:grpSpPr>
        <p:sp>
          <p:nvSpPr>
            <p:cNvPr id="567" name="Google Shape;542;p31"/>
            <p:cNvSpPr/>
            <p:nvPr/>
          </p:nvSpPr>
          <p:spPr>
            <a:xfrm>
              <a:off x="2455920" y="2505240"/>
              <a:ext cx="2890080" cy="1161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2400" strike="noStrike" u="none">
                  <a:solidFill>
                    <a:srgbClr val="000000"/>
                  </a:solidFill>
                  <a:effectLst/>
                  <a:uFillTx/>
                  <a:latin typeface="Arial"/>
                  <a:ea typeface="Arial"/>
                </a:rPr>
                <a:t>Service</a:t>
              </a:r>
              <a:endParaRPr b="0" lang="en-US" sz="2400" strike="noStrike" u="none">
                <a:solidFill>
                  <a:srgbClr val="000000"/>
                </a:solidFill>
                <a:effectLst/>
                <a:uFillTx/>
                <a:latin typeface="Arial"/>
              </a:endParaRPr>
            </a:p>
          </p:txBody>
        </p:sp>
        <p:grpSp>
          <p:nvGrpSpPr>
            <p:cNvPr id="568" name="Google Shape;555;p31"/>
            <p:cNvGrpSpPr/>
            <p:nvPr/>
          </p:nvGrpSpPr>
          <p:grpSpPr>
            <a:xfrm>
              <a:off x="4905000" y="2536200"/>
              <a:ext cx="1335600" cy="430200"/>
              <a:chOff x="4905000" y="2536200"/>
              <a:chExt cx="1335600" cy="430200"/>
            </a:xfrm>
          </p:grpSpPr>
          <p:sp>
            <p:nvSpPr>
              <p:cNvPr id="569" name="Google Shape;556;p31"/>
              <p:cNvSpPr/>
              <p:nvPr/>
            </p:nvSpPr>
            <p:spPr>
              <a:xfrm rot="16200000">
                <a:off x="5371200" y="2171880"/>
                <a:ext cx="430200" cy="11588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0" name="Google Shape;557;p31"/>
              <p:cNvSpPr/>
              <p:nvPr/>
            </p:nvSpPr>
            <p:spPr>
              <a:xfrm>
                <a:off x="4905000" y="2641320"/>
                <a:ext cx="1335600" cy="218160"/>
              </a:xfrm>
              <a:prstGeom prst="rect">
                <a:avLst/>
              </a:prstGeom>
              <a:noFill/>
              <a:ln w="0">
                <a:noFill/>
              </a:ln>
            </p:spPr>
            <p:style>
              <a:lnRef idx="0"/>
              <a:fillRef idx="0"/>
              <a:effectRef idx="0"/>
              <a:fontRef idx="minor"/>
            </p:style>
            <p:txBody>
              <a:bodyPr lIns="90000" rIns="90000" tIns="109080" bIns="10908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grpSp>
        <p:nvGrpSpPr>
          <p:cNvPr id="571" name="Google Shape;558;p31"/>
          <p:cNvGrpSpPr/>
          <p:nvPr/>
        </p:nvGrpSpPr>
        <p:grpSpPr>
          <a:xfrm>
            <a:off x="7549920" y="3679560"/>
            <a:ext cx="3876840" cy="2296800"/>
            <a:chOff x="7549920" y="3679560"/>
            <a:chExt cx="3876840" cy="2296800"/>
          </a:xfrm>
        </p:grpSpPr>
        <p:grpSp>
          <p:nvGrpSpPr>
            <p:cNvPr id="572" name="Google Shape;559;p31"/>
            <p:cNvGrpSpPr/>
            <p:nvPr/>
          </p:nvGrpSpPr>
          <p:grpSpPr>
            <a:xfrm>
              <a:off x="7549920" y="3679560"/>
              <a:ext cx="3876840" cy="2296800"/>
              <a:chOff x="7549920" y="3679560"/>
              <a:chExt cx="3876840" cy="2296800"/>
            </a:xfrm>
          </p:grpSpPr>
          <p:sp>
            <p:nvSpPr>
              <p:cNvPr id="573" name="Google Shape;544;p31"/>
              <p:cNvSpPr/>
              <p:nvPr/>
            </p:nvSpPr>
            <p:spPr>
              <a:xfrm>
                <a:off x="7549920" y="3679560"/>
                <a:ext cx="2890080" cy="229680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2400" strike="noStrike" u="none">
                    <a:solidFill>
                      <a:srgbClr val="000000"/>
                    </a:solidFill>
                    <a:effectLst/>
                    <a:uFillTx/>
                    <a:latin typeface="Arial"/>
                    <a:ea typeface="Arial"/>
                  </a:rPr>
                  <a:t>Deployment</a:t>
                </a: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p:txBody>
          </p:sp>
          <p:grpSp>
            <p:nvGrpSpPr>
              <p:cNvPr id="574" name="Google Shape;560;p31"/>
              <p:cNvGrpSpPr/>
              <p:nvPr/>
            </p:nvGrpSpPr>
            <p:grpSpPr>
              <a:xfrm>
                <a:off x="10091160" y="3770640"/>
                <a:ext cx="1335600" cy="430200"/>
                <a:chOff x="10091160" y="3770640"/>
                <a:chExt cx="1335600" cy="430200"/>
              </a:xfrm>
            </p:grpSpPr>
            <p:sp>
              <p:nvSpPr>
                <p:cNvPr id="575" name="Google Shape;561;p31"/>
                <p:cNvSpPr/>
                <p:nvPr/>
              </p:nvSpPr>
              <p:spPr>
                <a:xfrm rot="16200000">
                  <a:off x="10557720" y="3406320"/>
                  <a:ext cx="430200" cy="1158840"/>
                </a:xfrm>
                <a:prstGeom prst="snip2SameRect">
                  <a:avLst>
                    <a:gd name="adj1" fmla="val 16667"/>
                    <a:gd name="adj2" fmla="val 0"/>
                  </a:avLst>
                </a:prstGeom>
                <a:solidFill>
                  <a:srgbClr val="f4cccc"/>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6" name="Google Shape;562;p31"/>
                <p:cNvSpPr/>
                <p:nvPr/>
              </p:nvSpPr>
              <p:spPr>
                <a:xfrm>
                  <a:off x="10091160" y="3875760"/>
                  <a:ext cx="1335600" cy="218160"/>
                </a:xfrm>
                <a:prstGeom prst="rect">
                  <a:avLst/>
                </a:prstGeom>
                <a:noFill/>
                <a:ln w="0">
                  <a:noFill/>
                </a:ln>
              </p:spPr>
              <p:style>
                <a:lnRef idx="0"/>
                <a:fillRef idx="0"/>
                <a:effectRef idx="0"/>
                <a:fontRef idx="minor"/>
              </p:style>
              <p:txBody>
                <a:bodyPr lIns="90000" rIns="90000" tIns="109080" bIns="10908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app: frontend</a:t>
                  </a:r>
                  <a:endParaRPr b="0" lang="en-US" sz="1400" strike="noStrike" u="none">
                    <a:solidFill>
                      <a:srgbClr val="000000"/>
                    </a:solidFill>
                    <a:effectLst/>
                    <a:uFillTx/>
                    <a:latin typeface="Arial"/>
                  </a:endParaRPr>
                </a:p>
              </p:txBody>
            </p:sp>
          </p:grpSp>
        </p:grpSp>
        <p:sp>
          <p:nvSpPr>
            <p:cNvPr id="577" name="Google Shape;563;p31"/>
            <p:cNvSpPr/>
            <p:nvPr/>
          </p:nvSpPr>
          <p:spPr>
            <a:xfrm>
              <a:off x="8106120" y="4660920"/>
              <a:ext cx="1777320" cy="9075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600" strike="noStrike" u="none">
                  <a:solidFill>
                    <a:srgbClr val="000000"/>
                  </a:solidFill>
                  <a:effectLst/>
                  <a:uFillTx/>
                  <a:latin typeface="Consolas"/>
                  <a:ea typeface="Consolas"/>
                </a:rPr>
                <a:t>2 replicas</a:t>
              </a:r>
              <a:endParaRPr b="0" lang="en-US" sz="1600" strike="noStrike" u="none">
                <a:solidFill>
                  <a:srgbClr val="000000"/>
                </a:solidFill>
                <a:effectLst/>
                <a:uFillTx/>
                <a:latin typeface="Arial"/>
              </a:endParaRPr>
            </a:p>
            <a:p>
              <a:pPr>
                <a:lnSpc>
                  <a:spcPct val="100000"/>
                </a:lnSpc>
                <a:tabLst>
                  <a:tab algn="l" pos="0"/>
                </a:tabLst>
              </a:pPr>
              <a:r>
                <a:rPr b="0" lang="en-US" sz="1600" strike="noStrike" u="none">
                  <a:solidFill>
                    <a:srgbClr val="000000"/>
                  </a:solidFill>
                  <a:effectLst/>
                  <a:uFillTx/>
                  <a:latin typeface="Consolas"/>
                  <a:ea typeface="Consolas"/>
                </a:rPr>
                <a:t>rollingUpdates</a:t>
              </a:r>
              <a:endParaRPr b="0" lang="en-US" sz="1600" strike="noStrike" u="none">
                <a:solidFill>
                  <a:srgbClr val="000000"/>
                </a:solidFill>
                <a:effectLst/>
                <a:uFillTx/>
                <a:latin typeface="Arial"/>
              </a:endParaRPr>
            </a:p>
          </p:txBody>
        </p:sp>
      </p:grpSp>
      <p:sp>
        <p:nvSpPr>
          <p:cNvPr id="578" name="Google Shape;564;p31"/>
          <p:cNvSpPr/>
          <p:nvPr/>
        </p:nvSpPr>
        <p:spPr>
          <a:xfrm flipH="1">
            <a:off x="3727080" y="3667320"/>
            <a:ext cx="173160" cy="1205280"/>
          </a:xfrm>
          <a:custGeom>
            <a:avLst/>
            <a:gdLst>
              <a:gd name="textAreaLeft" fmla="*/ -360 w 173160"/>
              <a:gd name="textAreaRight" fmla="*/ 173160 w 173160"/>
              <a:gd name="textAreaTop" fmla="*/ 0 h 1205280"/>
              <a:gd name="textAreaBottom" fmla="*/ 1205640 h 120528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9" name="Google Shape;565;p31"/>
          <p:cNvSpPr/>
          <p:nvPr/>
        </p:nvSpPr>
        <p:spPr>
          <a:xfrm flipH="1">
            <a:off x="4367520" y="4828320"/>
            <a:ext cx="3180960" cy="257760"/>
          </a:xfrm>
          <a:custGeom>
            <a:avLst/>
            <a:gdLst>
              <a:gd name="textAreaLeft" fmla="*/ 360 w 3180960"/>
              <a:gd name="textAreaRight" fmla="*/ 3181680 w 3180960"/>
              <a:gd name="textAreaTop" fmla="*/ 0 h 257760"/>
              <a:gd name="textAreaBottom" fmla="*/ 258120 h 2577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0" name="Google Shape;566;p31"/>
          <p:cNvSpPr/>
          <p:nvPr/>
        </p:nvSpPr>
        <p:spPr>
          <a:xfrm>
            <a:off x="1531440" y="2532960"/>
            <a:ext cx="923760" cy="552960"/>
          </a:xfrm>
          <a:custGeom>
            <a:avLst/>
            <a:gdLst>
              <a:gd name="textAreaLeft" fmla="*/ 0 w 923760"/>
              <a:gd name="textAreaRight" fmla="*/ 924120 w 923760"/>
              <a:gd name="textAreaTop" fmla="*/ 0 h 552960"/>
              <a:gd name="textAreaBottom" fmla="*/ 553320 h 552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Num" idx="5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A1617CE-3FE6-453A-A2D3-9AC5981EBF2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82" name="Google Shape;572;p32"/>
          <p:cNvSpPr/>
          <p:nvPr/>
        </p:nvSpPr>
        <p:spPr>
          <a:xfrm>
            <a:off x="952560" y="324000"/>
            <a:ext cx="11231280" cy="90756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0" lang="en-US" sz="3200" strike="noStrike" u="none">
                <a:solidFill>
                  <a:srgbClr val="233445"/>
                </a:solidFill>
                <a:effectLst/>
                <a:uFillTx/>
                <a:latin typeface="Helvetica Neue Light"/>
                <a:ea typeface="Helvetica Neue Light"/>
              </a:rPr>
              <a:t>Lab</a:t>
            </a:r>
            <a:endParaRPr b="0" lang="en-US" sz="3200" strike="noStrike" u="none">
              <a:solidFill>
                <a:srgbClr val="000000"/>
              </a:solidFill>
              <a:effectLst/>
              <a:uFillTx/>
              <a:latin typeface="Arial"/>
            </a:endParaRPr>
          </a:p>
        </p:txBody>
      </p:sp>
      <p:sp>
        <p:nvSpPr>
          <p:cNvPr id="583" name="Google Shape;573;p32"/>
          <p:cNvSpPr/>
          <p:nvPr/>
        </p:nvSpPr>
        <p:spPr>
          <a:xfrm>
            <a:off x="-11880" y="1232280"/>
            <a:ext cx="12203280" cy="5304600"/>
          </a:xfrm>
          <a:prstGeom prst="rect">
            <a:avLst/>
          </a:prstGeom>
          <a:gradFill rotWithShape="0">
            <a:gsLst>
              <a:gs pos="0">
                <a:srgbClr val="d9d9d9"/>
              </a:gs>
              <a:gs pos="100000">
                <a:srgbClr val="f3f3f3"/>
              </a:gs>
            </a:gsLst>
            <a:lin ang="5400000"/>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4" name="Google Shape;575;p32"/>
          <p:cNvSpPr/>
          <p:nvPr/>
        </p:nvSpPr>
        <p:spPr>
          <a:xfrm>
            <a:off x="0" y="1512000"/>
            <a:ext cx="12191400" cy="3054600"/>
          </a:xfrm>
          <a:prstGeom prst="rect">
            <a:avLst/>
          </a:prstGeom>
          <a:noFill/>
          <a:ln w="0">
            <a:noFill/>
          </a:ln>
        </p:spPr>
        <p:style>
          <a:lnRef idx="0"/>
          <a:fillRef idx="0"/>
          <a:effectRef idx="0"/>
          <a:fontRef idx="minor"/>
        </p:style>
        <p:txBody>
          <a:bodyPr lIns="90000" rIns="90000" tIns="46800" bIns="45000" anchor="ctr">
            <a:noAutofit/>
          </a:bodyPr>
          <a:p>
            <a:pPr marL="457200" algn="ctr">
              <a:lnSpc>
                <a:spcPct val="90000"/>
              </a:lnSpc>
              <a:tabLst>
                <a:tab algn="l" pos="0"/>
              </a:tabLst>
            </a:pPr>
            <a:r>
              <a:rPr b="1" lang="en-US" sz="5500" strike="noStrike" u="none">
                <a:solidFill>
                  <a:srgbClr val="980714"/>
                </a:solidFill>
                <a:effectLst/>
                <a:uFillTx/>
                <a:latin typeface="Calibri"/>
                <a:ea typeface="Calibri"/>
              </a:rPr>
              <a:t>Declarative K8s</a:t>
            </a:r>
            <a:endParaRPr b="0" lang="en-US" sz="5500" strike="noStrike" u="none">
              <a:solidFill>
                <a:srgbClr val="980714"/>
              </a:solidFill>
              <a:effectLst/>
              <a:uFillTx/>
              <a:latin typeface="Arial"/>
            </a:endParaRPr>
          </a:p>
        </p:txBody>
      </p:sp>
      <p:sp>
        <p:nvSpPr>
          <p:cNvPr id="585" name="Google Shape;576;p32"/>
          <p:cNvSpPr/>
          <p:nvPr/>
        </p:nvSpPr>
        <p:spPr>
          <a:xfrm>
            <a:off x="-18000" y="0"/>
            <a:ext cx="12203280" cy="32328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6" name="Google Shape;577;p32"/>
          <p:cNvSpPr/>
          <p:nvPr/>
        </p:nvSpPr>
        <p:spPr>
          <a:xfrm>
            <a:off x="-11160" y="333000"/>
            <a:ext cx="12191400" cy="907560"/>
          </a:xfrm>
          <a:prstGeom prst="rect">
            <a:avLst/>
          </a:prstGeom>
          <a:noFill/>
          <a:ln w="2857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 name="PlaceHolder 2"/>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is a pod?</a:t>
            </a:r>
            <a:endParaRPr b="0" lang="en-US" sz="3200" strike="noStrike" u="none">
              <a:solidFill>
                <a:srgbClr val="000000"/>
              </a:solidFill>
              <a:effectLst/>
              <a:uFillTx/>
              <a:latin typeface="Arial"/>
            </a:endParaRPr>
          </a:p>
        </p:txBody>
      </p:sp>
      <p:sp>
        <p:nvSpPr>
          <p:cNvPr id="588" name="PlaceHolder 2"/>
          <p:cNvSpPr>
            <a:spLocks noGrp="1"/>
          </p:cNvSpPr>
          <p:nvPr>
            <p:ph/>
          </p:nvPr>
        </p:nvSpPr>
        <p:spPr>
          <a:xfrm>
            <a:off x="828000" y="15120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A minimal virtual machine containing running containers.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The smallest scheduled unit in k8s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A group of application nodes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589" name="PlaceHolder 3"/>
          <p:cNvSpPr>
            <a:spLocks noGrp="1"/>
          </p:cNvSpPr>
          <p:nvPr>
            <p:ph type="sldNum" idx="5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B13ED9F-E0AF-443B-8A0F-026B01558F4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How do we scale our application?</a:t>
            </a:r>
            <a:endParaRPr b="0" lang="en-US" sz="3200" strike="noStrike" u="none">
              <a:solidFill>
                <a:srgbClr val="000000"/>
              </a:solidFill>
              <a:effectLst/>
              <a:uFillTx/>
              <a:latin typeface="Arial"/>
            </a:endParaRPr>
          </a:p>
        </p:txBody>
      </p:sp>
      <p:sp>
        <p:nvSpPr>
          <p:cNvPr id="591" name="PlaceHolder 2"/>
          <p:cNvSpPr>
            <a:spLocks noGrp="1"/>
          </p:cNvSpPr>
          <p:nvPr>
            <p:ph/>
          </p:nvPr>
        </p:nvSpPr>
        <p:spPr>
          <a:xfrm>
            <a:off x="828000" y="15120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Changing the replica count on our Deployment object</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Adding new Deployment objects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Increasing/Decreasing the size of our Nodes (more RAM or CPU)</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592" name="PlaceHolder 3"/>
          <p:cNvSpPr>
            <a:spLocks noGrp="1"/>
          </p:cNvSpPr>
          <p:nvPr>
            <p:ph type="sldNum" idx="5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2856C0F-398F-44CA-983B-658D461F47A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Additional Resources</a:t>
            </a:r>
            <a:endParaRPr b="0" lang="en-US" sz="3200" strike="noStrike" u="none">
              <a:solidFill>
                <a:srgbClr val="000000"/>
              </a:solidFill>
              <a:effectLst/>
              <a:uFillTx/>
              <a:latin typeface="Arial"/>
            </a:endParaRPr>
          </a:p>
        </p:txBody>
      </p:sp>
      <p:sp>
        <p:nvSpPr>
          <p:cNvPr id="594" name="PlaceHolder 2"/>
          <p:cNvSpPr>
            <a:spLocks noGrp="1"/>
          </p:cNvSpPr>
          <p:nvPr>
            <p:ph/>
          </p:nvPr>
        </p:nvSpPr>
        <p:spPr>
          <a:xfrm>
            <a:off x="828000" y="1512000"/>
            <a:ext cx="10511280" cy="4679280"/>
          </a:xfrm>
          <a:prstGeom prst="rect">
            <a:avLst/>
          </a:prstGeom>
          <a:noFill/>
          <a:ln w="0">
            <a:noFill/>
          </a:ln>
        </p:spPr>
        <p:txBody>
          <a:bodyPr lIns="90000" rIns="90000" tIns="46800" bIns="45000" anchor="t">
            <a:noAutofit/>
          </a:bodyPr>
          <a:p>
            <a:pPr marL="457200" indent="-380880">
              <a:lnSpc>
                <a:spcPct val="90000"/>
              </a:lnSpc>
              <a:spcBef>
                <a:spcPts val="1001"/>
              </a:spcBef>
              <a:buClr>
                <a:srgbClr val="3f3f3f"/>
              </a:buClr>
              <a:buFont typeface="Helvetica Neue Light"/>
              <a:buChar char="•"/>
            </a:pPr>
            <a:r>
              <a:rPr b="0" lang="en-US" sz="2400" strike="noStrike" u="none">
                <a:solidFill>
                  <a:srgbClr val="3f3f3f"/>
                </a:solidFill>
                <a:effectLst/>
                <a:uFillTx/>
                <a:latin typeface="Helvetica Neue Light"/>
                <a:ea typeface="Helvetica Neue Light"/>
              </a:rPr>
              <a:t>Pods - </a:t>
            </a:r>
            <a:r>
              <a:rPr b="0" lang="en-US" sz="2400" strike="noStrike" u="sng">
                <a:solidFill>
                  <a:srgbClr val="0563c1"/>
                </a:solidFill>
                <a:effectLst/>
                <a:uFillTx/>
                <a:latin typeface="Helvetica Neue Light"/>
                <a:ea typeface="Helvetica Neue Light"/>
                <a:hlinkClick r:id="rId1"/>
              </a:rPr>
              <a:t>https://kubernetes.io/docs/concepts/workloads/pods/pod-overview/</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Deployments - </a:t>
            </a:r>
            <a:br>
              <a:rPr sz="2400"/>
            </a:br>
            <a:r>
              <a:rPr b="0" lang="en-US" sz="2400" strike="noStrike" u="sng">
                <a:solidFill>
                  <a:srgbClr val="0563c1"/>
                </a:solidFill>
                <a:effectLst/>
                <a:uFillTx/>
                <a:latin typeface="Helvetica Neue Light"/>
                <a:ea typeface="Helvetica Neue Light"/>
                <a:hlinkClick r:id="rId2"/>
              </a:rPr>
              <a:t>https://kubernetes.io/docs/concepts/workloads/controllers/deployment/</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Services - </a:t>
            </a:r>
            <a:br>
              <a:rPr sz="2400"/>
            </a:br>
            <a:r>
              <a:rPr b="0" lang="en-US" sz="2400" strike="noStrike" u="sng">
                <a:solidFill>
                  <a:srgbClr val="0563c1"/>
                </a:solidFill>
                <a:effectLst/>
                <a:uFillTx/>
                <a:latin typeface="Helvetica Neue Light"/>
                <a:ea typeface="Helvetica Neue Light"/>
                <a:hlinkClick r:id="rId3"/>
              </a:rPr>
              <a:t>https://kubernetes.io/docs/concepts/services-networking/service/</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Object Reference Docs - </a:t>
            </a:r>
            <a:br>
              <a:rPr sz="2400"/>
            </a:br>
            <a:r>
              <a:rPr b="0" lang="en-US" sz="2400" strike="noStrike" u="sng">
                <a:solidFill>
                  <a:srgbClr val="0563c1"/>
                </a:solidFill>
                <a:effectLst/>
                <a:uFillTx/>
                <a:latin typeface="Helvetica Neue Light"/>
                <a:ea typeface="Helvetica Neue Light"/>
                <a:hlinkClick r:id="rId4"/>
              </a:rPr>
              <a:t>https://kubernetes.io/docs/reference/kubernetes-api/</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1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595" name="PlaceHolder 3"/>
          <p:cNvSpPr>
            <a:spLocks noGrp="1"/>
          </p:cNvSpPr>
          <p:nvPr>
            <p:ph type="sldNum" idx="5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FF75973-D653-4D48-BE14-FBD6FFC0739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975</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2025-10-28T08:43:01Z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