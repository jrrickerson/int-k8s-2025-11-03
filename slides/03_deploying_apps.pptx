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3.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25.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media/image1.jpeg" ContentType="image/jpeg"/>
  <Override PartName="/ppt/media/image2.png" ContentType="image/png"/>
  <Override PartName="/ppt/media/image3.jpeg" ContentType="image/jpeg"/>
  <Override PartName="/ppt/media/image4.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notesSlides/notesSlide14.xml" ContentType="application/vnd.openxmlformats-officedocument.presentationml.notesSlide+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19.xml.rels" ContentType="application/vnd.openxmlformats-package.relationships+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3.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9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98"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99" name="PlaceHolder 4"/>
          <p:cNvSpPr>
            <a:spLocks noGrp="1"/>
          </p:cNvSpPr>
          <p:nvPr>
            <p:ph type="dt" idx="25"/>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00" name="PlaceHolder 5"/>
          <p:cNvSpPr>
            <a:spLocks noGrp="1"/>
          </p:cNvSpPr>
          <p:nvPr>
            <p:ph type="ftr" idx="26"/>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01" name="PlaceHolder 6"/>
          <p:cNvSpPr>
            <a:spLocks noGrp="1"/>
          </p:cNvSpPr>
          <p:nvPr>
            <p:ph type="sldNum" idx="27"/>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B3EF1624-D891-457F-AD1C-08652CE8D28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type="sldImg"/>
          </p:nvPr>
        </p:nvSpPr>
        <p:spPr>
          <a:xfrm>
            <a:off x="685800" y="1143000"/>
            <a:ext cx="5485680" cy="3085560"/>
          </a:xfrm>
          <a:prstGeom prst="rect">
            <a:avLst/>
          </a:prstGeom>
          <a:ln w="0">
            <a:noFill/>
          </a:ln>
        </p:spPr>
      </p:sp>
      <p:sp>
        <p:nvSpPr>
          <p:cNvPr id="709"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10" name="PlaceHolder 3"/>
          <p:cNvSpPr>
            <a:spLocks noGrp="1"/>
          </p:cNvSpPr>
          <p:nvPr>
            <p:ph type="sldNum" idx="47"/>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91297F00-4887-4252-8BB3-453E8451009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Img"/>
          </p:nvPr>
        </p:nvSpPr>
        <p:spPr>
          <a:xfrm>
            <a:off x="685800" y="1143000"/>
            <a:ext cx="5485680" cy="3085560"/>
          </a:xfrm>
          <a:prstGeom prst="rect">
            <a:avLst/>
          </a:prstGeom>
          <a:ln w="0">
            <a:noFill/>
          </a:ln>
        </p:spPr>
      </p:sp>
      <p:sp>
        <p:nvSpPr>
          <p:cNvPr id="712"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900" strike="noStrike" u="none">
                <a:solidFill>
                  <a:srgbClr val="020516"/>
                </a:solidFill>
                <a:effectLst/>
                <a:uFillTx/>
                <a:latin typeface="Arial"/>
                <a:ea typeface="Arial"/>
              </a:rPr>
              <a:t>Rolling updates allow you to gradually update your application to the new version alongside the old version running. This means we can avoid downtime for our overall application and not impact users. Deployment objects use rolling updates by default. Whenever we change something about our container, like having a new image, the deployment will one by one, bring up a Pod of our new version and bring down a pod of the old version until everything is at the new version.</a:t>
            </a:r>
            <a:endParaRPr b="0" lang="en-US" sz="900" strike="noStrike" u="none">
              <a:solidFill>
                <a:srgbClr val="000000"/>
              </a:solidFill>
              <a:effectLst/>
              <a:uFillTx/>
              <a:latin typeface="Arial"/>
            </a:endParaRPr>
          </a:p>
        </p:txBody>
      </p:sp>
      <p:sp>
        <p:nvSpPr>
          <p:cNvPr id="713" name="PlaceHolder 3"/>
          <p:cNvSpPr>
            <a:spLocks noGrp="1"/>
          </p:cNvSpPr>
          <p:nvPr>
            <p:ph type="sldNum" idx="48"/>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DA9D6EC-E61C-4D22-9E6F-E0BAB867B69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Img"/>
          </p:nvPr>
        </p:nvSpPr>
        <p:spPr>
          <a:xfrm>
            <a:off x="685800" y="1143000"/>
            <a:ext cx="5485680" cy="3085560"/>
          </a:xfrm>
          <a:prstGeom prst="rect">
            <a:avLst/>
          </a:prstGeom>
          <a:ln w="0">
            <a:noFill/>
          </a:ln>
        </p:spPr>
      </p:sp>
      <p:sp>
        <p:nvSpPr>
          <p:cNvPr id="715"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900" strike="noStrike" u="none">
                <a:solidFill>
                  <a:srgbClr val="020516"/>
                </a:solidFill>
                <a:effectLst/>
                <a:uFillTx/>
                <a:latin typeface="Arial"/>
                <a:ea typeface="Arial"/>
              </a:rPr>
              <a:t>Deployments handle rolling updates by creating and deleting ReplicaSets. ReplicaSets are the underlying objects that control the number of Pod replicas, it's not actually the deployment object itself. This allows a Deployment object to create 2 ReplicaSets, one of the new version and one of the old. It will increment the number of replicas on the new ReplicaSet and decrement the number on the old. </a:t>
            </a:r>
            <a:endParaRPr b="0" lang="en-US" sz="900" strike="noStrike" u="none">
              <a:solidFill>
                <a:srgbClr val="000000"/>
              </a:solidFill>
              <a:effectLst/>
              <a:uFillTx/>
              <a:latin typeface="Arial"/>
            </a:endParaRPr>
          </a:p>
        </p:txBody>
      </p:sp>
      <p:sp>
        <p:nvSpPr>
          <p:cNvPr id="716" name="PlaceHolder 3"/>
          <p:cNvSpPr>
            <a:spLocks noGrp="1"/>
          </p:cNvSpPr>
          <p:nvPr>
            <p:ph type="sldNum" idx="49"/>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5CFBB9B-77AD-41F9-9374-8A31B829CB7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Img"/>
          </p:nvPr>
        </p:nvSpPr>
        <p:spPr>
          <a:xfrm>
            <a:off x="685800" y="1143000"/>
            <a:ext cx="5485680" cy="3085560"/>
          </a:xfrm>
          <a:prstGeom prst="rect">
            <a:avLst/>
          </a:prstGeom>
          <a:ln w="0">
            <a:noFill/>
          </a:ln>
        </p:spPr>
      </p:sp>
      <p:sp>
        <p:nvSpPr>
          <p:cNvPr id="718"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19" name="PlaceHolder 3"/>
          <p:cNvSpPr>
            <a:spLocks noGrp="1"/>
          </p:cNvSpPr>
          <p:nvPr>
            <p:ph type="sldNum" idx="50"/>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8D85C6C-1AA0-49FD-AC8B-42EDD1FFDCD5}"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Img"/>
          </p:nvPr>
        </p:nvSpPr>
        <p:spPr>
          <a:xfrm>
            <a:off x="685800" y="1143000"/>
            <a:ext cx="5485680" cy="3085560"/>
          </a:xfrm>
          <a:prstGeom prst="rect">
            <a:avLst/>
          </a:prstGeom>
          <a:ln w="0">
            <a:noFill/>
          </a:ln>
        </p:spPr>
      </p:sp>
      <p:sp>
        <p:nvSpPr>
          <p:cNvPr id="721"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22" name="PlaceHolder 3"/>
          <p:cNvSpPr>
            <a:spLocks noGrp="1"/>
          </p:cNvSpPr>
          <p:nvPr>
            <p:ph type="sldNum" idx="51"/>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4BFB9FB-7236-4FC9-98F1-1722AE631398}"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685800" y="1143000"/>
            <a:ext cx="5485680" cy="3085560"/>
          </a:xfrm>
          <a:prstGeom prst="rect">
            <a:avLst/>
          </a:prstGeom>
          <a:ln w="0">
            <a:noFill/>
          </a:ln>
        </p:spPr>
      </p:sp>
      <p:sp>
        <p:nvSpPr>
          <p:cNvPr id="724"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25" name="PlaceHolder 3"/>
          <p:cNvSpPr>
            <a:spLocks noGrp="1"/>
          </p:cNvSpPr>
          <p:nvPr>
            <p:ph type="sldNum" idx="52"/>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CC9CDF0-4D5A-407C-AE82-9C239F2A26C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Img"/>
          </p:nvPr>
        </p:nvSpPr>
        <p:spPr>
          <a:xfrm>
            <a:off x="685800" y="1143000"/>
            <a:ext cx="5485680" cy="3085560"/>
          </a:xfrm>
          <a:prstGeom prst="rect">
            <a:avLst/>
          </a:prstGeom>
          <a:ln w="0">
            <a:noFill/>
          </a:ln>
        </p:spPr>
      </p:sp>
      <p:sp>
        <p:nvSpPr>
          <p:cNvPr id="727"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28" name="PlaceHolder 3"/>
          <p:cNvSpPr>
            <a:spLocks noGrp="1"/>
          </p:cNvSpPr>
          <p:nvPr>
            <p:ph type="sldNum" idx="53"/>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4C29ADF8-E0DC-47AB-B19F-08F3608993C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685800" y="1143000"/>
            <a:ext cx="5485680" cy="3085560"/>
          </a:xfrm>
          <a:prstGeom prst="rect">
            <a:avLst/>
          </a:prstGeom>
          <a:ln w="0">
            <a:noFill/>
          </a:ln>
        </p:spPr>
      </p:sp>
      <p:sp>
        <p:nvSpPr>
          <p:cNvPr id="730"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31" name="PlaceHolder 3"/>
          <p:cNvSpPr>
            <a:spLocks noGrp="1"/>
          </p:cNvSpPr>
          <p:nvPr>
            <p:ph type="sldNum" idx="54"/>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86CF038-8D0F-4B35-B43B-DFB6D57D6C5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685800" y="1143000"/>
            <a:ext cx="5485680" cy="3085560"/>
          </a:xfrm>
          <a:prstGeom prst="rect">
            <a:avLst/>
          </a:prstGeom>
          <a:ln w="0">
            <a:noFill/>
          </a:ln>
        </p:spPr>
      </p:sp>
      <p:sp>
        <p:nvSpPr>
          <p:cNvPr id="733"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34" name="PlaceHolder 3"/>
          <p:cNvSpPr>
            <a:spLocks noGrp="1"/>
          </p:cNvSpPr>
          <p:nvPr>
            <p:ph type="sldNum" idx="55"/>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966F725-F8BE-4425-93C3-0EB2E7402484}"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685800" y="1143000"/>
            <a:ext cx="5485680" cy="3085560"/>
          </a:xfrm>
          <a:prstGeom prst="rect">
            <a:avLst/>
          </a:prstGeom>
          <a:ln w="0">
            <a:noFill/>
          </a:ln>
        </p:spPr>
      </p:sp>
      <p:sp>
        <p:nvSpPr>
          <p:cNvPr id="736"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37" name="PlaceHolder 3"/>
          <p:cNvSpPr>
            <a:spLocks noGrp="1"/>
          </p:cNvSpPr>
          <p:nvPr>
            <p:ph type="sldNum" idx="56"/>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E65E314-14A7-42FC-A466-86DAC197505E}"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685800" y="1143000"/>
            <a:ext cx="5485680" cy="3085560"/>
          </a:xfrm>
          <a:prstGeom prst="rect">
            <a:avLst/>
          </a:prstGeom>
          <a:ln w="0">
            <a:noFill/>
          </a:ln>
        </p:spPr>
      </p:sp>
      <p:sp>
        <p:nvSpPr>
          <p:cNvPr id="739"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900" strike="noStrike" u="none">
                <a:solidFill>
                  <a:srgbClr val="020516"/>
                </a:solidFill>
                <a:effectLst/>
                <a:uFillTx/>
                <a:latin typeface="Arial"/>
                <a:ea typeface="Arial"/>
              </a:rPr>
              <a:t>We just saw a max surge of 1. We could instead have it move faster through this process by spinning up 2 or 3 or N pods of the new version at a time. The MaxSurge and maxUnavailable options on the deployment give us this control. </a:t>
            </a:r>
            <a:endParaRPr b="0" lang="en-US" sz="900" strike="noStrike" u="none">
              <a:solidFill>
                <a:srgbClr val="000000"/>
              </a:solidFill>
              <a:effectLst/>
              <a:uFillTx/>
              <a:latin typeface="Arial"/>
            </a:endParaRPr>
          </a:p>
        </p:txBody>
      </p:sp>
      <p:sp>
        <p:nvSpPr>
          <p:cNvPr id="740" name="PlaceHolder 3"/>
          <p:cNvSpPr>
            <a:spLocks noGrp="1"/>
          </p:cNvSpPr>
          <p:nvPr>
            <p:ph type="sldNum" idx="57"/>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09FCC04-29AF-426D-BBD9-E4606CC83FCF}"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685800" y="1143000"/>
            <a:ext cx="5485680" cy="3085560"/>
          </a:xfrm>
          <a:prstGeom prst="rect">
            <a:avLst/>
          </a:prstGeom>
          <a:ln w="0">
            <a:noFill/>
          </a:ln>
        </p:spPr>
      </p:sp>
      <p:sp>
        <p:nvSpPr>
          <p:cNvPr id="742"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900" strike="noStrike" u="none">
                <a:solidFill>
                  <a:srgbClr val="020516"/>
                </a:solidFill>
                <a:effectLst/>
                <a:uFillTx/>
                <a:latin typeface="Arial"/>
                <a:ea typeface="Arial"/>
              </a:rPr>
              <a:t>If our application cannot support both version operating simultaneously, or if we want a consistent experience by our users at the cost of downtime, we can instead use the Recreate deployment strategy.</a:t>
            </a:r>
            <a:endParaRPr b="0" lang="en-US" sz="900" strike="noStrike" u="none">
              <a:solidFill>
                <a:srgbClr val="000000"/>
              </a:solidFill>
              <a:effectLst/>
              <a:uFillTx/>
              <a:latin typeface="Arial"/>
            </a:endParaRPr>
          </a:p>
        </p:txBody>
      </p:sp>
      <p:sp>
        <p:nvSpPr>
          <p:cNvPr id="743" name="PlaceHolder 3"/>
          <p:cNvSpPr>
            <a:spLocks noGrp="1"/>
          </p:cNvSpPr>
          <p:nvPr>
            <p:ph type="sldNum" idx="58"/>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33A7814-3A8D-4688-B1F3-C14C0C7D64D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685800" y="1143000"/>
            <a:ext cx="5485680" cy="3085560"/>
          </a:xfrm>
          <a:prstGeom prst="rect">
            <a:avLst/>
          </a:prstGeom>
          <a:ln w="0">
            <a:noFill/>
          </a:ln>
        </p:spPr>
      </p:sp>
      <p:sp>
        <p:nvSpPr>
          <p:cNvPr id="745"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900" strike="noStrike" u="none">
                <a:solidFill>
                  <a:srgbClr val="020516"/>
                </a:solidFill>
                <a:effectLst/>
                <a:uFillTx/>
                <a:latin typeface="Arial"/>
                <a:ea typeface="Arial"/>
              </a:rPr>
              <a:t>This will simply delete all existing Pods and then create all of the Pods of the new version. Your overall approach may be a combination of deployment strategies. Where you try to do rolling whenever possible but in the case of, say, a database schema update, you opt for recreate as the old version of the app may not understand the new database.</a:t>
            </a:r>
            <a:endParaRPr b="0" lang="en-US" sz="900" strike="noStrike" u="none">
              <a:solidFill>
                <a:srgbClr val="000000"/>
              </a:solidFill>
              <a:effectLst/>
              <a:uFillTx/>
              <a:latin typeface="Arial"/>
            </a:endParaRPr>
          </a:p>
        </p:txBody>
      </p:sp>
      <p:sp>
        <p:nvSpPr>
          <p:cNvPr id="746" name="PlaceHolder 3"/>
          <p:cNvSpPr>
            <a:spLocks noGrp="1"/>
          </p:cNvSpPr>
          <p:nvPr>
            <p:ph type="sldNum" idx="59"/>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6C5C109-F822-46D9-9006-A23146A0D39B}"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Img"/>
          </p:nvPr>
        </p:nvSpPr>
        <p:spPr>
          <a:xfrm>
            <a:off x="685800" y="1143000"/>
            <a:ext cx="5485680" cy="3085560"/>
          </a:xfrm>
          <a:prstGeom prst="rect">
            <a:avLst/>
          </a:prstGeom>
          <a:ln w="0">
            <a:noFill/>
          </a:ln>
        </p:spPr>
      </p:sp>
      <p:sp>
        <p:nvSpPr>
          <p:cNvPr id="748"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900" strike="noStrike" u="none">
                <a:solidFill>
                  <a:srgbClr val="020516"/>
                </a:solidFill>
                <a:effectLst/>
                <a:uFillTx/>
                <a:latin typeface="Arial"/>
                <a:ea typeface="Arial"/>
              </a:rPr>
              <a:t>You may find value in testing your new version against real user traffic before updating everything. Canary deployments allow you to only have a percentage of user traffic go to the new version. (like a canary in a coal mine) This will allow you to vet the new version with scenarios you may not have been able to predict, and if there is a problem, it only affects a small subset of your users.</a:t>
            </a:r>
            <a:endParaRPr b="0" lang="en-US" sz="900" strike="noStrike" u="none">
              <a:solidFill>
                <a:srgbClr val="000000"/>
              </a:solidFill>
              <a:effectLst/>
              <a:uFillTx/>
              <a:latin typeface="Arial"/>
            </a:endParaRPr>
          </a:p>
          <a:p>
            <a:pPr indent="0">
              <a:lnSpc>
                <a:spcPct val="100000"/>
              </a:lnSpc>
              <a:buNone/>
              <a:tabLst>
                <a:tab algn="l" pos="0"/>
              </a:tabLst>
            </a:pPr>
            <a:endParaRPr b="0" lang="en-US" sz="900" strike="noStrike" u="none">
              <a:solidFill>
                <a:srgbClr val="000000"/>
              </a:solidFill>
              <a:effectLst/>
              <a:uFillTx/>
              <a:latin typeface="Arial"/>
            </a:endParaRPr>
          </a:p>
          <a:p>
            <a:pPr indent="0">
              <a:lnSpc>
                <a:spcPct val="100000"/>
              </a:lnSpc>
              <a:buNone/>
              <a:tabLst>
                <a:tab algn="l" pos="0"/>
              </a:tabLst>
            </a:pPr>
            <a:r>
              <a:rPr b="0" lang="en-US" sz="900" strike="noStrike" u="none">
                <a:solidFill>
                  <a:srgbClr val="020516"/>
                </a:solidFill>
                <a:effectLst/>
                <a:uFillTx/>
                <a:latin typeface="Arial"/>
                <a:ea typeface="Arial"/>
              </a:rPr>
              <a:t>One way to do canary deployments is to create a new Deployment object for the new version of the app, say with just 1 pod. Have the service point to Pods of both deployments and when you are happy, just scale up the new version then delete the old Deployment. There are additional tools you can use on top of kubernetes to have finer grained control over splitting traffic for canary deployments, say for example you only want users named "jason" to hit the new version before you move everyone onto it.Or or you want exactly 5% of your users to hit the new version until you decide it's good.</a:t>
            </a:r>
            <a:endParaRPr b="0" lang="en-US" sz="900" strike="noStrike" u="none">
              <a:solidFill>
                <a:srgbClr val="000000"/>
              </a:solidFill>
              <a:effectLst/>
              <a:uFillTx/>
              <a:latin typeface="Arial"/>
            </a:endParaRPr>
          </a:p>
        </p:txBody>
      </p:sp>
      <p:sp>
        <p:nvSpPr>
          <p:cNvPr id="749" name="PlaceHolder 3"/>
          <p:cNvSpPr>
            <a:spLocks noGrp="1"/>
          </p:cNvSpPr>
          <p:nvPr>
            <p:ph type="sldNum" idx="60"/>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26C9397-3F9D-4C94-A6A7-9336AA527C2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Img"/>
          </p:nvPr>
        </p:nvSpPr>
        <p:spPr>
          <a:xfrm>
            <a:off x="685800" y="1143000"/>
            <a:ext cx="5485680" cy="3085560"/>
          </a:xfrm>
          <a:prstGeom prst="rect">
            <a:avLst/>
          </a:prstGeom>
          <a:ln w="0">
            <a:noFill/>
          </a:ln>
        </p:spPr>
      </p:sp>
      <p:sp>
        <p:nvSpPr>
          <p:cNvPr id="751"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900" strike="noStrike" u="none">
                <a:solidFill>
                  <a:srgbClr val="020516"/>
                </a:solidFill>
                <a:effectLst/>
                <a:uFillTx/>
                <a:latin typeface="Arial"/>
                <a:ea typeface="Arial"/>
              </a:rPr>
              <a:t>Blue/Green deployments are an approach where you complete roll out the new version separately, then when you are ready, you flip over to sending all users to the new version.  THis allows you to control when the deployment occurs but minimize downtime. This is done by creating a new deployment for the new version and updating a Service label selector to point to the new version instead of the old.</a:t>
            </a:r>
            <a:endParaRPr b="0" lang="en-US" sz="900" strike="noStrike" u="none">
              <a:solidFill>
                <a:srgbClr val="000000"/>
              </a:solidFill>
              <a:effectLst/>
              <a:uFillTx/>
              <a:latin typeface="Arial"/>
            </a:endParaRPr>
          </a:p>
        </p:txBody>
      </p:sp>
      <p:sp>
        <p:nvSpPr>
          <p:cNvPr id="752" name="PlaceHolder 3"/>
          <p:cNvSpPr>
            <a:spLocks noGrp="1"/>
          </p:cNvSpPr>
          <p:nvPr>
            <p:ph type="sldNum" idx="61"/>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72DF486-29E3-4F97-8918-BD6DCCE442AD}"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685800" y="1143000"/>
            <a:ext cx="5485680" cy="3085560"/>
          </a:xfrm>
          <a:prstGeom prst="rect">
            <a:avLst/>
          </a:prstGeom>
          <a:ln w="0">
            <a:noFill/>
          </a:ln>
        </p:spPr>
      </p:sp>
      <p:sp>
        <p:nvSpPr>
          <p:cNvPr id="754"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900" strike="noStrike" u="none">
                <a:solidFill>
                  <a:srgbClr val="020516"/>
                </a:solidFill>
                <a:effectLst/>
                <a:uFillTx/>
                <a:latin typeface="Arial"/>
                <a:ea typeface="Arial"/>
              </a:rPr>
              <a:t>Blue/Green deployments are an approach where you complete roll out the new version separately, then when you are ready, you flip over to sending all users to the new version.  THis allows you to control when the deployment occurs but minimize downtime. This is done by creating a new deployment for the new version and updating a Service label selector to point to the new version instead of the old.</a:t>
            </a:r>
            <a:endParaRPr b="0" lang="en-US" sz="900" strike="noStrike" u="none">
              <a:solidFill>
                <a:srgbClr val="000000"/>
              </a:solidFill>
              <a:effectLst/>
              <a:uFillTx/>
              <a:latin typeface="Arial"/>
            </a:endParaRPr>
          </a:p>
        </p:txBody>
      </p:sp>
      <p:sp>
        <p:nvSpPr>
          <p:cNvPr id="755" name="PlaceHolder 3"/>
          <p:cNvSpPr>
            <a:spLocks noGrp="1"/>
          </p:cNvSpPr>
          <p:nvPr>
            <p:ph type="sldNum" idx="62"/>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EF4DFBCF-1B04-4382-977C-A010B5C48AD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685800" y="1143000"/>
            <a:ext cx="5485680" cy="3085560"/>
          </a:xfrm>
          <a:prstGeom prst="rect">
            <a:avLst/>
          </a:prstGeom>
          <a:ln w="0">
            <a:noFill/>
          </a:ln>
        </p:spPr>
      </p:sp>
      <p:sp>
        <p:nvSpPr>
          <p:cNvPr id="757"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58" name="PlaceHolder 3"/>
          <p:cNvSpPr>
            <a:spLocks noGrp="1"/>
          </p:cNvSpPr>
          <p:nvPr>
            <p:ph type="sldNum" idx="63"/>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90F2AE19-BDB5-4041-9E59-D8E787F178D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Img"/>
          </p:nvPr>
        </p:nvSpPr>
        <p:spPr>
          <a:xfrm>
            <a:off x="685800" y="1143000"/>
            <a:ext cx="5485680" cy="3085560"/>
          </a:xfrm>
          <a:prstGeom prst="rect">
            <a:avLst/>
          </a:prstGeom>
          <a:ln w="0">
            <a:noFill/>
          </a:ln>
        </p:spPr>
      </p:sp>
      <p:sp>
        <p:nvSpPr>
          <p:cNvPr id="760"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61" name="PlaceHolder 3"/>
          <p:cNvSpPr>
            <a:spLocks noGrp="1"/>
          </p:cNvSpPr>
          <p:nvPr>
            <p:ph type="sldNum" idx="64"/>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88A2D0F-5733-41ED-A81B-CAAC5B8339F1}"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sldImg"/>
          </p:nvPr>
        </p:nvSpPr>
        <p:spPr>
          <a:xfrm>
            <a:off x="685800" y="1143000"/>
            <a:ext cx="5485680" cy="3085560"/>
          </a:xfrm>
          <a:prstGeom prst="rect">
            <a:avLst/>
          </a:prstGeom>
          <a:ln w="0">
            <a:noFill/>
          </a:ln>
        </p:spPr>
      </p:sp>
      <p:sp>
        <p:nvSpPr>
          <p:cNvPr id="763"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Synchronized deployment with a dependent API (backward incompatible change)</a:t>
            </a:r>
            <a:endParaRPr b="0" lang="en-US" sz="1200" strike="noStrike" u="none">
              <a:solidFill>
                <a:srgbClr val="000000"/>
              </a:solidFill>
              <a:effectLst/>
              <a:uFillTx/>
              <a:latin typeface="Arial"/>
            </a:endParaRPr>
          </a:p>
        </p:txBody>
      </p:sp>
      <p:sp>
        <p:nvSpPr>
          <p:cNvPr id="764" name="PlaceHolder 3"/>
          <p:cNvSpPr>
            <a:spLocks noGrp="1"/>
          </p:cNvSpPr>
          <p:nvPr>
            <p:ph type="sldNum" idx="65"/>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554EF75-ED98-4431-B68A-1A9E04E92E9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 name="PlaceHolder 2"/>
          <p:cNvSpPr>
            <a:spLocks noGrp="1"/>
          </p:cNvSpPr>
          <p:nvPr>
            <p:ph type="body"/>
          </p:nvPr>
        </p:nvSpPr>
        <p:spPr>
          <a:xfrm>
            <a:off x="828000" y="15282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 name="PlaceHolder 3"/>
          <p:cNvSpPr>
            <a:spLocks noGrp="1"/>
          </p:cNvSpPr>
          <p:nvPr>
            <p:ph type="body"/>
          </p:nvPr>
        </p:nvSpPr>
        <p:spPr>
          <a:xfrm>
            <a:off x="6214680" y="15282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a:t>
            </a:r>
            <a:r>
              <a:rPr b="0" lang="en-US" sz="1800" strike="noStrike" u="none">
                <a:solidFill>
                  <a:srgbClr val="000000"/>
                </a:solidFill>
                <a:effectLst/>
                <a:uFillTx/>
                <a:latin typeface="Arial"/>
              </a:rPr>
              <a:t>Level</a:t>
            </a:r>
            <a:endParaRPr b="0" lang="en-US" sz="1800" strike="noStrike" u="none">
              <a:solidFill>
                <a:srgbClr val="000000"/>
              </a:solidFill>
              <a:effectLst/>
              <a:uFillTx/>
              <a:latin typeface="Arial"/>
            </a:endParaRPr>
          </a:p>
        </p:txBody>
      </p:sp>
      <p:sp>
        <p:nvSpPr>
          <p:cNvPr id="3" name="PlaceHolder 4"/>
          <p:cNvSpPr>
            <a:spLocks noGrp="1"/>
          </p:cNvSpPr>
          <p:nvPr>
            <p:ph type="body"/>
          </p:nvPr>
        </p:nvSpPr>
        <p:spPr>
          <a:xfrm>
            <a:off x="6214680" y="39726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bg>
      <p:bgPr>
        <a:blipFill rotWithShape="0">
          <a:blip r:embed="rId2"/>
          <a:stretch/>
        </a:blip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5" name="PlaceHolder 2"/>
          <p:cNvSpPr>
            <a:spLocks noGrp="1"/>
          </p:cNvSpPr>
          <p:nvPr>
            <p:ph type="body"/>
          </p:nvPr>
        </p:nvSpPr>
        <p:spPr>
          <a:xfrm>
            <a:off x="828000" y="15282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 name="PlaceHolder 3"/>
          <p:cNvSpPr>
            <a:spLocks noGrp="1"/>
          </p:cNvSpPr>
          <p:nvPr>
            <p:ph type="body"/>
          </p:nvPr>
        </p:nvSpPr>
        <p:spPr>
          <a:xfrm>
            <a:off x="6214680" y="15282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 name="PlaceHolder 4"/>
          <p:cNvSpPr>
            <a:spLocks noGrp="1"/>
          </p:cNvSpPr>
          <p:nvPr>
            <p:ph type="body"/>
          </p:nvPr>
        </p:nvSpPr>
        <p:spPr>
          <a:xfrm>
            <a:off x="828000" y="39726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bg>
      <p:bgPr>
        <a:blipFill rotWithShape="0">
          <a:blip r:embed="rId2"/>
          <a:stretch/>
        </a:blip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 name="PlaceHolder 2"/>
          <p:cNvSpPr>
            <a:spLocks noGrp="1"/>
          </p:cNvSpPr>
          <p:nvPr>
            <p:ph type="body"/>
          </p:nvPr>
        </p:nvSpPr>
        <p:spPr>
          <a:xfrm>
            <a:off x="828000" y="15282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 name="PlaceHolder 3"/>
          <p:cNvSpPr>
            <a:spLocks noGrp="1"/>
          </p:cNvSpPr>
          <p:nvPr>
            <p:ph type="body"/>
          </p:nvPr>
        </p:nvSpPr>
        <p:spPr>
          <a:xfrm>
            <a:off x="828000" y="39726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bg>
      <p:bgPr>
        <a:blipFill rotWithShape="0">
          <a:blip r:embed="rId2"/>
          <a:stretch/>
        </a:blip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a:t>
            </a:r>
            <a:r>
              <a:rPr b="0" lang="en-US" sz="1800" strike="noStrike" u="none">
                <a:solidFill>
                  <a:srgbClr val="000000"/>
                </a:solidFill>
                <a:effectLst/>
                <a:uFillTx/>
                <a:latin typeface="Arial"/>
              </a:rPr>
              <a:t>edit the </a:t>
            </a:r>
            <a:r>
              <a:rPr b="0" lang="en-US" sz="1800" strike="noStrike" u="none">
                <a:solidFill>
                  <a:srgbClr val="000000"/>
                </a:solidFill>
                <a:effectLst/>
                <a:uFillTx/>
                <a:latin typeface="Arial"/>
              </a:rPr>
              <a:t>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12" name="PlaceHolder 2"/>
          <p:cNvSpPr>
            <a:spLocks noGrp="1"/>
          </p:cNvSpPr>
          <p:nvPr>
            <p:ph type="body"/>
          </p:nvPr>
        </p:nvSpPr>
        <p:spPr>
          <a:xfrm>
            <a:off x="828000" y="15282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 name="PlaceHolder 3"/>
          <p:cNvSpPr>
            <a:spLocks noGrp="1"/>
          </p:cNvSpPr>
          <p:nvPr>
            <p:ph type="body"/>
          </p:nvPr>
        </p:nvSpPr>
        <p:spPr>
          <a:xfrm>
            <a:off x="6214680" y="15282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 name="PlaceHolder 4"/>
          <p:cNvSpPr>
            <a:spLocks noGrp="1"/>
          </p:cNvSpPr>
          <p:nvPr>
            <p:ph type="body"/>
          </p:nvPr>
        </p:nvSpPr>
        <p:spPr>
          <a:xfrm>
            <a:off x="828000" y="39726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 name="PlaceHolder 5"/>
          <p:cNvSpPr>
            <a:spLocks noGrp="1"/>
          </p:cNvSpPr>
          <p:nvPr>
            <p:ph type="body"/>
          </p:nvPr>
        </p:nvSpPr>
        <p:spPr>
          <a:xfrm>
            <a:off x="6214680" y="39726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bg>
      <p:bgPr>
        <a:blipFill rotWithShape="0">
          <a:blip r:embed="rId2"/>
          <a:stretch/>
        </a:blip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a:t>
            </a:r>
            <a:r>
              <a:rPr b="0" lang="en-US" sz="1800" strike="noStrike" u="none">
                <a:solidFill>
                  <a:srgbClr val="000000"/>
                </a:solidFill>
                <a:effectLst/>
                <a:uFillTx/>
                <a:latin typeface="Arial"/>
              </a:rPr>
              <a:t>title text format</a:t>
            </a:r>
            <a:endParaRPr b="0" lang="en-US" sz="1800" strike="noStrike" u="none">
              <a:solidFill>
                <a:srgbClr val="000000"/>
              </a:solidFill>
              <a:effectLst/>
              <a:uFillTx/>
              <a:latin typeface="Arial"/>
            </a:endParaRPr>
          </a:p>
        </p:txBody>
      </p:sp>
      <p:sp>
        <p:nvSpPr>
          <p:cNvPr id="17" name="PlaceHolder 2"/>
          <p:cNvSpPr>
            <a:spLocks noGrp="1"/>
          </p:cNvSpPr>
          <p:nvPr>
            <p:ph type="body"/>
          </p:nvPr>
        </p:nvSpPr>
        <p:spPr>
          <a:xfrm>
            <a:off x="828000" y="15282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8" name="PlaceHolder 3"/>
          <p:cNvSpPr>
            <a:spLocks noGrp="1"/>
          </p:cNvSpPr>
          <p:nvPr>
            <p:ph type="body"/>
          </p:nvPr>
        </p:nvSpPr>
        <p:spPr>
          <a:xfrm>
            <a:off x="4381920" y="15282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9" name="PlaceHolder 4"/>
          <p:cNvSpPr>
            <a:spLocks noGrp="1"/>
          </p:cNvSpPr>
          <p:nvPr>
            <p:ph type="body"/>
          </p:nvPr>
        </p:nvSpPr>
        <p:spPr>
          <a:xfrm>
            <a:off x="7935840" y="15282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0" name="PlaceHolder 5"/>
          <p:cNvSpPr>
            <a:spLocks noGrp="1"/>
          </p:cNvSpPr>
          <p:nvPr>
            <p:ph type="body"/>
          </p:nvPr>
        </p:nvSpPr>
        <p:spPr>
          <a:xfrm>
            <a:off x="828000" y="39726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1" name="PlaceHolder 6"/>
          <p:cNvSpPr>
            <a:spLocks noGrp="1"/>
          </p:cNvSpPr>
          <p:nvPr>
            <p:ph type="body"/>
          </p:nvPr>
        </p:nvSpPr>
        <p:spPr>
          <a:xfrm>
            <a:off x="4381920" y="39726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2" name="PlaceHolder 7"/>
          <p:cNvSpPr>
            <a:spLocks noGrp="1"/>
          </p:cNvSpPr>
          <p:nvPr>
            <p:ph type="body"/>
          </p:nvPr>
        </p:nvSpPr>
        <p:spPr>
          <a:xfrm>
            <a:off x="7935840" y="39726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bg>
      <p:bgPr>
        <a:blipFill rotWithShape="0">
          <a:blip r:embed="rId2"/>
          <a:stretch/>
        </a:blip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a:t>
            </a:r>
            <a:r>
              <a:rPr b="0" lang="en-US" sz="4400" strike="noStrike" u="none">
                <a:solidFill>
                  <a:srgbClr val="000000"/>
                </a:solidFill>
                <a:effectLst/>
                <a:uFillTx/>
                <a:latin typeface="Arial"/>
              </a:rPr>
              <a:t>edit the </a:t>
            </a:r>
            <a:r>
              <a:rPr b="0" lang="en-US" sz="4400" strike="noStrike" u="none">
                <a:solidFill>
                  <a:srgbClr val="000000"/>
                </a:solidFill>
                <a:effectLst/>
                <a:uFillTx/>
                <a:latin typeface="Arial"/>
              </a:rPr>
              <a:t>title text </a:t>
            </a:r>
            <a:r>
              <a:rPr b="0" lang="en-US" sz="4400" strike="noStrike" u="none">
                <a:solidFill>
                  <a:srgbClr val="000000"/>
                </a:solidFill>
                <a:effectLst/>
                <a:uFillTx/>
                <a:latin typeface="Arial"/>
              </a:rPr>
              <a:t>format</a:t>
            </a:r>
            <a:endParaRPr b="0" lang="en-US" sz="4400" strike="noStrike" u="none">
              <a:solidFill>
                <a:srgbClr val="000000"/>
              </a:solidFill>
              <a:effectLst/>
              <a:uFillTx/>
              <a:latin typeface="Arial"/>
            </a:endParaRPr>
          </a:p>
        </p:txBody>
      </p:sp>
      <p:sp>
        <p:nvSpPr>
          <p:cNvPr id="2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bg>
      <p:bgPr>
        <a:blipFill rotWithShape="0">
          <a:blip r:embed="rId2"/>
          <a:stretch/>
        </a:blip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a:t>
            </a:r>
            <a:r>
              <a:rPr b="0" lang="en-US" sz="1800" strike="noStrike" u="none">
                <a:solidFill>
                  <a:srgbClr val="000000"/>
                </a:solidFill>
                <a:effectLst/>
                <a:uFillTx/>
                <a:latin typeface="Arial"/>
              </a:rPr>
              <a:t>edit the </a:t>
            </a:r>
            <a:r>
              <a:rPr b="0" lang="en-US" sz="1800" strike="noStrike" u="none">
                <a:solidFill>
                  <a:srgbClr val="000000"/>
                </a:solidFill>
                <a:effectLst/>
                <a:uFillTx/>
                <a:latin typeface="Arial"/>
              </a:rPr>
              <a:t>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bg>
      <p:bgPr>
        <a:blipFill rotWithShape="0">
          <a:blip r:embed="rId2"/>
          <a:stretch/>
        </a:blip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a:t>
            </a:r>
            <a:r>
              <a:rPr b="0" lang="en-US" sz="1800" strike="noStrike" u="none">
                <a:solidFill>
                  <a:srgbClr val="000000"/>
                </a:solidFill>
                <a:effectLst/>
                <a:uFillTx/>
                <a:latin typeface="Arial"/>
              </a:rPr>
              <a:t>edit the </a:t>
            </a:r>
            <a:r>
              <a:rPr b="0" lang="en-US" sz="1800" strike="noStrike" u="none">
                <a:solidFill>
                  <a:srgbClr val="000000"/>
                </a:solidFill>
                <a:effectLst/>
                <a:uFillTx/>
                <a:latin typeface="Arial"/>
              </a:rPr>
              <a:t>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27" name="PlaceHolder 2"/>
          <p:cNvSpPr>
            <a:spLocks noGrp="1"/>
          </p:cNvSpPr>
          <p:nvPr>
            <p:ph type="body"/>
          </p:nvPr>
        </p:nvSpPr>
        <p:spPr>
          <a:xfrm>
            <a:off x="828000" y="1528200"/>
            <a:ext cx="10511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bg>
      <p:bgPr>
        <a:blipFill rotWithShape="0">
          <a:blip r:embed="rId2"/>
          <a:stretch/>
        </a:blip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a:t>
            </a:r>
            <a:r>
              <a:rPr b="0" lang="en-US" sz="1800" strike="noStrike" u="none">
                <a:solidFill>
                  <a:srgbClr val="000000"/>
                </a:solidFill>
                <a:effectLst/>
                <a:uFillTx/>
                <a:latin typeface="Arial"/>
              </a:rPr>
              <a:t>edit the </a:t>
            </a:r>
            <a:r>
              <a:rPr b="0" lang="en-US" sz="1800" strike="noStrike" u="none">
                <a:solidFill>
                  <a:srgbClr val="000000"/>
                </a:solidFill>
                <a:effectLst/>
                <a:uFillTx/>
                <a:latin typeface="Arial"/>
              </a:rPr>
              <a:t>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29" name="PlaceHolder 2"/>
          <p:cNvSpPr>
            <a:spLocks noGrp="1"/>
          </p:cNvSpPr>
          <p:nvPr>
            <p:ph type="body"/>
          </p:nvPr>
        </p:nvSpPr>
        <p:spPr>
          <a:xfrm>
            <a:off x="828000" y="15282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0" name="PlaceHolder 3"/>
          <p:cNvSpPr>
            <a:spLocks noGrp="1"/>
          </p:cNvSpPr>
          <p:nvPr>
            <p:ph type="body"/>
          </p:nvPr>
        </p:nvSpPr>
        <p:spPr>
          <a:xfrm>
            <a:off x="6214680" y="15282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stretch/>
        </a:blip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a:t>
            </a:r>
            <a:r>
              <a:rPr b="0" lang="en-US" sz="1800" strike="noStrike" u="none">
                <a:solidFill>
                  <a:srgbClr val="000000"/>
                </a:solidFill>
                <a:effectLst/>
                <a:uFillTx/>
                <a:latin typeface="Arial"/>
              </a:rPr>
              <a:t>edit the </a:t>
            </a:r>
            <a:r>
              <a:rPr b="0" lang="en-US" sz="1800" strike="noStrike" u="none">
                <a:solidFill>
                  <a:srgbClr val="000000"/>
                </a:solidFill>
                <a:effectLst/>
                <a:uFillTx/>
                <a:latin typeface="Arial"/>
              </a:rPr>
              <a:t>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Centered Text">
    <p:bg>
      <p:bgPr>
        <a:blipFill rotWithShape="0">
          <a:blip r:embed="rId2"/>
          <a:stretch/>
        </a:blipFill>
      </p:bgPr>
    </p:bg>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bg>
      <p:bgPr>
        <a:blipFill rotWithShape="0">
          <a:blip r:embed="rId2"/>
          <a:stretch/>
        </a:blip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33" name="PlaceHolder 2"/>
          <p:cNvSpPr>
            <a:spLocks noGrp="1"/>
          </p:cNvSpPr>
          <p:nvPr>
            <p:ph type="body"/>
          </p:nvPr>
        </p:nvSpPr>
        <p:spPr>
          <a:xfrm>
            <a:off x="828000" y="15282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4" name="PlaceHolder 3"/>
          <p:cNvSpPr>
            <a:spLocks noGrp="1"/>
          </p:cNvSpPr>
          <p:nvPr>
            <p:ph type="body"/>
          </p:nvPr>
        </p:nvSpPr>
        <p:spPr>
          <a:xfrm>
            <a:off x="6214680" y="15282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5" name="PlaceHolder 4"/>
          <p:cNvSpPr>
            <a:spLocks noGrp="1"/>
          </p:cNvSpPr>
          <p:nvPr>
            <p:ph type="body"/>
          </p:nvPr>
        </p:nvSpPr>
        <p:spPr>
          <a:xfrm>
            <a:off x="828000" y="39726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p:bg>
      <p:bgPr>
        <a:blipFill rotWithShape="0">
          <a:blip r:embed="rId2"/>
          <a:stretch/>
        </a:blip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a:t>
            </a:r>
            <a:r>
              <a:rPr b="0" lang="en-US" sz="1800" strike="noStrike" u="none">
                <a:solidFill>
                  <a:srgbClr val="000000"/>
                </a:solidFill>
                <a:effectLst/>
                <a:uFillTx/>
                <a:latin typeface="Arial"/>
              </a:rPr>
              <a:t>to edit </a:t>
            </a:r>
            <a:r>
              <a:rPr b="0" lang="en-US" sz="1800" strike="noStrike" u="none">
                <a:solidFill>
                  <a:srgbClr val="000000"/>
                </a:solidFill>
                <a:effectLst/>
                <a:uFillTx/>
                <a:latin typeface="Arial"/>
              </a:rPr>
              <a:t>the </a:t>
            </a:r>
            <a:r>
              <a:rPr b="0" lang="en-US" sz="1800" strike="noStrike" u="none">
                <a:solidFill>
                  <a:srgbClr val="000000"/>
                </a:solidFill>
                <a:effectLst/>
                <a:uFillTx/>
                <a:latin typeface="Arial"/>
              </a:rPr>
              <a:t>title </a:t>
            </a:r>
            <a:r>
              <a:rPr b="0" lang="en-US" sz="1800" strike="noStrike" u="none">
                <a:solidFill>
                  <a:srgbClr val="000000"/>
                </a:solidFill>
                <a:effectLst/>
                <a:uFillTx/>
                <a:latin typeface="Arial"/>
              </a:rPr>
              <a:t>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37" name="PlaceHolder 2"/>
          <p:cNvSpPr>
            <a:spLocks noGrp="1"/>
          </p:cNvSpPr>
          <p:nvPr>
            <p:ph type="body"/>
          </p:nvPr>
        </p:nvSpPr>
        <p:spPr>
          <a:xfrm>
            <a:off x="828000" y="15282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8" name="PlaceHolder 3"/>
          <p:cNvSpPr>
            <a:spLocks noGrp="1"/>
          </p:cNvSpPr>
          <p:nvPr>
            <p:ph type="body"/>
          </p:nvPr>
        </p:nvSpPr>
        <p:spPr>
          <a:xfrm>
            <a:off x="6214680" y="15282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9" name="PlaceHolder 4"/>
          <p:cNvSpPr>
            <a:spLocks noGrp="1"/>
          </p:cNvSpPr>
          <p:nvPr>
            <p:ph type="body"/>
          </p:nvPr>
        </p:nvSpPr>
        <p:spPr>
          <a:xfrm>
            <a:off x="6214680" y="39726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0" name="PlaceHolder 5"/>
          <p:cNvSpPr>
            <a:spLocks noGrp="1"/>
          </p:cNvSpPr>
          <p:nvPr>
            <p:ph type="ftr" idx="1"/>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41" name="PlaceHolder 6"/>
          <p:cNvSpPr>
            <a:spLocks noGrp="1"/>
          </p:cNvSpPr>
          <p:nvPr>
            <p:ph type="sldNum" idx="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01F45655-7895-4DD3-9148-F6B8272E3EF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
    <p:bg>
      <p:bgPr>
        <a:blipFill rotWithShape="0">
          <a:blip r:embed="rId2"/>
          <a:stretch/>
        </a:blip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a:t>
            </a:r>
            <a:r>
              <a:rPr b="0" lang="en-US" sz="1800" strike="noStrike" u="none">
                <a:solidFill>
                  <a:srgbClr val="000000"/>
                </a:solidFill>
                <a:effectLst/>
                <a:uFillTx/>
                <a:latin typeface="Arial"/>
              </a:rPr>
              <a:t>edit the </a:t>
            </a:r>
            <a:r>
              <a:rPr b="0" lang="en-US" sz="1800" strike="noStrike" u="none">
                <a:solidFill>
                  <a:srgbClr val="000000"/>
                </a:solidFill>
                <a:effectLst/>
                <a:uFillTx/>
                <a:latin typeface="Arial"/>
              </a:rPr>
              <a:t>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43" name="PlaceHolder 2"/>
          <p:cNvSpPr>
            <a:spLocks noGrp="1"/>
          </p:cNvSpPr>
          <p:nvPr>
            <p:ph type="body"/>
          </p:nvPr>
        </p:nvSpPr>
        <p:spPr>
          <a:xfrm>
            <a:off x="828000" y="15282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4" name="PlaceHolder 3"/>
          <p:cNvSpPr>
            <a:spLocks noGrp="1"/>
          </p:cNvSpPr>
          <p:nvPr>
            <p:ph type="body"/>
          </p:nvPr>
        </p:nvSpPr>
        <p:spPr>
          <a:xfrm>
            <a:off x="6214680" y="15282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5" name="PlaceHolder 4"/>
          <p:cNvSpPr>
            <a:spLocks noGrp="1"/>
          </p:cNvSpPr>
          <p:nvPr>
            <p:ph type="body"/>
          </p:nvPr>
        </p:nvSpPr>
        <p:spPr>
          <a:xfrm>
            <a:off x="828000" y="39726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6" name="PlaceHolder 5"/>
          <p:cNvSpPr>
            <a:spLocks noGrp="1"/>
          </p:cNvSpPr>
          <p:nvPr>
            <p:ph type="ftr" idx="3"/>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47" name="PlaceHolder 6"/>
          <p:cNvSpPr>
            <a:spLocks noGrp="1"/>
          </p:cNvSpPr>
          <p:nvPr>
            <p:ph type="sldNum" idx="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2107441-8C31-4099-AFAE-F6A0F114B42C}"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2">
    <p:bg>
      <p:bgPr>
        <a:blipFill rotWithShape="0">
          <a:blip r:embed="rId2"/>
          <a:stretch/>
        </a:blip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a:t>
            </a:r>
            <a:r>
              <a:rPr b="0" lang="en-US" sz="1800" strike="noStrike" u="none">
                <a:solidFill>
                  <a:srgbClr val="000000"/>
                </a:solidFill>
                <a:effectLst/>
                <a:uFillTx/>
                <a:latin typeface="Arial"/>
              </a:rPr>
              <a:t>edit the </a:t>
            </a:r>
            <a:r>
              <a:rPr b="0" lang="en-US" sz="1800" strike="noStrike" u="none">
                <a:solidFill>
                  <a:srgbClr val="000000"/>
                </a:solidFill>
                <a:effectLst/>
                <a:uFillTx/>
                <a:latin typeface="Arial"/>
              </a:rPr>
              <a:t>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49" name="PlaceHolder 2"/>
          <p:cNvSpPr>
            <a:spLocks noGrp="1"/>
          </p:cNvSpPr>
          <p:nvPr>
            <p:ph type="body"/>
          </p:nvPr>
        </p:nvSpPr>
        <p:spPr>
          <a:xfrm>
            <a:off x="828000" y="15282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0" name="PlaceHolder 3"/>
          <p:cNvSpPr>
            <a:spLocks noGrp="1"/>
          </p:cNvSpPr>
          <p:nvPr>
            <p:ph type="body"/>
          </p:nvPr>
        </p:nvSpPr>
        <p:spPr>
          <a:xfrm>
            <a:off x="828000" y="39726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1" name="PlaceHolder 4"/>
          <p:cNvSpPr>
            <a:spLocks noGrp="1"/>
          </p:cNvSpPr>
          <p:nvPr>
            <p:ph type="ftr" idx="5"/>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52" name="PlaceHolder 5"/>
          <p:cNvSpPr>
            <a:spLocks noGrp="1"/>
          </p:cNvSpPr>
          <p:nvPr>
            <p:ph type="sldNum" idx="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5A45AAE-005A-4BF1-8C2E-12E11102CBC5}"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3">
    <p:bg>
      <p:bgPr>
        <a:blipFill rotWithShape="0">
          <a:blip r:embed="rId2"/>
          <a:stretch/>
        </a:blip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54" name="PlaceHolder 2"/>
          <p:cNvSpPr>
            <a:spLocks noGrp="1"/>
          </p:cNvSpPr>
          <p:nvPr>
            <p:ph type="body"/>
          </p:nvPr>
        </p:nvSpPr>
        <p:spPr>
          <a:xfrm>
            <a:off x="828000" y="15282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5" name="PlaceHolder 3"/>
          <p:cNvSpPr>
            <a:spLocks noGrp="1"/>
          </p:cNvSpPr>
          <p:nvPr>
            <p:ph type="body"/>
          </p:nvPr>
        </p:nvSpPr>
        <p:spPr>
          <a:xfrm>
            <a:off x="6214680" y="15282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6" name="PlaceHolder 4"/>
          <p:cNvSpPr>
            <a:spLocks noGrp="1"/>
          </p:cNvSpPr>
          <p:nvPr>
            <p:ph type="body"/>
          </p:nvPr>
        </p:nvSpPr>
        <p:spPr>
          <a:xfrm>
            <a:off x="828000" y="39726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7" name="PlaceHolder 5"/>
          <p:cNvSpPr>
            <a:spLocks noGrp="1"/>
          </p:cNvSpPr>
          <p:nvPr>
            <p:ph type="body"/>
          </p:nvPr>
        </p:nvSpPr>
        <p:spPr>
          <a:xfrm>
            <a:off x="6214680" y="39726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8" name="PlaceHolder 6"/>
          <p:cNvSpPr>
            <a:spLocks noGrp="1"/>
          </p:cNvSpPr>
          <p:nvPr>
            <p:ph type="ftr" idx="7"/>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59" name="PlaceHolder 7"/>
          <p:cNvSpPr>
            <a:spLocks noGrp="1"/>
          </p:cNvSpPr>
          <p:nvPr>
            <p:ph type="sldNum" idx="8"/>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2FA97CAD-03B8-41C0-BA2B-28A0DB72108F}"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blipFill rotWithShape="0">
          <a:blip r:embed="rId2"/>
          <a:stretch/>
        </a:blip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61" name="PlaceHolder 2"/>
          <p:cNvSpPr>
            <a:spLocks noGrp="1"/>
          </p:cNvSpPr>
          <p:nvPr>
            <p:ph type="body"/>
          </p:nvPr>
        </p:nvSpPr>
        <p:spPr>
          <a:xfrm>
            <a:off x="828000" y="15282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2" name="PlaceHolder 3"/>
          <p:cNvSpPr>
            <a:spLocks noGrp="1"/>
          </p:cNvSpPr>
          <p:nvPr>
            <p:ph type="body"/>
          </p:nvPr>
        </p:nvSpPr>
        <p:spPr>
          <a:xfrm>
            <a:off x="4381920" y="15282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3" name="PlaceHolder 4"/>
          <p:cNvSpPr>
            <a:spLocks noGrp="1"/>
          </p:cNvSpPr>
          <p:nvPr>
            <p:ph type="body"/>
          </p:nvPr>
        </p:nvSpPr>
        <p:spPr>
          <a:xfrm>
            <a:off x="7935840" y="15282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4" name="PlaceHolder 5"/>
          <p:cNvSpPr>
            <a:spLocks noGrp="1"/>
          </p:cNvSpPr>
          <p:nvPr>
            <p:ph type="body"/>
          </p:nvPr>
        </p:nvSpPr>
        <p:spPr>
          <a:xfrm>
            <a:off x="828000" y="39726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5" name="PlaceHolder 6"/>
          <p:cNvSpPr>
            <a:spLocks noGrp="1"/>
          </p:cNvSpPr>
          <p:nvPr>
            <p:ph type="body"/>
          </p:nvPr>
        </p:nvSpPr>
        <p:spPr>
          <a:xfrm>
            <a:off x="4381920" y="39726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6" name="PlaceHolder 7"/>
          <p:cNvSpPr>
            <a:spLocks noGrp="1"/>
          </p:cNvSpPr>
          <p:nvPr>
            <p:ph type="body"/>
          </p:nvPr>
        </p:nvSpPr>
        <p:spPr>
          <a:xfrm>
            <a:off x="7935840" y="39726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7" name="PlaceHolder 8"/>
          <p:cNvSpPr>
            <a:spLocks noGrp="1"/>
          </p:cNvSpPr>
          <p:nvPr>
            <p:ph type="ftr" idx="9"/>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68" name="PlaceHolder 9"/>
          <p:cNvSpPr>
            <a:spLocks noGrp="1"/>
          </p:cNvSpPr>
          <p:nvPr>
            <p:ph type="sldNum" idx="10"/>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A9D67BF-7225-4FBA-8D46-E552A638C77E}"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blipFill rotWithShape="0">
          <a:blip r:embed="rId2"/>
          <a:stretch/>
        </a:blipFill>
      </p:bgPr>
    </p:bg>
    <p:spTree>
      <p:nvGrpSpPr>
        <p:cNvPr id="1" name=""/>
        <p:cNvGrpSpPr/>
        <p:nvPr/>
      </p:nvGrpSpPr>
      <p:grpSpPr>
        <a:xfrm>
          <a:off x="0" y="0"/>
          <a:ext cx="0" cy="0"/>
          <a:chOff x="0" y="0"/>
          <a:chExt cx="0" cy="0"/>
        </a:xfrm>
      </p:grpSpPr>
      <p:sp>
        <p:nvSpPr>
          <p:cNvPr id="69" name="PlaceHolder 1"/>
          <p:cNvSpPr>
            <a:spLocks noGrp="1"/>
          </p:cNvSpPr>
          <p:nvPr>
            <p:ph type="ftr" idx="11"/>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70" name="PlaceHolder 2"/>
          <p:cNvSpPr>
            <a:spLocks noGrp="1"/>
          </p:cNvSpPr>
          <p:nvPr>
            <p:ph type="sldNum" idx="1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373EC8FE-D358-4A1F-8606-452D8C9EAFD2}"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71" name="PlaceHolder 3"/>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72"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6">
    <p:bg>
      <p:bgPr>
        <a:blipFill rotWithShape="0">
          <a:blip r:embed="rId2"/>
          <a:stretch/>
        </a:blipFill>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4" name="PlaceHolder 2"/>
          <p:cNvSpPr>
            <a:spLocks noGrp="1"/>
          </p:cNvSpPr>
          <p:nvPr>
            <p:ph type="ftr" idx="13"/>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75" name="PlaceHolder 3"/>
          <p:cNvSpPr>
            <a:spLocks noGrp="1"/>
          </p:cNvSpPr>
          <p:nvPr>
            <p:ph type="sldNum" idx="1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85F02C15-11A6-44FD-8764-C1F4E018F3F8}"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7">
    <p:bg>
      <p:bgPr>
        <a:blipFill rotWithShape="0">
          <a:blip r:embed="rId2"/>
          <a:stretch/>
        </a:blipFill>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7" name="PlaceHolder 2"/>
          <p:cNvSpPr>
            <a:spLocks noGrp="1"/>
          </p:cNvSpPr>
          <p:nvPr>
            <p:ph type="body"/>
          </p:nvPr>
        </p:nvSpPr>
        <p:spPr>
          <a:xfrm>
            <a:off x="828000" y="1528200"/>
            <a:ext cx="10511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8" name="PlaceHolder 3"/>
          <p:cNvSpPr>
            <a:spLocks noGrp="1"/>
          </p:cNvSpPr>
          <p:nvPr>
            <p:ph type="ftr" idx="15"/>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79" name="PlaceHolder 4"/>
          <p:cNvSpPr>
            <a:spLocks noGrp="1"/>
          </p:cNvSpPr>
          <p:nvPr>
            <p:ph type="sldNum" idx="1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01851D9-9BC4-4A60-949C-4F8CBED1CBC5}"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8">
    <p:bg>
      <p:bgPr>
        <a:blipFill rotWithShape="0">
          <a:blip r:embed="rId2"/>
          <a:stretch/>
        </a:blipFill>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1" name="PlaceHolder 2"/>
          <p:cNvSpPr>
            <a:spLocks noGrp="1"/>
          </p:cNvSpPr>
          <p:nvPr>
            <p:ph type="body"/>
          </p:nvPr>
        </p:nvSpPr>
        <p:spPr>
          <a:xfrm>
            <a:off x="828000" y="15282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2" name="PlaceHolder 3"/>
          <p:cNvSpPr>
            <a:spLocks noGrp="1"/>
          </p:cNvSpPr>
          <p:nvPr>
            <p:ph type="body"/>
          </p:nvPr>
        </p:nvSpPr>
        <p:spPr>
          <a:xfrm>
            <a:off x="6214680" y="15282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3" name="PlaceHolder 4"/>
          <p:cNvSpPr>
            <a:spLocks noGrp="1"/>
          </p:cNvSpPr>
          <p:nvPr>
            <p:ph type="ftr" idx="17"/>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84" name="PlaceHolder 5"/>
          <p:cNvSpPr>
            <a:spLocks noGrp="1"/>
          </p:cNvSpPr>
          <p:nvPr>
            <p:ph type="sldNum" idx="18"/>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2174115A-D4C5-4EC1-BC1A-CF8486829FEC}"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9">
    <p:bg>
      <p:bgPr>
        <a:blipFill rotWithShape="0">
          <a:blip r:embed="rId2"/>
          <a:stretch/>
        </a:blip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6" name="PlaceHolder 2"/>
          <p:cNvSpPr>
            <a:spLocks noGrp="1"/>
          </p:cNvSpPr>
          <p:nvPr>
            <p:ph type="ftr" idx="19"/>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87" name="PlaceHolder 3"/>
          <p:cNvSpPr>
            <a:spLocks noGrp="1"/>
          </p:cNvSpPr>
          <p:nvPr>
            <p:ph type="sldNum" idx="20"/>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45127EAF-AA70-40C3-9E43-2AC7C2A4626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10">
    <p:bg>
      <p:bgPr>
        <a:blipFill rotWithShape="0">
          <a:blip r:embed="rId2"/>
          <a:stretch/>
        </a:blipFill>
      </p:bgPr>
    </p:bg>
    <p:spTree>
      <p:nvGrpSpPr>
        <p:cNvPr id="1" name=""/>
        <p:cNvGrpSpPr/>
        <p:nvPr/>
      </p:nvGrpSpPr>
      <p:grpSpPr>
        <a:xfrm>
          <a:off x="0" y="0"/>
          <a:ext cx="0" cy="0"/>
          <a:chOff x="0" y="0"/>
          <a:chExt cx="0" cy="0"/>
        </a:xfrm>
      </p:grpSpPr>
      <p:sp>
        <p:nvSpPr>
          <p:cNvPr id="88" name="PlaceHolder 1"/>
          <p:cNvSpPr>
            <a:spLocks noGrp="1"/>
          </p:cNvSpPr>
          <p:nvPr>
            <p:ph type="ftr" idx="21"/>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89" name="PlaceHolder 2"/>
          <p:cNvSpPr>
            <a:spLocks noGrp="1"/>
          </p:cNvSpPr>
          <p:nvPr>
            <p:ph type="sldNum" idx="2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B26D5981-A340-42B5-9E30-390BFB55E0A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1">
    <p:bg>
      <p:bgPr>
        <a:blipFill rotWithShape="0">
          <a:blip r:embed="rId2"/>
          <a:stretch/>
        </a:blip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952920" y="324000"/>
            <a:ext cx="11231280" cy="90648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1" name="PlaceHolder 2"/>
          <p:cNvSpPr>
            <a:spLocks noGrp="1"/>
          </p:cNvSpPr>
          <p:nvPr>
            <p:ph type="body"/>
          </p:nvPr>
        </p:nvSpPr>
        <p:spPr>
          <a:xfrm>
            <a:off x="828000" y="15282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2" name="PlaceHolder 3"/>
          <p:cNvSpPr>
            <a:spLocks noGrp="1"/>
          </p:cNvSpPr>
          <p:nvPr>
            <p:ph type="body"/>
          </p:nvPr>
        </p:nvSpPr>
        <p:spPr>
          <a:xfrm>
            <a:off x="6214680" y="15282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3" name="PlaceHolder 4"/>
          <p:cNvSpPr>
            <a:spLocks noGrp="1"/>
          </p:cNvSpPr>
          <p:nvPr>
            <p:ph type="body"/>
          </p:nvPr>
        </p:nvSpPr>
        <p:spPr>
          <a:xfrm>
            <a:off x="828000" y="39726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4" name="PlaceHolder 5"/>
          <p:cNvSpPr>
            <a:spLocks noGrp="1"/>
          </p:cNvSpPr>
          <p:nvPr>
            <p:ph type="ftr" idx="23"/>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95" name="PlaceHolder 6"/>
          <p:cNvSpPr>
            <a:spLocks noGrp="1"/>
          </p:cNvSpPr>
          <p:nvPr>
            <p:ph type="sldNum" idx="2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BF8C3F7C-F4E0-4118-AF1A-49C72BEF0C7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Google Shape;70;p16"/>
          <p:cNvSpPr/>
          <p:nvPr/>
        </p:nvSpPr>
        <p:spPr>
          <a:xfrm>
            <a:off x="862560" y="478080"/>
            <a:ext cx="7875720" cy="101484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1" lang="en-US" sz="6000" strike="noStrike" u="none">
                <a:solidFill>
                  <a:srgbClr val="980714"/>
                </a:solidFill>
                <a:effectLst/>
                <a:uFillTx/>
                <a:latin typeface="Calibri"/>
                <a:ea typeface="Calibri"/>
              </a:rPr>
              <a:t>Deploying Apps on K8s</a:t>
            </a:r>
            <a:endParaRPr b="0" lang="en-US" sz="6000" strike="noStrike" u="none">
              <a:solidFill>
                <a:srgbClr val="980714"/>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Module Outline</a:t>
            </a:r>
            <a:endParaRPr b="0" lang="en-US" sz="3200" strike="noStrike" u="none">
              <a:solidFill>
                <a:srgbClr val="000000"/>
              </a:solidFill>
              <a:effectLst/>
              <a:uFillTx/>
              <a:latin typeface="Arial"/>
            </a:endParaRPr>
          </a:p>
        </p:txBody>
      </p:sp>
      <p:sp>
        <p:nvSpPr>
          <p:cNvPr id="104" name="PlaceHolder 2"/>
          <p:cNvSpPr>
            <a:spLocks noGrp="1"/>
          </p:cNvSpPr>
          <p:nvPr>
            <p:ph/>
          </p:nvPr>
        </p:nvSpPr>
        <p:spPr>
          <a:xfrm>
            <a:off x="828000" y="1528200"/>
            <a:ext cx="4986000" cy="520056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Rolling Deployments</a:t>
            </a:r>
            <a:endParaRPr b="0" lang="en-US" sz="3000" strike="noStrike" u="none">
              <a:solidFill>
                <a:srgbClr val="000000"/>
              </a:solidFill>
              <a:effectLst/>
              <a:uFillTx/>
              <a:latin typeface="Arial"/>
            </a:endParaRPr>
          </a:p>
          <a:p>
            <a:pPr marL="457200"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Recreate Deployments</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Canary Deployments</a:t>
            </a:r>
            <a:endParaRPr b="0" lang="en-US" sz="3000" strike="noStrike" u="none">
              <a:solidFill>
                <a:srgbClr val="000000"/>
              </a:solidFill>
              <a:effectLst/>
              <a:uFillTx/>
              <a:latin typeface="Arial"/>
            </a:endParaRPr>
          </a:p>
        </p:txBody>
      </p:sp>
      <p:sp>
        <p:nvSpPr>
          <p:cNvPr id="105" name="PlaceHolder 3"/>
          <p:cNvSpPr>
            <a:spLocks noGrp="1"/>
          </p:cNvSpPr>
          <p:nvPr>
            <p:ph type="sldNum" idx="28"/>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FA742379-0634-4A64-9716-77616902F9AC}"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06" name="PlaceHolder 4"/>
          <p:cNvSpPr>
            <a:spLocks noGrp="1"/>
          </p:cNvSpPr>
          <p:nvPr>
            <p:ph/>
          </p:nvPr>
        </p:nvSpPr>
        <p:spPr>
          <a:xfrm>
            <a:off x="6258240" y="1619280"/>
            <a:ext cx="4986000" cy="467928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Blue/Green Deployments</a:t>
            </a:r>
            <a:endParaRPr b="0" lang="en-US" sz="3000" strike="noStrike" u="none">
              <a:solidFill>
                <a:srgbClr val="000000"/>
              </a:solidFill>
              <a:effectLst/>
              <a:uFillTx/>
              <a:latin typeface="Arial"/>
            </a:endParaRPr>
          </a:p>
          <a:p>
            <a:pPr marL="457200"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Lab</a:t>
            </a:r>
            <a:endParaRPr b="0" lang="en-US" sz="3000" strike="noStrike" u="none">
              <a:solidFill>
                <a:srgbClr val="000000"/>
              </a:solidFill>
              <a:effectLst/>
              <a:uFillTx/>
              <a:latin typeface="Arial"/>
            </a:endParaRPr>
          </a:p>
        </p:txBody>
      </p:sp>
      <p:sp>
        <p:nvSpPr>
          <p:cNvPr id="6" name="PlaceHolder 5"/>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Rolling Deployments</a:t>
            </a:r>
            <a:endParaRPr b="0" lang="en-US" sz="3200" strike="noStrike" u="none">
              <a:solidFill>
                <a:srgbClr val="000000"/>
              </a:solidFill>
              <a:effectLst/>
              <a:uFillTx/>
              <a:latin typeface="Arial"/>
            </a:endParaRPr>
          </a:p>
        </p:txBody>
      </p:sp>
      <p:sp>
        <p:nvSpPr>
          <p:cNvPr id="108" name="PlaceHolder 2"/>
          <p:cNvSpPr>
            <a:spLocks noGrp="1"/>
          </p:cNvSpPr>
          <p:nvPr>
            <p:ph type="sldNum" idx="29"/>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4B7A788-47E4-4B2D-B334-A73ACB55F64A}"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09" name="Google Shape;87;p18"/>
          <p:cNvSpPr/>
          <p:nvPr/>
        </p:nvSpPr>
        <p:spPr>
          <a:xfrm>
            <a:off x="798120" y="1373400"/>
            <a:ext cx="4549680" cy="497052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apiVersion: 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kind: Deployment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metadata:</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name: myapp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a:t>
            </a:r>
            <a:r>
              <a:rPr b="1" lang="en-US" sz="2400" strike="noStrike" u="none">
                <a:solidFill>
                  <a:srgbClr val="000000"/>
                </a:solidFill>
                <a:effectLst/>
                <a:uFillTx/>
                <a:latin typeface="Consolas"/>
                <a:ea typeface="Consolas"/>
              </a:rPr>
              <a:t> strategy: </a:t>
            </a:r>
            <a:endParaRPr b="0" lang="en-US" sz="2400" strike="noStrike" u="none">
              <a:solidFill>
                <a:srgbClr val="000000"/>
              </a:solidFill>
              <a:effectLst/>
              <a:uFillTx/>
              <a:latin typeface="Arial"/>
            </a:endParaRPr>
          </a:p>
          <a:p>
            <a:pPr>
              <a:lnSpc>
                <a:spcPct val="100000"/>
              </a:lnSpc>
              <a:tabLst>
                <a:tab algn="l" pos="0"/>
              </a:tabLst>
            </a:pPr>
            <a:r>
              <a:rPr b="1" lang="en-US" sz="2400" strike="noStrike" u="none">
                <a:solidFill>
                  <a:srgbClr val="000000"/>
                </a:solidFill>
                <a:effectLst/>
                <a:uFillTx/>
                <a:latin typeface="Consolas"/>
                <a:ea typeface="Consolas"/>
              </a:rPr>
              <a:t>    type: RollingUpdate</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replicas: 3</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image: appv1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Google Shape;93;p19"/>
          <p:cNvSpPr/>
          <p:nvPr/>
        </p:nvSpPr>
        <p:spPr>
          <a:xfrm>
            <a:off x="154548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11" name="Google Shape;94;p19"/>
          <p:cNvSpPr/>
          <p:nvPr/>
        </p:nvSpPr>
        <p:spPr>
          <a:xfrm>
            <a:off x="298944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12" name="Google Shape;95;p19"/>
          <p:cNvSpPr/>
          <p:nvPr/>
        </p:nvSpPr>
        <p:spPr>
          <a:xfrm>
            <a:off x="443376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13"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ReplicaSets</a:t>
            </a:r>
            <a:endParaRPr b="0" lang="en-US" sz="3200" strike="noStrike" u="none">
              <a:solidFill>
                <a:srgbClr val="000000"/>
              </a:solidFill>
              <a:effectLst/>
              <a:uFillTx/>
              <a:latin typeface="Arial"/>
            </a:endParaRPr>
          </a:p>
        </p:txBody>
      </p:sp>
      <p:sp>
        <p:nvSpPr>
          <p:cNvPr id="114" name="PlaceHolder 2"/>
          <p:cNvSpPr>
            <a:spLocks noGrp="1"/>
          </p:cNvSpPr>
          <p:nvPr>
            <p:ph type="sldNum" idx="30"/>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F4910B9F-793A-4480-B87C-9AF5BD3BB96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15" name="Google Shape;98;p19"/>
          <p:cNvSpPr/>
          <p:nvPr/>
        </p:nvSpPr>
        <p:spPr>
          <a:xfrm>
            <a:off x="73692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appv1 x 3</a:t>
            </a:r>
            <a:endParaRPr b="0" lang="en-US" sz="1800" strike="noStrike" u="none">
              <a:solidFill>
                <a:srgbClr val="000000"/>
              </a:solidFill>
              <a:effectLst/>
              <a:uFillTx/>
              <a:latin typeface="Arial"/>
            </a:endParaRPr>
          </a:p>
        </p:txBody>
      </p:sp>
      <p:grpSp>
        <p:nvGrpSpPr>
          <p:cNvPr id="116" name="Google Shape;99;p19"/>
          <p:cNvGrpSpPr/>
          <p:nvPr/>
        </p:nvGrpSpPr>
        <p:grpSpPr>
          <a:xfrm>
            <a:off x="1456560" y="4623480"/>
            <a:ext cx="1308600" cy="764640"/>
            <a:chOff x="1456560" y="4623480"/>
            <a:chExt cx="1308600" cy="764640"/>
          </a:xfrm>
        </p:grpSpPr>
        <p:grpSp>
          <p:nvGrpSpPr>
            <p:cNvPr id="117" name="Google Shape;100;p19"/>
            <p:cNvGrpSpPr/>
            <p:nvPr/>
          </p:nvGrpSpPr>
          <p:grpSpPr>
            <a:xfrm>
              <a:off x="1456560" y="4623480"/>
              <a:ext cx="1296000" cy="764640"/>
              <a:chOff x="1456560" y="4623480"/>
              <a:chExt cx="1296000" cy="764640"/>
            </a:xfrm>
          </p:grpSpPr>
          <p:sp>
            <p:nvSpPr>
              <p:cNvPr id="118" name="Google Shape;101;p19"/>
              <p:cNvSpPr/>
              <p:nvPr/>
            </p:nvSpPr>
            <p:spPr>
              <a:xfrm>
                <a:off x="145656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19" name="Google Shape;102;p19"/>
              <p:cNvSpPr/>
              <p:nvPr/>
            </p:nvSpPr>
            <p:spPr>
              <a:xfrm>
                <a:off x="163188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0" name="Google Shape;103;p19"/>
              <p:cNvSpPr/>
              <p:nvPr/>
            </p:nvSpPr>
            <p:spPr>
              <a:xfrm>
                <a:off x="169632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121" name="Google Shape;104;p19"/>
            <p:cNvSpPr/>
            <p:nvPr/>
          </p:nvSpPr>
          <p:spPr>
            <a:xfrm>
              <a:off x="146916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122" name="Google Shape;105;p19"/>
          <p:cNvGrpSpPr/>
          <p:nvPr/>
        </p:nvGrpSpPr>
        <p:grpSpPr>
          <a:xfrm>
            <a:off x="4475160" y="1469160"/>
            <a:ext cx="3006000" cy="792360"/>
            <a:chOff x="4475160" y="1469160"/>
            <a:chExt cx="3006000" cy="792360"/>
          </a:xfrm>
        </p:grpSpPr>
        <p:sp>
          <p:nvSpPr>
            <p:cNvPr id="123" name="Google Shape;106;p19"/>
            <p:cNvSpPr/>
            <p:nvPr/>
          </p:nvSpPr>
          <p:spPr>
            <a:xfrm>
              <a:off x="4567320" y="153144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4" name="Google Shape;107;p19"/>
            <p:cNvSpPr/>
            <p:nvPr/>
          </p:nvSpPr>
          <p:spPr>
            <a:xfrm>
              <a:off x="4475160" y="146916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a:t>
              </a:r>
              <a:endParaRPr b="0" lang="en-US" sz="1800" strike="noStrike" u="none">
                <a:solidFill>
                  <a:srgbClr val="000000"/>
                </a:solidFill>
                <a:effectLst/>
                <a:uFillTx/>
                <a:latin typeface="Arial"/>
              </a:endParaRPr>
            </a:p>
          </p:txBody>
        </p:sp>
      </p:grpSp>
      <p:grpSp>
        <p:nvGrpSpPr>
          <p:cNvPr id="125" name="Google Shape;108;p19"/>
          <p:cNvGrpSpPr/>
          <p:nvPr/>
        </p:nvGrpSpPr>
        <p:grpSpPr>
          <a:xfrm>
            <a:off x="2907000" y="4623480"/>
            <a:ext cx="1308960" cy="764640"/>
            <a:chOff x="2907000" y="4623480"/>
            <a:chExt cx="1308960" cy="764640"/>
          </a:xfrm>
        </p:grpSpPr>
        <p:grpSp>
          <p:nvGrpSpPr>
            <p:cNvPr id="126" name="Google Shape;109;p19"/>
            <p:cNvGrpSpPr/>
            <p:nvPr/>
          </p:nvGrpSpPr>
          <p:grpSpPr>
            <a:xfrm>
              <a:off x="2907000" y="4623480"/>
              <a:ext cx="1296000" cy="764640"/>
              <a:chOff x="2907000" y="4623480"/>
              <a:chExt cx="1296000" cy="764640"/>
            </a:xfrm>
          </p:grpSpPr>
          <p:sp>
            <p:nvSpPr>
              <p:cNvPr id="127" name="Google Shape;110;p19"/>
              <p:cNvSpPr/>
              <p:nvPr/>
            </p:nvSpPr>
            <p:spPr>
              <a:xfrm>
                <a:off x="290700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28" name="Google Shape;111;p19"/>
              <p:cNvSpPr/>
              <p:nvPr/>
            </p:nvSpPr>
            <p:spPr>
              <a:xfrm>
                <a:off x="308232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9" name="Google Shape;112;p19"/>
              <p:cNvSpPr/>
              <p:nvPr/>
            </p:nvSpPr>
            <p:spPr>
              <a:xfrm>
                <a:off x="314712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130" name="Google Shape;113;p19"/>
            <p:cNvSpPr/>
            <p:nvPr/>
          </p:nvSpPr>
          <p:spPr>
            <a:xfrm>
              <a:off x="291996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131" name="Google Shape;114;p19"/>
          <p:cNvGrpSpPr/>
          <p:nvPr/>
        </p:nvGrpSpPr>
        <p:grpSpPr>
          <a:xfrm>
            <a:off x="4357800" y="4623480"/>
            <a:ext cx="1308600" cy="764640"/>
            <a:chOff x="4357800" y="4623480"/>
            <a:chExt cx="1308600" cy="764640"/>
          </a:xfrm>
        </p:grpSpPr>
        <p:grpSp>
          <p:nvGrpSpPr>
            <p:cNvPr id="132" name="Google Shape;115;p19"/>
            <p:cNvGrpSpPr/>
            <p:nvPr/>
          </p:nvGrpSpPr>
          <p:grpSpPr>
            <a:xfrm>
              <a:off x="4357800" y="4623480"/>
              <a:ext cx="1296000" cy="764640"/>
              <a:chOff x="4357800" y="4623480"/>
              <a:chExt cx="1296000" cy="764640"/>
            </a:xfrm>
          </p:grpSpPr>
          <p:sp>
            <p:nvSpPr>
              <p:cNvPr id="133" name="Google Shape;116;p19"/>
              <p:cNvSpPr/>
              <p:nvPr/>
            </p:nvSpPr>
            <p:spPr>
              <a:xfrm>
                <a:off x="435780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34" name="Google Shape;117;p19"/>
              <p:cNvSpPr/>
              <p:nvPr/>
            </p:nvSpPr>
            <p:spPr>
              <a:xfrm>
                <a:off x="453312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5" name="Google Shape;118;p19"/>
              <p:cNvSpPr/>
              <p:nvPr/>
            </p:nvSpPr>
            <p:spPr>
              <a:xfrm>
                <a:off x="459756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136" name="Google Shape;119;p19"/>
            <p:cNvSpPr/>
            <p:nvPr/>
          </p:nvSpPr>
          <p:spPr>
            <a:xfrm>
              <a:off x="437040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137" name="Google Shape;120;p19"/>
          <p:cNvGrpSpPr/>
          <p:nvPr/>
        </p:nvGrpSpPr>
        <p:grpSpPr>
          <a:xfrm>
            <a:off x="2134800" y="3046320"/>
            <a:ext cx="3006000" cy="792360"/>
            <a:chOff x="2134800" y="3046320"/>
            <a:chExt cx="3006000" cy="792360"/>
          </a:xfrm>
        </p:grpSpPr>
        <p:sp>
          <p:nvSpPr>
            <p:cNvPr id="138" name="Google Shape;121;p19"/>
            <p:cNvSpPr/>
            <p:nvPr/>
          </p:nvSpPr>
          <p:spPr>
            <a:xfrm>
              <a:off x="222696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39" name="Google Shape;122;p19"/>
            <p:cNvSpPr/>
            <p:nvPr/>
          </p:nvSpPr>
          <p:spPr>
            <a:xfrm>
              <a:off x="213480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140" name="Google Shape;123;p19"/>
          <p:cNvSpPr/>
          <p:nvPr/>
        </p:nvSpPr>
        <p:spPr>
          <a:xfrm rot="5400000">
            <a:off x="4339440" y="1452240"/>
            <a:ext cx="846000" cy="234000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1" name="Google Shape;124;p19"/>
          <p:cNvSpPr/>
          <p:nvPr/>
        </p:nvSpPr>
        <p:spPr>
          <a:xfrm rot="5400000">
            <a:off x="2425680" y="3456720"/>
            <a:ext cx="846000" cy="148644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2" name="Google Shape;125;p19"/>
          <p:cNvSpPr/>
          <p:nvPr/>
        </p:nvSpPr>
        <p:spPr>
          <a:xfrm flipH="1" rot="16200000">
            <a:off x="3875760" y="3493440"/>
            <a:ext cx="846000" cy="141336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3" name="Google Shape;126;p19"/>
          <p:cNvSpPr/>
          <p:nvPr/>
        </p:nvSpPr>
        <p:spPr>
          <a:xfrm rot="5400000">
            <a:off x="3161160" y="4192200"/>
            <a:ext cx="846000" cy="15480"/>
          </a:xfrm>
          <a:prstGeom prst="bentConnector3">
            <a:avLst>
              <a:gd name="adj1" fmla="val 50000"/>
            </a:avLst>
          </a:prstGeom>
          <a:noFill/>
          <a:ln w="19050">
            <a:solidFill>
              <a:srgbClr val="999999"/>
            </a:solidFill>
            <a:round/>
          </a:ln>
        </p:spPr>
        <p:style>
          <a:lnRef idx="0"/>
          <a:fillRef idx="0"/>
          <a:effectRef idx="0"/>
          <a:fontRef idx="minor"/>
        </p:style>
        <p:txBody>
          <a:bodyPr lIns="90000" rIns="90000" tIns="-29160" bIns="-2916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Google Shape;132;p20"/>
          <p:cNvSpPr/>
          <p:nvPr/>
        </p:nvSpPr>
        <p:spPr>
          <a:xfrm>
            <a:off x="154548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45" name="Google Shape;133;p20"/>
          <p:cNvSpPr/>
          <p:nvPr/>
        </p:nvSpPr>
        <p:spPr>
          <a:xfrm>
            <a:off x="298944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46" name="Google Shape;134;p20"/>
          <p:cNvSpPr/>
          <p:nvPr/>
        </p:nvSpPr>
        <p:spPr>
          <a:xfrm>
            <a:off x="443376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47"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Rolling Deployments</a:t>
            </a:r>
            <a:endParaRPr b="0" lang="en-US" sz="3200" strike="noStrike" u="none">
              <a:solidFill>
                <a:srgbClr val="000000"/>
              </a:solidFill>
              <a:effectLst/>
              <a:uFillTx/>
              <a:latin typeface="Arial"/>
            </a:endParaRPr>
          </a:p>
        </p:txBody>
      </p:sp>
      <p:sp>
        <p:nvSpPr>
          <p:cNvPr id="148" name="PlaceHolder 2"/>
          <p:cNvSpPr>
            <a:spLocks noGrp="1"/>
          </p:cNvSpPr>
          <p:nvPr>
            <p:ph type="sldNum" idx="31"/>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BB7A7491-06DD-49FA-8DB0-E7BCFBB7C283}"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49" name="Google Shape;137;p20"/>
          <p:cNvSpPr/>
          <p:nvPr/>
        </p:nvSpPr>
        <p:spPr>
          <a:xfrm>
            <a:off x="73692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appv1 x 3</a:t>
            </a:r>
            <a:endParaRPr b="0" lang="en-US" sz="1800" strike="noStrike" u="none">
              <a:solidFill>
                <a:srgbClr val="000000"/>
              </a:solidFill>
              <a:effectLst/>
              <a:uFillTx/>
              <a:latin typeface="Arial"/>
            </a:endParaRPr>
          </a:p>
        </p:txBody>
      </p:sp>
      <p:grpSp>
        <p:nvGrpSpPr>
          <p:cNvPr id="150" name="Google Shape;138;p20"/>
          <p:cNvGrpSpPr/>
          <p:nvPr/>
        </p:nvGrpSpPr>
        <p:grpSpPr>
          <a:xfrm>
            <a:off x="1456560" y="4623480"/>
            <a:ext cx="1308600" cy="764640"/>
            <a:chOff x="1456560" y="4623480"/>
            <a:chExt cx="1308600" cy="764640"/>
          </a:xfrm>
        </p:grpSpPr>
        <p:grpSp>
          <p:nvGrpSpPr>
            <p:cNvPr id="151" name="Google Shape;139;p20"/>
            <p:cNvGrpSpPr/>
            <p:nvPr/>
          </p:nvGrpSpPr>
          <p:grpSpPr>
            <a:xfrm>
              <a:off x="1456560" y="4623480"/>
              <a:ext cx="1296000" cy="764640"/>
              <a:chOff x="1456560" y="4623480"/>
              <a:chExt cx="1296000" cy="764640"/>
            </a:xfrm>
          </p:grpSpPr>
          <p:sp>
            <p:nvSpPr>
              <p:cNvPr id="152" name="Google Shape;140;p20"/>
              <p:cNvSpPr/>
              <p:nvPr/>
            </p:nvSpPr>
            <p:spPr>
              <a:xfrm>
                <a:off x="145656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53" name="Google Shape;141;p20"/>
              <p:cNvSpPr/>
              <p:nvPr/>
            </p:nvSpPr>
            <p:spPr>
              <a:xfrm>
                <a:off x="163188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4" name="Google Shape;142;p20"/>
              <p:cNvSpPr/>
              <p:nvPr/>
            </p:nvSpPr>
            <p:spPr>
              <a:xfrm>
                <a:off x="169632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155" name="Google Shape;143;p20"/>
            <p:cNvSpPr/>
            <p:nvPr/>
          </p:nvSpPr>
          <p:spPr>
            <a:xfrm>
              <a:off x="146916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156" name="Google Shape;144;p20"/>
          <p:cNvGrpSpPr/>
          <p:nvPr/>
        </p:nvGrpSpPr>
        <p:grpSpPr>
          <a:xfrm>
            <a:off x="4475160" y="1469160"/>
            <a:ext cx="3006000" cy="792360"/>
            <a:chOff x="4475160" y="1469160"/>
            <a:chExt cx="3006000" cy="792360"/>
          </a:xfrm>
        </p:grpSpPr>
        <p:sp>
          <p:nvSpPr>
            <p:cNvPr id="157" name="Google Shape;145;p20"/>
            <p:cNvSpPr/>
            <p:nvPr/>
          </p:nvSpPr>
          <p:spPr>
            <a:xfrm>
              <a:off x="4567320" y="153144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8" name="Google Shape;146;p20"/>
            <p:cNvSpPr/>
            <p:nvPr/>
          </p:nvSpPr>
          <p:spPr>
            <a:xfrm>
              <a:off x="4475160" y="146916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a:t>
              </a:r>
              <a:endParaRPr b="0" lang="en-US" sz="1800" strike="noStrike" u="none">
                <a:solidFill>
                  <a:srgbClr val="000000"/>
                </a:solidFill>
                <a:effectLst/>
                <a:uFillTx/>
                <a:latin typeface="Arial"/>
              </a:endParaRPr>
            </a:p>
          </p:txBody>
        </p:sp>
      </p:grpSp>
      <p:grpSp>
        <p:nvGrpSpPr>
          <p:cNvPr id="159" name="Google Shape;147;p20"/>
          <p:cNvGrpSpPr/>
          <p:nvPr/>
        </p:nvGrpSpPr>
        <p:grpSpPr>
          <a:xfrm>
            <a:off x="2907000" y="4623480"/>
            <a:ext cx="1308960" cy="764640"/>
            <a:chOff x="2907000" y="4623480"/>
            <a:chExt cx="1308960" cy="764640"/>
          </a:xfrm>
        </p:grpSpPr>
        <p:grpSp>
          <p:nvGrpSpPr>
            <p:cNvPr id="160" name="Google Shape;148;p20"/>
            <p:cNvGrpSpPr/>
            <p:nvPr/>
          </p:nvGrpSpPr>
          <p:grpSpPr>
            <a:xfrm>
              <a:off x="2907000" y="4623480"/>
              <a:ext cx="1296000" cy="764640"/>
              <a:chOff x="2907000" y="4623480"/>
              <a:chExt cx="1296000" cy="764640"/>
            </a:xfrm>
          </p:grpSpPr>
          <p:sp>
            <p:nvSpPr>
              <p:cNvPr id="161" name="Google Shape;149;p20"/>
              <p:cNvSpPr/>
              <p:nvPr/>
            </p:nvSpPr>
            <p:spPr>
              <a:xfrm>
                <a:off x="290700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62" name="Google Shape;150;p20"/>
              <p:cNvSpPr/>
              <p:nvPr/>
            </p:nvSpPr>
            <p:spPr>
              <a:xfrm>
                <a:off x="308232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3" name="Google Shape;151;p20"/>
              <p:cNvSpPr/>
              <p:nvPr/>
            </p:nvSpPr>
            <p:spPr>
              <a:xfrm>
                <a:off x="314712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164" name="Google Shape;152;p20"/>
            <p:cNvSpPr/>
            <p:nvPr/>
          </p:nvSpPr>
          <p:spPr>
            <a:xfrm>
              <a:off x="291996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165" name="Google Shape;153;p20"/>
          <p:cNvGrpSpPr/>
          <p:nvPr/>
        </p:nvGrpSpPr>
        <p:grpSpPr>
          <a:xfrm>
            <a:off x="4357800" y="4623480"/>
            <a:ext cx="1308600" cy="764640"/>
            <a:chOff x="4357800" y="4623480"/>
            <a:chExt cx="1308600" cy="764640"/>
          </a:xfrm>
        </p:grpSpPr>
        <p:grpSp>
          <p:nvGrpSpPr>
            <p:cNvPr id="166" name="Google Shape;154;p20"/>
            <p:cNvGrpSpPr/>
            <p:nvPr/>
          </p:nvGrpSpPr>
          <p:grpSpPr>
            <a:xfrm>
              <a:off x="4357800" y="4623480"/>
              <a:ext cx="1296000" cy="764640"/>
              <a:chOff x="4357800" y="4623480"/>
              <a:chExt cx="1296000" cy="764640"/>
            </a:xfrm>
          </p:grpSpPr>
          <p:sp>
            <p:nvSpPr>
              <p:cNvPr id="167" name="Google Shape;155;p20"/>
              <p:cNvSpPr/>
              <p:nvPr/>
            </p:nvSpPr>
            <p:spPr>
              <a:xfrm>
                <a:off x="435780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68" name="Google Shape;156;p20"/>
              <p:cNvSpPr/>
              <p:nvPr/>
            </p:nvSpPr>
            <p:spPr>
              <a:xfrm>
                <a:off x="453312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9" name="Google Shape;157;p20"/>
              <p:cNvSpPr/>
              <p:nvPr/>
            </p:nvSpPr>
            <p:spPr>
              <a:xfrm>
                <a:off x="459756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170" name="Google Shape;158;p20"/>
            <p:cNvSpPr/>
            <p:nvPr/>
          </p:nvSpPr>
          <p:spPr>
            <a:xfrm>
              <a:off x="437040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171" name="Google Shape;159;p20"/>
          <p:cNvGrpSpPr/>
          <p:nvPr/>
        </p:nvGrpSpPr>
        <p:grpSpPr>
          <a:xfrm>
            <a:off x="2134800" y="3046320"/>
            <a:ext cx="3006000" cy="792360"/>
            <a:chOff x="2134800" y="3046320"/>
            <a:chExt cx="3006000" cy="792360"/>
          </a:xfrm>
        </p:grpSpPr>
        <p:sp>
          <p:nvSpPr>
            <p:cNvPr id="172" name="Google Shape;160;p20"/>
            <p:cNvSpPr/>
            <p:nvPr/>
          </p:nvSpPr>
          <p:spPr>
            <a:xfrm>
              <a:off x="222696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3" name="Google Shape;161;p20"/>
            <p:cNvSpPr/>
            <p:nvPr/>
          </p:nvSpPr>
          <p:spPr>
            <a:xfrm>
              <a:off x="213480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174" name="Google Shape;162;p20"/>
          <p:cNvSpPr/>
          <p:nvPr/>
        </p:nvSpPr>
        <p:spPr>
          <a:xfrm rot="5400000">
            <a:off x="4339440" y="1452240"/>
            <a:ext cx="846000" cy="234000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5" name="Google Shape;163;p20"/>
          <p:cNvSpPr/>
          <p:nvPr/>
        </p:nvSpPr>
        <p:spPr>
          <a:xfrm rot="5400000">
            <a:off x="2425680" y="3456720"/>
            <a:ext cx="846000" cy="148644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6" name="Google Shape;164;p20"/>
          <p:cNvSpPr/>
          <p:nvPr/>
        </p:nvSpPr>
        <p:spPr>
          <a:xfrm flipH="1" rot="16200000">
            <a:off x="3875760" y="3493440"/>
            <a:ext cx="846000" cy="141336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7" name="Google Shape;165;p20"/>
          <p:cNvSpPr/>
          <p:nvPr/>
        </p:nvSpPr>
        <p:spPr>
          <a:xfrm rot="5400000">
            <a:off x="3161160" y="4192200"/>
            <a:ext cx="846000" cy="15480"/>
          </a:xfrm>
          <a:prstGeom prst="bentConnector3">
            <a:avLst>
              <a:gd name="adj1" fmla="val 50000"/>
            </a:avLst>
          </a:prstGeom>
          <a:noFill/>
          <a:ln w="19050">
            <a:solidFill>
              <a:srgbClr val="999999"/>
            </a:solidFill>
            <a:round/>
          </a:ln>
        </p:spPr>
        <p:style>
          <a:lnRef idx="0"/>
          <a:fillRef idx="0"/>
          <a:effectRef idx="0"/>
          <a:fontRef idx="minor"/>
        </p:style>
        <p:txBody>
          <a:bodyPr lIns="90000" rIns="90000" tIns="-29160" bIns="-29160" anchor="t">
            <a:noAutofit/>
          </a:bodyPr>
          <a:p>
            <a:endParaRPr b="0" lang="en-US" sz="1800" strike="noStrike" u="none">
              <a:solidFill>
                <a:srgbClr val="000000"/>
              </a:solidFill>
              <a:effectLst/>
              <a:uFillTx/>
              <a:latin typeface="Arial"/>
            </a:endParaRPr>
          </a:p>
        </p:txBody>
      </p:sp>
      <p:grpSp>
        <p:nvGrpSpPr>
          <p:cNvPr id="178" name="Google Shape;166;p20"/>
          <p:cNvGrpSpPr/>
          <p:nvPr/>
        </p:nvGrpSpPr>
        <p:grpSpPr>
          <a:xfrm>
            <a:off x="6887160" y="3046320"/>
            <a:ext cx="3006360" cy="792360"/>
            <a:chOff x="6887160" y="3046320"/>
            <a:chExt cx="3006360" cy="792360"/>
          </a:xfrm>
        </p:grpSpPr>
        <p:sp>
          <p:nvSpPr>
            <p:cNvPr id="179" name="Google Shape;167;p20"/>
            <p:cNvSpPr/>
            <p:nvPr/>
          </p:nvSpPr>
          <p:spPr>
            <a:xfrm>
              <a:off x="697968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0" name="Google Shape;168;p20"/>
            <p:cNvSpPr/>
            <p:nvPr/>
          </p:nvSpPr>
          <p:spPr>
            <a:xfrm>
              <a:off x="688716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181" name="Google Shape;169;p20"/>
          <p:cNvSpPr/>
          <p:nvPr/>
        </p:nvSpPr>
        <p:spPr>
          <a:xfrm flipH="1" rot="16200000">
            <a:off x="6715080" y="1417320"/>
            <a:ext cx="846000" cy="241128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2" name="Google Shape;170;p20"/>
          <p:cNvSpPr/>
          <p:nvPr/>
        </p:nvSpPr>
        <p:spPr>
          <a:xfrm>
            <a:off x="1001340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appv2 x 0</a:t>
            </a:r>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Google Shape;176;p21"/>
          <p:cNvSpPr/>
          <p:nvPr/>
        </p:nvSpPr>
        <p:spPr>
          <a:xfrm>
            <a:off x="154548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84" name="Google Shape;177;p21"/>
          <p:cNvSpPr/>
          <p:nvPr/>
        </p:nvSpPr>
        <p:spPr>
          <a:xfrm>
            <a:off x="298944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85" name="Google Shape;178;p21"/>
          <p:cNvSpPr/>
          <p:nvPr/>
        </p:nvSpPr>
        <p:spPr>
          <a:xfrm>
            <a:off x="443376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86" name="Google Shape;179;p21"/>
          <p:cNvSpPr/>
          <p:nvPr/>
        </p:nvSpPr>
        <p:spPr>
          <a:xfrm>
            <a:off x="626976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87"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Rolling Deployments</a:t>
            </a:r>
            <a:endParaRPr b="0" lang="en-US" sz="3200" strike="noStrike" u="none">
              <a:solidFill>
                <a:srgbClr val="000000"/>
              </a:solidFill>
              <a:effectLst/>
              <a:uFillTx/>
              <a:latin typeface="Arial"/>
            </a:endParaRPr>
          </a:p>
        </p:txBody>
      </p:sp>
      <p:sp>
        <p:nvSpPr>
          <p:cNvPr id="188" name="PlaceHolder 2"/>
          <p:cNvSpPr>
            <a:spLocks noGrp="1"/>
          </p:cNvSpPr>
          <p:nvPr>
            <p:ph type="sldNum" idx="3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A0BCE46C-6CE0-4ABF-800A-A1E3D9A9E447}"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89" name="Google Shape;182;p21"/>
          <p:cNvSpPr/>
          <p:nvPr/>
        </p:nvSpPr>
        <p:spPr>
          <a:xfrm>
            <a:off x="73692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appv1 x 3</a:t>
            </a:r>
            <a:endParaRPr b="0" lang="en-US" sz="1800" strike="noStrike" u="none">
              <a:solidFill>
                <a:srgbClr val="000000"/>
              </a:solidFill>
              <a:effectLst/>
              <a:uFillTx/>
              <a:latin typeface="Arial"/>
            </a:endParaRPr>
          </a:p>
        </p:txBody>
      </p:sp>
      <p:grpSp>
        <p:nvGrpSpPr>
          <p:cNvPr id="190" name="Google Shape;183;p21"/>
          <p:cNvGrpSpPr/>
          <p:nvPr/>
        </p:nvGrpSpPr>
        <p:grpSpPr>
          <a:xfrm>
            <a:off x="1456560" y="4623480"/>
            <a:ext cx="1308600" cy="764640"/>
            <a:chOff x="1456560" y="4623480"/>
            <a:chExt cx="1308600" cy="764640"/>
          </a:xfrm>
        </p:grpSpPr>
        <p:grpSp>
          <p:nvGrpSpPr>
            <p:cNvPr id="191" name="Google Shape;184;p21"/>
            <p:cNvGrpSpPr/>
            <p:nvPr/>
          </p:nvGrpSpPr>
          <p:grpSpPr>
            <a:xfrm>
              <a:off x="1456560" y="4623480"/>
              <a:ext cx="1296000" cy="764640"/>
              <a:chOff x="1456560" y="4623480"/>
              <a:chExt cx="1296000" cy="764640"/>
            </a:xfrm>
          </p:grpSpPr>
          <p:sp>
            <p:nvSpPr>
              <p:cNvPr id="192" name="Google Shape;185;p21"/>
              <p:cNvSpPr/>
              <p:nvPr/>
            </p:nvSpPr>
            <p:spPr>
              <a:xfrm>
                <a:off x="145656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93" name="Google Shape;186;p21"/>
              <p:cNvSpPr/>
              <p:nvPr/>
            </p:nvSpPr>
            <p:spPr>
              <a:xfrm>
                <a:off x="163188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4" name="Google Shape;187;p21"/>
              <p:cNvSpPr/>
              <p:nvPr/>
            </p:nvSpPr>
            <p:spPr>
              <a:xfrm>
                <a:off x="169632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195" name="Google Shape;188;p21"/>
            <p:cNvSpPr/>
            <p:nvPr/>
          </p:nvSpPr>
          <p:spPr>
            <a:xfrm>
              <a:off x="146916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196" name="Google Shape;189;p21"/>
          <p:cNvGrpSpPr/>
          <p:nvPr/>
        </p:nvGrpSpPr>
        <p:grpSpPr>
          <a:xfrm>
            <a:off x="4475160" y="1469160"/>
            <a:ext cx="3006000" cy="792360"/>
            <a:chOff x="4475160" y="1469160"/>
            <a:chExt cx="3006000" cy="792360"/>
          </a:xfrm>
        </p:grpSpPr>
        <p:sp>
          <p:nvSpPr>
            <p:cNvPr id="197" name="Google Shape;190;p21"/>
            <p:cNvSpPr/>
            <p:nvPr/>
          </p:nvSpPr>
          <p:spPr>
            <a:xfrm>
              <a:off x="4567320" y="153144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8" name="Google Shape;191;p21"/>
            <p:cNvSpPr/>
            <p:nvPr/>
          </p:nvSpPr>
          <p:spPr>
            <a:xfrm>
              <a:off x="4475160" y="146916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a:t>
              </a:r>
              <a:endParaRPr b="0" lang="en-US" sz="1800" strike="noStrike" u="none">
                <a:solidFill>
                  <a:srgbClr val="000000"/>
                </a:solidFill>
                <a:effectLst/>
                <a:uFillTx/>
                <a:latin typeface="Arial"/>
              </a:endParaRPr>
            </a:p>
          </p:txBody>
        </p:sp>
      </p:grpSp>
      <p:grpSp>
        <p:nvGrpSpPr>
          <p:cNvPr id="199" name="Google Shape;192;p21"/>
          <p:cNvGrpSpPr/>
          <p:nvPr/>
        </p:nvGrpSpPr>
        <p:grpSpPr>
          <a:xfrm>
            <a:off x="2907000" y="4623480"/>
            <a:ext cx="1308960" cy="764640"/>
            <a:chOff x="2907000" y="4623480"/>
            <a:chExt cx="1308960" cy="764640"/>
          </a:xfrm>
        </p:grpSpPr>
        <p:grpSp>
          <p:nvGrpSpPr>
            <p:cNvPr id="200" name="Google Shape;193;p21"/>
            <p:cNvGrpSpPr/>
            <p:nvPr/>
          </p:nvGrpSpPr>
          <p:grpSpPr>
            <a:xfrm>
              <a:off x="2907000" y="4623480"/>
              <a:ext cx="1296000" cy="764640"/>
              <a:chOff x="2907000" y="4623480"/>
              <a:chExt cx="1296000" cy="764640"/>
            </a:xfrm>
          </p:grpSpPr>
          <p:sp>
            <p:nvSpPr>
              <p:cNvPr id="201" name="Google Shape;194;p21"/>
              <p:cNvSpPr/>
              <p:nvPr/>
            </p:nvSpPr>
            <p:spPr>
              <a:xfrm>
                <a:off x="290700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02" name="Google Shape;195;p21"/>
              <p:cNvSpPr/>
              <p:nvPr/>
            </p:nvSpPr>
            <p:spPr>
              <a:xfrm>
                <a:off x="308232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3" name="Google Shape;196;p21"/>
              <p:cNvSpPr/>
              <p:nvPr/>
            </p:nvSpPr>
            <p:spPr>
              <a:xfrm>
                <a:off x="314712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204" name="Google Shape;197;p21"/>
            <p:cNvSpPr/>
            <p:nvPr/>
          </p:nvSpPr>
          <p:spPr>
            <a:xfrm>
              <a:off x="291996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205" name="Google Shape;198;p21"/>
          <p:cNvGrpSpPr/>
          <p:nvPr/>
        </p:nvGrpSpPr>
        <p:grpSpPr>
          <a:xfrm>
            <a:off x="4357800" y="4623480"/>
            <a:ext cx="1308600" cy="764640"/>
            <a:chOff x="4357800" y="4623480"/>
            <a:chExt cx="1308600" cy="764640"/>
          </a:xfrm>
        </p:grpSpPr>
        <p:grpSp>
          <p:nvGrpSpPr>
            <p:cNvPr id="206" name="Google Shape;199;p21"/>
            <p:cNvGrpSpPr/>
            <p:nvPr/>
          </p:nvGrpSpPr>
          <p:grpSpPr>
            <a:xfrm>
              <a:off x="4357800" y="4623480"/>
              <a:ext cx="1296000" cy="764640"/>
              <a:chOff x="4357800" y="4623480"/>
              <a:chExt cx="1296000" cy="764640"/>
            </a:xfrm>
          </p:grpSpPr>
          <p:sp>
            <p:nvSpPr>
              <p:cNvPr id="207" name="Google Shape;200;p21"/>
              <p:cNvSpPr/>
              <p:nvPr/>
            </p:nvSpPr>
            <p:spPr>
              <a:xfrm>
                <a:off x="435780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08" name="Google Shape;201;p21"/>
              <p:cNvSpPr/>
              <p:nvPr/>
            </p:nvSpPr>
            <p:spPr>
              <a:xfrm>
                <a:off x="453312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9" name="Google Shape;202;p21"/>
              <p:cNvSpPr/>
              <p:nvPr/>
            </p:nvSpPr>
            <p:spPr>
              <a:xfrm>
                <a:off x="459756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210" name="Google Shape;203;p21"/>
            <p:cNvSpPr/>
            <p:nvPr/>
          </p:nvSpPr>
          <p:spPr>
            <a:xfrm>
              <a:off x="437040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211" name="Google Shape;204;p21"/>
          <p:cNvGrpSpPr/>
          <p:nvPr/>
        </p:nvGrpSpPr>
        <p:grpSpPr>
          <a:xfrm>
            <a:off x="2134800" y="3046320"/>
            <a:ext cx="3006000" cy="792360"/>
            <a:chOff x="2134800" y="3046320"/>
            <a:chExt cx="3006000" cy="792360"/>
          </a:xfrm>
        </p:grpSpPr>
        <p:sp>
          <p:nvSpPr>
            <p:cNvPr id="212" name="Google Shape;205;p21"/>
            <p:cNvSpPr/>
            <p:nvPr/>
          </p:nvSpPr>
          <p:spPr>
            <a:xfrm>
              <a:off x="222696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3" name="Google Shape;206;p21"/>
            <p:cNvSpPr/>
            <p:nvPr/>
          </p:nvSpPr>
          <p:spPr>
            <a:xfrm>
              <a:off x="213480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214" name="Google Shape;207;p21"/>
          <p:cNvSpPr/>
          <p:nvPr/>
        </p:nvSpPr>
        <p:spPr>
          <a:xfrm rot="5400000">
            <a:off x="4339440" y="1452240"/>
            <a:ext cx="846000" cy="234000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5" name="Google Shape;208;p21"/>
          <p:cNvSpPr/>
          <p:nvPr/>
        </p:nvSpPr>
        <p:spPr>
          <a:xfrm rot="5400000">
            <a:off x="2425680" y="3456720"/>
            <a:ext cx="846000" cy="148644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6" name="Google Shape;209;p21"/>
          <p:cNvSpPr/>
          <p:nvPr/>
        </p:nvSpPr>
        <p:spPr>
          <a:xfrm flipH="1" rot="16200000">
            <a:off x="3875760" y="3493440"/>
            <a:ext cx="846000" cy="141336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7" name="Google Shape;210;p21"/>
          <p:cNvSpPr/>
          <p:nvPr/>
        </p:nvSpPr>
        <p:spPr>
          <a:xfrm rot="5400000">
            <a:off x="3161160" y="4192200"/>
            <a:ext cx="846000" cy="15480"/>
          </a:xfrm>
          <a:prstGeom prst="bentConnector3">
            <a:avLst>
              <a:gd name="adj1" fmla="val 50000"/>
            </a:avLst>
          </a:prstGeom>
          <a:noFill/>
          <a:ln w="19050">
            <a:solidFill>
              <a:srgbClr val="999999"/>
            </a:solidFill>
            <a:round/>
          </a:ln>
        </p:spPr>
        <p:style>
          <a:lnRef idx="0"/>
          <a:fillRef idx="0"/>
          <a:effectRef idx="0"/>
          <a:fontRef idx="minor"/>
        </p:style>
        <p:txBody>
          <a:bodyPr lIns="90000" rIns="90000" tIns="-29160" bIns="-29160" anchor="t">
            <a:noAutofit/>
          </a:bodyPr>
          <a:p>
            <a:endParaRPr b="0" lang="en-US" sz="1800" strike="noStrike" u="none">
              <a:solidFill>
                <a:srgbClr val="000000"/>
              </a:solidFill>
              <a:effectLst/>
              <a:uFillTx/>
              <a:latin typeface="Arial"/>
            </a:endParaRPr>
          </a:p>
        </p:txBody>
      </p:sp>
      <p:grpSp>
        <p:nvGrpSpPr>
          <p:cNvPr id="218" name="Google Shape;211;p21"/>
          <p:cNvGrpSpPr/>
          <p:nvPr/>
        </p:nvGrpSpPr>
        <p:grpSpPr>
          <a:xfrm>
            <a:off x="6887160" y="3046320"/>
            <a:ext cx="3006360" cy="792360"/>
            <a:chOff x="6887160" y="3046320"/>
            <a:chExt cx="3006360" cy="792360"/>
          </a:xfrm>
        </p:grpSpPr>
        <p:sp>
          <p:nvSpPr>
            <p:cNvPr id="219" name="Google Shape;212;p21"/>
            <p:cNvSpPr/>
            <p:nvPr/>
          </p:nvSpPr>
          <p:spPr>
            <a:xfrm>
              <a:off x="697968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0" name="Google Shape;213;p21"/>
            <p:cNvSpPr/>
            <p:nvPr/>
          </p:nvSpPr>
          <p:spPr>
            <a:xfrm>
              <a:off x="688716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221" name="Google Shape;214;p21"/>
          <p:cNvSpPr/>
          <p:nvPr/>
        </p:nvSpPr>
        <p:spPr>
          <a:xfrm flipH="1" rot="16200000">
            <a:off x="6715080" y="1417320"/>
            <a:ext cx="846000" cy="241128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2" name="Google Shape;215;p21"/>
          <p:cNvSpPr/>
          <p:nvPr/>
        </p:nvSpPr>
        <p:spPr>
          <a:xfrm>
            <a:off x="1001340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appv2 x 1</a:t>
            </a:r>
            <a:endParaRPr b="0" lang="en-US" sz="1800" strike="noStrike" u="none">
              <a:solidFill>
                <a:srgbClr val="000000"/>
              </a:solidFill>
              <a:effectLst/>
              <a:uFillTx/>
              <a:latin typeface="Arial"/>
            </a:endParaRPr>
          </a:p>
        </p:txBody>
      </p:sp>
      <p:grpSp>
        <p:nvGrpSpPr>
          <p:cNvPr id="223" name="Google Shape;216;p21"/>
          <p:cNvGrpSpPr/>
          <p:nvPr/>
        </p:nvGrpSpPr>
        <p:grpSpPr>
          <a:xfrm>
            <a:off x="6180840" y="4623480"/>
            <a:ext cx="1308960" cy="764640"/>
            <a:chOff x="6180840" y="4623480"/>
            <a:chExt cx="1308960" cy="764640"/>
          </a:xfrm>
        </p:grpSpPr>
        <p:grpSp>
          <p:nvGrpSpPr>
            <p:cNvPr id="224" name="Google Shape;217;p21"/>
            <p:cNvGrpSpPr/>
            <p:nvPr/>
          </p:nvGrpSpPr>
          <p:grpSpPr>
            <a:xfrm>
              <a:off x="6180840" y="4623480"/>
              <a:ext cx="1296000" cy="764640"/>
              <a:chOff x="6180840" y="4623480"/>
              <a:chExt cx="1296000" cy="764640"/>
            </a:xfrm>
          </p:grpSpPr>
          <p:sp>
            <p:nvSpPr>
              <p:cNvPr id="225" name="Google Shape;218;p21"/>
              <p:cNvSpPr/>
              <p:nvPr/>
            </p:nvSpPr>
            <p:spPr>
              <a:xfrm>
                <a:off x="618084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26" name="Google Shape;219;p21"/>
              <p:cNvSpPr/>
              <p:nvPr/>
            </p:nvSpPr>
            <p:spPr>
              <a:xfrm>
                <a:off x="635616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7" name="Google Shape;220;p21"/>
              <p:cNvSpPr/>
              <p:nvPr/>
            </p:nvSpPr>
            <p:spPr>
              <a:xfrm>
                <a:off x="642096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228" name="Google Shape;221;p21"/>
            <p:cNvSpPr/>
            <p:nvPr/>
          </p:nvSpPr>
          <p:spPr>
            <a:xfrm>
              <a:off x="619380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sp>
        <p:nvSpPr>
          <p:cNvPr id="229" name="Google Shape;222;p21"/>
          <p:cNvSpPr/>
          <p:nvPr/>
        </p:nvSpPr>
        <p:spPr>
          <a:xfrm rot="5400000">
            <a:off x="7164000" y="3442680"/>
            <a:ext cx="846000" cy="151452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Google Shape;228;p22"/>
          <p:cNvSpPr/>
          <p:nvPr/>
        </p:nvSpPr>
        <p:spPr>
          <a:xfrm>
            <a:off x="153900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31" name="Google Shape;229;p22"/>
          <p:cNvSpPr/>
          <p:nvPr/>
        </p:nvSpPr>
        <p:spPr>
          <a:xfrm>
            <a:off x="444024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32" name="Google Shape;230;p22"/>
          <p:cNvSpPr/>
          <p:nvPr/>
        </p:nvSpPr>
        <p:spPr>
          <a:xfrm>
            <a:off x="626976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33"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Rolling Deployments</a:t>
            </a:r>
            <a:endParaRPr b="0" lang="en-US" sz="3200" strike="noStrike" u="none">
              <a:solidFill>
                <a:srgbClr val="000000"/>
              </a:solidFill>
              <a:effectLst/>
              <a:uFillTx/>
              <a:latin typeface="Arial"/>
            </a:endParaRPr>
          </a:p>
        </p:txBody>
      </p:sp>
      <p:sp>
        <p:nvSpPr>
          <p:cNvPr id="234" name="PlaceHolder 2"/>
          <p:cNvSpPr>
            <a:spLocks noGrp="1"/>
          </p:cNvSpPr>
          <p:nvPr>
            <p:ph type="sldNum" idx="33"/>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CE12DB98-1726-4F39-85F2-BA064380BF1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235" name="Google Shape;233;p22"/>
          <p:cNvSpPr/>
          <p:nvPr/>
        </p:nvSpPr>
        <p:spPr>
          <a:xfrm>
            <a:off x="73692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appv1 x 2</a:t>
            </a:r>
            <a:endParaRPr b="0" lang="en-US" sz="1800" strike="noStrike" u="none">
              <a:solidFill>
                <a:srgbClr val="000000"/>
              </a:solidFill>
              <a:effectLst/>
              <a:uFillTx/>
              <a:latin typeface="Arial"/>
            </a:endParaRPr>
          </a:p>
        </p:txBody>
      </p:sp>
      <p:grpSp>
        <p:nvGrpSpPr>
          <p:cNvPr id="236" name="Google Shape;234;p22"/>
          <p:cNvGrpSpPr/>
          <p:nvPr/>
        </p:nvGrpSpPr>
        <p:grpSpPr>
          <a:xfrm>
            <a:off x="1456560" y="4623480"/>
            <a:ext cx="1308600" cy="764640"/>
            <a:chOff x="1456560" y="4623480"/>
            <a:chExt cx="1308600" cy="764640"/>
          </a:xfrm>
        </p:grpSpPr>
        <p:grpSp>
          <p:nvGrpSpPr>
            <p:cNvPr id="237" name="Google Shape;235;p22"/>
            <p:cNvGrpSpPr/>
            <p:nvPr/>
          </p:nvGrpSpPr>
          <p:grpSpPr>
            <a:xfrm>
              <a:off x="1456560" y="4623480"/>
              <a:ext cx="1296000" cy="764640"/>
              <a:chOff x="1456560" y="4623480"/>
              <a:chExt cx="1296000" cy="764640"/>
            </a:xfrm>
          </p:grpSpPr>
          <p:sp>
            <p:nvSpPr>
              <p:cNvPr id="238" name="Google Shape;236;p22"/>
              <p:cNvSpPr/>
              <p:nvPr/>
            </p:nvSpPr>
            <p:spPr>
              <a:xfrm>
                <a:off x="145656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39" name="Google Shape;237;p22"/>
              <p:cNvSpPr/>
              <p:nvPr/>
            </p:nvSpPr>
            <p:spPr>
              <a:xfrm>
                <a:off x="163188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0" name="Google Shape;238;p22"/>
              <p:cNvSpPr/>
              <p:nvPr/>
            </p:nvSpPr>
            <p:spPr>
              <a:xfrm>
                <a:off x="169632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241" name="Google Shape;239;p22"/>
            <p:cNvSpPr/>
            <p:nvPr/>
          </p:nvSpPr>
          <p:spPr>
            <a:xfrm>
              <a:off x="146916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242" name="Google Shape;240;p22"/>
          <p:cNvGrpSpPr/>
          <p:nvPr/>
        </p:nvGrpSpPr>
        <p:grpSpPr>
          <a:xfrm>
            <a:off x="4475160" y="1469160"/>
            <a:ext cx="3006000" cy="792360"/>
            <a:chOff x="4475160" y="1469160"/>
            <a:chExt cx="3006000" cy="792360"/>
          </a:xfrm>
        </p:grpSpPr>
        <p:sp>
          <p:nvSpPr>
            <p:cNvPr id="243" name="Google Shape;241;p22"/>
            <p:cNvSpPr/>
            <p:nvPr/>
          </p:nvSpPr>
          <p:spPr>
            <a:xfrm>
              <a:off x="4567320" y="153144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4" name="Google Shape;242;p22"/>
            <p:cNvSpPr/>
            <p:nvPr/>
          </p:nvSpPr>
          <p:spPr>
            <a:xfrm>
              <a:off x="4475160" y="146916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a:t>
              </a:r>
              <a:endParaRPr b="0" lang="en-US" sz="1800" strike="noStrike" u="none">
                <a:solidFill>
                  <a:srgbClr val="000000"/>
                </a:solidFill>
                <a:effectLst/>
                <a:uFillTx/>
                <a:latin typeface="Arial"/>
              </a:endParaRPr>
            </a:p>
          </p:txBody>
        </p:sp>
      </p:grpSp>
      <p:grpSp>
        <p:nvGrpSpPr>
          <p:cNvPr id="245" name="Google Shape;243;p22"/>
          <p:cNvGrpSpPr/>
          <p:nvPr/>
        </p:nvGrpSpPr>
        <p:grpSpPr>
          <a:xfrm>
            <a:off x="4357800" y="4623480"/>
            <a:ext cx="1308600" cy="764640"/>
            <a:chOff x="4357800" y="4623480"/>
            <a:chExt cx="1308600" cy="764640"/>
          </a:xfrm>
        </p:grpSpPr>
        <p:grpSp>
          <p:nvGrpSpPr>
            <p:cNvPr id="246" name="Google Shape;244;p22"/>
            <p:cNvGrpSpPr/>
            <p:nvPr/>
          </p:nvGrpSpPr>
          <p:grpSpPr>
            <a:xfrm>
              <a:off x="4357800" y="4623480"/>
              <a:ext cx="1296000" cy="764640"/>
              <a:chOff x="4357800" y="4623480"/>
              <a:chExt cx="1296000" cy="764640"/>
            </a:xfrm>
          </p:grpSpPr>
          <p:sp>
            <p:nvSpPr>
              <p:cNvPr id="247" name="Google Shape;245;p22"/>
              <p:cNvSpPr/>
              <p:nvPr/>
            </p:nvSpPr>
            <p:spPr>
              <a:xfrm>
                <a:off x="435780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48" name="Google Shape;246;p22"/>
              <p:cNvSpPr/>
              <p:nvPr/>
            </p:nvSpPr>
            <p:spPr>
              <a:xfrm>
                <a:off x="453312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9" name="Google Shape;247;p22"/>
              <p:cNvSpPr/>
              <p:nvPr/>
            </p:nvSpPr>
            <p:spPr>
              <a:xfrm>
                <a:off x="459756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250" name="Google Shape;248;p22"/>
            <p:cNvSpPr/>
            <p:nvPr/>
          </p:nvSpPr>
          <p:spPr>
            <a:xfrm>
              <a:off x="437040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251" name="Google Shape;249;p22"/>
          <p:cNvGrpSpPr/>
          <p:nvPr/>
        </p:nvGrpSpPr>
        <p:grpSpPr>
          <a:xfrm>
            <a:off x="2134800" y="3046320"/>
            <a:ext cx="3006000" cy="792360"/>
            <a:chOff x="2134800" y="3046320"/>
            <a:chExt cx="3006000" cy="792360"/>
          </a:xfrm>
        </p:grpSpPr>
        <p:sp>
          <p:nvSpPr>
            <p:cNvPr id="252" name="Google Shape;250;p22"/>
            <p:cNvSpPr/>
            <p:nvPr/>
          </p:nvSpPr>
          <p:spPr>
            <a:xfrm>
              <a:off x="222696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3" name="Google Shape;251;p22"/>
            <p:cNvSpPr/>
            <p:nvPr/>
          </p:nvSpPr>
          <p:spPr>
            <a:xfrm>
              <a:off x="213480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254" name="Google Shape;252;p22"/>
          <p:cNvSpPr/>
          <p:nvPr/>
        </p:nvSpPr>
        <p:spPr>
          <a:xfrm rot="5400000">
            <a:off x="4339440" y="1452240"/>
            <a:ext cx="846000" cy="234000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5" name="Google Shape;253;p22"/>
          <p:cNvSpPr/>
          <p:nvPr/>
        </p:nvSpPr>
        <p:spPr>
          <a:xfrm rot="5400000">
            <a:off x="2425680" y="3456720"/>
            <a:ext cx="846000" cy="148644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6" name="Google Shape;254;p22"/>
          <p:cNvSpPr/>
          <p:nvPr/>
        </p:nvSpPr>
        <p:spPr>
          <a:xfrm flipH="1" rot="16200000">
            <a:off x="3875760" y="3493440"/>
            <a:ext cx="846000" cy="141336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257" name="Google Shape;255;p22"/>
          <p:cNvGrpSpPr/>
          <p:nvPr/>
        </p:nvGrpSpPr>
        <p:grpSpPr>
          <a:xfrm>
            <a:off x="6887160" y="3046320"/>
            <a:ext cx="3006360" cy="792360"/>
            <a:chOff x="6887160" y="3046320"/>
            <a:chExt cx="3006360" cy="792360"/>
          </a:xfrm>
        </p:grpSpPr>
        <p:sp>
          <p:nvSpPr>
            <p:cNvPr id="258" name="Google Shape;256;p22"/>
            <p:cNvSpPr/>
            <p:nvPr/>
          </p:nvSpPr>
          <p:spPr>
            <a:xfrm>
              <a:off x="697968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9" name="Google Shape;257;p22"/>
            <p:cNvSpPr/>
            <p:nvPr/>
          </p:nvSpPr>
          <p:spPr>
            <a:xfrm>
              <a:off x="688716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260" name="Google Shape;258;p22"/>
          <p:cNvSpPr/>
          <p:nvPr/>
        </p:nvSpPr>
        <p:spPr>
          <a:xfrm flipH="1" rot="16200000">
            <a:off x="6715080" y="1417320"/>
            <a:ext cx="846000" cy="241128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1" name="Google Shape;259;p22"/>
          <p:cNvSpPr/>
          <p:nvPr/>
        </p:nvSpPr>
        <p:spPr>
          <a:xfrm>
            <a:off x="1001340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appv2 x 1</a:t>
            </a:r>
            <a:endParaRPr b="0" lang="en-US" sz="1800" strike="noStrike" u="none">
              <a:solidFill>
                <a:srgbClr val="000000"/>
              </a:solidFill>
              <a:effectLst/>
              <a:uFillTx/>
              <a:latin typeface="Arial"/>
            </a:endParaRPr>
          </a:p>
        </p:txBody>
      </p:sp>
      <p:grpSp>
        <p:nvGrpSpPr>
          <p:cNvPr id="262" name="Google Shape;260;p22"/>
          <p:cNvGrpSpPr/>
          <p:nvPr/>
        </p:nvGrpSpPr>
        <p:grpSpPr>
          <a:xfrm>
            <a:off x="6180840" y="4623480"/>
            <a:ext cx="1308960" cy="764640"/>
            <a:chOff x="6180840" y="4623480"/>
            <a:chExt cx="1308960" cy="764640"/>
          </a:xfrm>
        </p:grpSpPr>
        <p:grpSp>
          <p:nvGrpSpPr>
            <p:cNvPr id="263" name="Google Shape;261;p22"/>
            <p:cNvGrpSpPr/>
            <p:nvPr/>
          </p:nvGrpSpPr>
          <p:grpSpPr>
            <a:xfrm>
              <a:off x="6180840" y="4623480"/>
              <a:ext cx="1296000" cy="764640"/>
              <a:chOff x="6180840" y="4623480"/>
              <a:chExt cx="1296000" cy="764640"/>
            </a:xfrm>
          </p:grpSpPr>
          <p:sp>
            <p:nvSpPr>
              <p:cNvPr id="264" name="Google Shape;262;p22"/>
              <p:cNvSpPr/>
              <p:nvPr/>
            </p:nvSpPr>
            <p:spPr>
              <a:xfrm>
                <a:off x="618084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65" name="Google Shape;263;p22"/>
              <p:cNvSpPr/>
              <p:nvPr/>
            </p:nvSpPr>
            <p:spPr>
              <a:xfrm>
                <a:off x="635616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66" name="Google Shape;264;p22"/>
              <p:cNvSpPr/>
              <p:nvPr/>
            </p:nvSpPr>
            <p:spPr>
              <a:xfrm>
                <a:off x="642096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267" name="Google Shape;265;p22"/>
            <p:cNvSpPr/>
            <p:nvPr/>
          </p:nvSpPr>
          <p:spPr>
            <a:xfrm>
              <a:off x="619380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sp>
        <p:nvSpPr>
          <p:cNvPr id="268" name="Google Shape;266;p22"/>
          <p:cNvSpPr/>
          <p:nvPr/>
        </p:nvSpPr>
        <p:spPr>
          <a:xfrm rot="5400000">
            <a:off x="7164000" y="3442680"/>
            <a:ext cx="846000" cy="151452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Google Shape;272;p23"/>
          <p:cNvSpPr/>
          <p:nvPr/>
        </p:nvSpPr>
        <p:spPr>
          <a:xfrm>
            <a:off x="153900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70" name="Google Shape;273;p23"/>
          <p:cNvSpPr/>
          <p:nvPr/>
        </p:nvSpPr>
        <p:spPr>
          <a:xfrm>
            <a:off x="444024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71" name="Google Shape;274;p23"/>
          <p:cNvSpPr/>
          <p:nvPr/>
        </p:nvSpPr>
        <p:spPr>
          <a:xfrm>
            <a:off x="771408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72" name="Google Shape;275;p23"/>
          <p:cNvSpPr/>
          <p:nvPr/>
        </p:nvSpPr>
        <p:spPr>
          <a:xfrm>
            <a:off x="626976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73"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Rolling Deployments</a:t>
            </a:r>
            <a:endParaRPr b="0" lang="en-US" sz="3200" strike="noStrike" u="none">
              <a:solidFill>
                <a:srgbClr val="000000"/>
              </a:solidFill>
              <a:effectLst/>
              <a:uFillTx/>
              <a:latin typeface="Arial"/>
            </a:endParaRPr>
          </a:p>
        </p:txBody>
      </p:sp>
      <p:sp>
        <p:nvSpPr>
          <p:cNvPr id="274" name="PlaceHolder 2"/>
          <p:cNvSpPr>
            <a:spLocks noGrp="1"/>
          </p:cNvSpPr>
          <p:nvPr>
            <p:ph type="sldNum" idx="3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CB60F96-2AC3-4E52-AD68-483108AB864B}"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275" name="Google Shape;278;p23"/>
          <p:cNvSpPr/>
          <p:nvPr/>
        </p:nvSpPr>
        <p:spPr>
          <a:xfrm>
            <a:off x="73692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appv1 x 2</a:t>
            </a:r>
            <a:endParaRPr b="0" lang="en-US" sz="1800" strike="noStrike" u="none">
              <a:solidFill>
                <a:srgbClr val="000000"/>
              </a:solidFill>
              <a:effectLst/>
              <a:uFillTx/>
              <a:latin typeface="Arial"/>
            </a:endParaRPr>
          </a:p>
        </p:txBody>
      </p:sp>
      <p:grpSp>
        <p:nvGrpSpPr>
          <p:cNvPr id="276" name="Google Shape;279;p23"/>
          <p:cNvGrpSpPr/>
          <p:nvPr/>
        </p:nvGrpSpPr>
        <p:grpSpPr>
          <a:xfrm>
            <a:off x="1456560" y="4623480"/>
            <a:ext cx="1308600" cy="764640"/>
            <a:chOff x="1456560" y="4623480"/>
            <a:chExt cx="1308600" cy="764640"/>
          </a:xfrm>
        </p:grpSpPr>
        <p:grpSp>
          <p:nvGrpSpPr>
            <p:cNvPr id="277" name="Google Shape;280;p23"/>
            <p:cNvGrpSpPr/>
            <p:nvPr/>
          </p:nvGrpSpPr>
          <p:grpSpPr>
            <a:xfrm>
              <a:off x="1456560" y="4623480"/>
              <a:ext cx="1296000" cy="764640"/>
              <a:chOff x="1456560" y="4623480"/>
              <a:chExt cx="1296000" cy="764640"/>
            </a:xfrm>
          </p:grpSpPr>
          <p:sp>
            <p:nvSpPr>
              <p:cNvPr id="278" name="Google Shape;281;p23"/>
              <p:cNvSpPr/>
              <p:nvPr/>
            </p:nvSpPr>
            <p:spPr>
              <a:xfrm>
                <a:off x="145656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79" name="Google Shape;282;p23"/>
              <p:cNvSpPr/>
              <p:nvPr/>
            </p:nvSpPr>
            <p:spPr>
              <a:xfrm>
                <a:off x="163188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80" name="Google Shape;283;p23"/>
              <p:cNvSpPr/>
              <p:nvPr/>
            </p:nvSpPr>
            <p:spPr>
              <a:xfrm>
                <a:off x="169632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281" name="Google Shape;284;p23"/>
            <p:cNvSpPr/>
            <p:nvPr/>
          </p:nvSpPr>
          <p:spPr>
            <a:xfrm>
              <a:off x="146916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282" name="Google Shape;285;p23"/>
          <p:cNvGrpSpPr/>
          <p:nvPr/>
        </p:nvGrpSpPr>
        <p:grpSpPr>
          <a:xfrm>
            <a:off x="4475160" y="1469160"/>
            <a:ext cx="3006000" cy="792360"/>
            <a:chOff x="4475160" y="1469160"/>
            <a:chExt cx="3006000" cy="792360"/>
          </a:xfrm>
        </p:grpSpPr>
        <p:sp>
          <p:nvSpPr>
            <p:cNvPr id="283" name="Google Shape;286;p23"/>
            <p:cNvSpPr/>
            <p:nvPr/>
          </p:nvSpPr>
          <p:spPr>
            <a:xfrm>
              <a:off x="4567320" y="153144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4" name="Google Shape;287;p23"/>
            <p:cNvSpPr/>
            <p:nvPr/>
          </p:nvSpPr>
          <p:spPr>
            <a:xfrm>
              <a:off x="4475160" y="146916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a:t>
              </a:r>
              <a:endParaRPr b="0" lang="en-US" sz="1800" strike="noStrike" u="none">
                <a:solidFill>
                  <a:srgbClr val="000000"/>
                </a:solidFill>
                <a:effectLst/>
                <a:uFillTx/>
                <a:latin typeface="Arial"/>
              </a:endParaRPr>
            </a:p>
          </p:txBody>
        </p:sp>
      </p:grpSp>
      <p:grpSp>
        <p:nvGrpSpPr>
          <p:cNvPr id="285" name="Google Shape;288;p23"/>
          <p:cNvGrpSpPr/>
          <p:nvPr/>
        </p:nvGrpSpPr>
        <p:grpSpPr>
          <a:xfrm>
            <a:off x="4357800" y="4623480"/>
            <a:ext cx="1308600" cy="764640"/>
            <a:chOff x="4357800" y="4623480"/>
            <a:chExt cx="1308600" cy="764640"/>
          </a:xfrm>
        </p:grpSpPr>
        <p:grpSp>
          <p:nvGrpSpPr>
            <p:cNvPr id="286" name="Google Shape;289;p23"/>
            <p:cNvGrpSpPr/>
            <p:nvPr/>
          </p:nvGrpSpPr>
          <p:grpSpPr>
            <a:xfrm>
              <a:off x="4357800" y="4623480"/>
              <a:ext cx="1296000" cy="764640"/>
              <a:chOff x="4357800" y="4623480"/>
              <a:chExt cx="1296000" cy="764640"/>
            </a:xfrm>
          </p:grpSpPr>
          <p:sp>
            <p:nvSpPr>
              <p:cNvPr id="287" name="Google Shape;290;p23"/>
              <p:cNvSpPr/>
              <p:nvPr/>
            </p:nvSpPr>
            <p:spPr>
              <a:xfrm>
                <a:off x="435780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88" name="Google Shape;291;p23"/>
              <p:cNvSpPr/>
              <p:nvPr/>
            </p:nvSpPr>
            <p:spPr>
              <a:xfrm>
                <a:off x="453312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89" name="Google Shape;292;p23"/>
              <p:cNvSpPr/>
              <p:nvPr/>
            </p:nvSpPr>
            <p:spPr>
              <a:xfrm>
                <a:off x="459756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290" name="Google Shape;293;p23"/>
            <p:cNvSpPr/>
            <p:nvPr/>
          </p:nvSpPr>
          <p:spPr>
            <a:xfrm>
              <a:off x="437040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291" name="Google Shape;294;p23"/>
          <p:cNvGrpSpPr/>
          <p:nvPr/>
        </p:nvGrpSpPr>
        <p:grpSpPr>
          <a:xfrm>
            <a:off x="2134800" y="3046320"/>
            <a:ext cx="3006000" cy="792360"/>
            <a:chOff x="2134800" y="3046320"/>
            <a:chExt cx="3006000" cy="792360"/>
          </a:xfrm>
        </p:grpSpPr>
        <p:sp>
          <p:nvSpPr>
            <p:cNvPr id="292" name="Google Shape;295;p23"/>
            <p:cNvSpPr/>
            <p:nvPr/>
          </p:nvSpPr>
          <p:spPr>
            <a:xfrm>
              <a:off x="222696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3" name="Google Shape;296;p23"/>
            <p:cNvSpPr/>
            <p:nvPr/>
          </p:nvSpPr>
          <p:spPr>
            <a:xfrm>
              <a:off x="213480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294" name="Google Shape;297;p23"/>
          <p:cNvSpPr/>
          <p:nvPr/>
        </p:nvSpPr>
        <p:spPr>
          <a:xfrm rot="5400000">
            <a:off x="4339440" y="1452240"/>
            <a:ext cx="846000" cy="234000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5" name="Google Shape;298;p23"/>
          <p:cNvSpPr/>
          <p:nvPr/>
        </p:nvSpPr>
        <p:spPr>
          <a:xfrm rot="5400000">
            <a:off x="2425680" y="3456720"/>
            <a:ext cx="846000" cy="148644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6" name="Google Shape;299;p23"/>
          <p:cNvSpPr/>
          <p:nvPr/>
        </p:nvSpPr>
        <p:spPr>
          <a:xfrm flipH="1" rot="16200000">
            <a:off x="3875760" y="3493440"/>
            <a:ext cx="846000" cy="141336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297" name="Google Shape;300;p23"/>
          <p:cNvGrpSpPr/>
          <p:nvPr/>
        </p:nvGrpSpPr>
        <p:grpSpPr>
          <a:xfrm>
            <a:off x="6887160" y="3046320"/>
            <a:ext cx="3006360" cy="792360"/>
            <a:chOff x="6887160" y="3046320"/>
            <a:chExt cx="3006360" cy="792360"/>
          </a:xfrm>
        </p:grpSpPr>
        <p:sp>
          <p:nvSpPr>
            <p:cNvPr id="298" name="Google Shape;301;p23"/>
            <p:cNvSpPr/>
            <p:nvPr/>
          </p:nvSpPr>
          <p:spPr>
            <a:xfrm>
              <a:off x="697968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9" name="Google Shape;302;p23"/>
            <p:cNvSpPr/>
            <p:nvPr/>
          </p:nvSpPr>
          <p:spPr>
            <a:xfrm>
              <a:off x="688716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300" name="Google Shape;303;p23"/>
          <p:cNvSpPr/>
          <p:nvPr/>
        </p:nvSpPr>
        <p:spPr>
          <a:xfrm flipH="1" rot="16200000">
            <a:off x="6715080" y="1417320"/>
            <a:ext cx="846000" cy="241128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1" name="Google Shape;304;p23"/>
          <p:cNvSpPr/>
          <p:nvPr/>
        </p:nvSpPr>
        <p:spPr>
          <a:xfrm>
            <a:off x="1001340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appv2 x 2</a:t>
            </a:r>
            <a:endParaRPr b="0" lang="en-US" sz="1800" strike="noStrike" u="none">
              <a:solidFill>
                <a:srgbClr val="000000"/>
              </a:solidFill>
              <a:effectLst/>
              <a:uFillTx/>
              <a:latin typeface="Arial"/>
            </a:endParaRPr>
          </a:p>
        </p:txBody>
      </p:sp>
      <p:grpSp>
        <p:nvGrpSpPr>
          <p:cNvPr id="302" name="Google Shape;305;p23"/>
          <p:cNvGrpSpPr/>
          <p:nvPr/>
        </p:nvGrpSpPr>
        <p:grpSpPr>
          <a:xfrm>
            <a:off x="6180840" y="4623480"/>
            <a:ext cx="1308960" cy="764640"/>
            <a:chOff x="6180840" y="4623480"/>
            <a:chExt cx="1308960" cy="764640"/>
          </a:xfrm>
        </p:grpSpPr>
        <p:grpSp>
          <p:nvGrpSpPr>
            <p:cNvPr id="303" name="Google Shape;306;p23"/>
            <p:cNvGrpSpPr/>
            <p:nvPr/>
          </p:nvGrpSpPr>
          <p:grpSpPr>
            <a:xfrm>
              <a:off x="6180840" y="4623480"/>
              <a:ext cx="1296000" cy="764640"/>
              <a:chOff x="6180840" y="4623480"/>
              <a:chExt cx="1296000" cy="764640"/>
            </a:xfrm>
          </p:grpSpPr>
          <p:sp>
            <p:nvSpPr>
              <p:cNvPr id="304" name="Google Shape;307;p23"/>
              <p:cNvSpPr/>
              <p:nvPr/>
            </p:nvSpPr>
            <p:spPr>
              <a:xfrm>
                <a:off x="618084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05" name="Google Shape;308;p23"/>
              <p:cNvSpPr/>
              <p:nvPr/>
            </p:nvSpPr>
            <p:spPr>
              <a:xfrm>
                <a:off x="635616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06" name="Google Shape;309;p23"/>
              <p:cNvSpPr/>
              <p:nvPr/>
            </p:nvSpPr>
            <p:spPr>
              <a:xfrm>
                <a:off x="642096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307" name="Google Shape;310;p23"/>
            <p:cNvSpPr/>
            <p:nvPr/>
          </p:nvSpPr>
          <p:spPr>
            <a:xfrm>
              <a:off x="619380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308" name="Google Shape;311;p23"/>
          <p:cNvGrpSpPr/>
          <p:nvPr/>
        </p:nvGrpSpPr>
        <p:grpSpPr>
          <a:xfrm>
            <a:off x="7631640" y="4623480"/>
            <a:ext cx="1308600" cy="764640"/>
            <a:chOff x="7631640" y="4623480"/>
            <a:chExt cx="1308600" cy="764640"/>
          </a:xfrm>
        </p:grpSpPr>
        <p:grpSp>
          <p:nvGrpSpPr>
            <p:cNvPr id="309" name="Google Shape;312;p23"/>
            <p:cNvGrpSpPr/>
            <p:nvPr/>
          </p:nvGrpSpPr>
          <p:grpSpPr>
            <a:xfrm>
              <a:off x="7631640" y="4623480"/>
              <a:ext cx="1296000" cy="764640"/>
              <a:chOff x="7631640" y="4623480"/>
              <a:chExt cx="1296000" cy="764640"/>
            </a:xfrm>
          </p:grpSpPr>
          <p:sp>
            <p:nvSpPr>
              <p:cNvPr id="310" name="Google Shape;313;p23"/>
              <p:cNvSpPr/>
              <p:nvPr/>
            </p:nvSpPr>
            <p:spPr>
              <a:xfrm>
                <a:off x="763164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11" name="Google Shape;314;p23"/>
              <p:cNvSpPr/>
              <p:nvPr/>
            </p:nvSpPr>
            <p:spPr>
              <a:xfrm>
                <a:off x="780660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12" name="Google Shape;315;p23"/>
              <p:cNvSpPr/>
              <p:nvPr/>
            </p:nvSpPr>
            <p:spPr>
              <a:xfrm>
                <a:off x="787140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313" name="Google Shape;316;p23"/>
            <p:cNvSpPr/>
            <p:nvPr/>
          </p:nvSpPr>
          <p:spPr>
            <a:xfrm>
              <a:off x="764424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sp>
        <p:nvSpPr>
          <p:cNvPr id="314" name="Google Shape;317;p23"/>
          <p:cNvSpPr/>
          <p:nvPr/>
        </p:nvSpPr>
        <p:spPr>
          <a:xfrm rot="5400000">
            <a:off x="7164000" y="3442680"/>
            <a:ext cx="846000" cy="151452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5" name="Google Shape;318;p23"/>
          <p:cNvSpPr/>
          <p:nvPr/>
        </p:nvSpPr>
        <p:spPr>
          <a:xfrm flipH="1" rot="16200000">
            <a:off x="7937280" y="4184640"/>
            <a:ext cx="846000" cy="30960"/>
          </a:xfrm>
          <a:prstGeom prst="bentConnector3">
            <a:avLst>
              <a:gd name="adj1" fmla="val 50000"/>
            </a:avLst>
          </a:prstGeom>
          <a:noFill/>
          <a:ln w="19050">
            <a:solidFill>
              <a:srgbClr val="999999"/>
            </a:solidFill>
            <a:round/>
          </a:ln>
        </p:spPr>
        <p:style>
          <a:lnRef idx="0"/>
          <a:fillRef idx="0"/>
          <a:effectRef idx="0"/>
          <a:fontRef idx="minor"/>
        </p:style>
        <p:txBody>
          <a:bodyPr lIns="90000" rIns="90000" tIns="-13680" bIns="-1368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Google Shape;324;p24"/>
          <p:cNvSpPr/>
          <p:nvPr/>
        </p:nvSpPr>
        <p:spPr>
          <a:xfrm>
            <a:off x="444024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17" name="Google Shape;325;p24"/>
          <p:cNvSpPr/>
          <p:nvPr/>
        </p:nvSpPr>
        <p:spPr>
          <a:xfrm>
            <a:off x="771768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18" name="Google Shape;326;p24"/>
          <p:cNvSpPr/>
          <p:nvPr/>
        </p:nvSpPr>
        <p:spPr>
          <a:xfrm>
            <a:off x="626976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19"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Rolling Deployments</a:t>
            </a:r>
            <a:endParaRPr b="0" lang="en-US" sz="3200" strike="noStrike" u="none">
              <a:solidFill>
                <a:srgbClr val="000000"/>
              </a:solidFill>
              <a:effectLst/>
              <a:uFillTx/>
              <a:latin typeface="Arial"/>
            </a:endParaRPr>
          </a:p>
        </p:txBody>
      </p:sp>
      <p:sp>
        <p:nvSpPr>
          <p:cNvPr id="320" name="PlaceHolder 2"/>
          <p:cNvSpPr>
            <a:spLocks noGrp="1"/>
          </p:cNvSpPr>
          <p:nvPr>
            <p:ph type="sldNum" idx="35"/>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83063AA6-C4D9-4293-A2C8-CA66410CE19B}"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21" name="Google Shape;329;p24"/>
          <p:cNvSpPr/>
          <p:nvPr/>
        </p:nvSpPr>
        <p:spPr>
          <a:xfrm>
            <a:off x="73692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appv1 x 1</a:t>
            </a:r>
            <a:endParaRPr b="0" lang="en-US" sz="1800" strike="noStrike" u="none">
              <a:solidFill>
                <a:srgbClr val="000000"/>
              </a:solidFill>
              <a:effectLst/>
              <a:uFillTx/>
              <a:latin typeface="Arial"/>
            </a:endParaRPr>
          </a:p>
        </p:txBody>
      </p:sp>
      <p:grpSp>
        <p:nvGrpSpPr>
          <p:cNvPr id="322" name="Google Shape;330;p24"/>
          <p:cNvGrpSpPr/>
          <p:nvPr/>
        </p:nvGrpSpPr>
        <p:grpSpPr>
          <a:xfrm>
            <a:off x="4475160" y="1469160"/>
            <a:ext cx="3006000" cy="792360"/>
            <a:chOff x="4475160" y="1469160"/>
            <a:chExt cx="3006000" cy="792360"/>
          </a:xfrm>
        </p:grpSpPr>
        <p:sp>
          <p:nvSpPr>
            <p:cNvPr id="323" name="Google Shape;331;p24"/>
            <p:cNvSpPr/>
            <p:nvPr/>
          </p:nvSpPr>
          <p:spPr>
            <a:xfrm>
              <a:off x="4567320" y="153144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4" name="Google Shape;332;p24"/>
            <p:cNvSpPr/>
            <p:nvPr/>
          </p:nvSpPr>
          <p:spPr>
            <a:xfrm>
              <a:off x="4475160" y="146916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a:t>
              </a:r>
              <a:endParaRPr b="0" lang="en-US" sz="1800" strike="noStrike" u="none">
                <a:solidFill>
                  <a:srgbClr val="000000"/>
                </a:solidFill>
                <a:effectLst/>
                <a:uFillTx/>
                <a:latin typeface="Arial"/>
              </a:endParaRPr>
            </a:p>
          </p:txBody>
        </p:sp>
      </p:grpSp>
      <p:grpSp>
        <p:nvGrpSpPr>
          <p:cNvPr id="325" name="Google Shape;333;p24"/>
          <p:cNvGrpSpPr/>
          <p:nvPr/>
        </p:nvGrpSpPr>
        <p:grpSpPr>
          <a:xfrm>
            <a:off x="4357800" y="4623480"/>
            <a:ext cx="1308600" cy="764640"/>
            <a:chOff x="4357800" y="4623480"/>
            <a:chExt cx="1308600" cy="764640"/>
          </a:xfrm>
        </p:grpSpPr>
        <p:grpSp>
          <p:nvGrpSpPr>
            <p:cNvPr id="326" name="Google Shape;334;p24"/>
            <p:cNvGrpSpPr/>
            <p:nvPr/>
          </p:nvGrpSpPr>
          <p:grpSpPr>
            <a:xfrm>
              <a:off x="4357800" y="4623480"/>
              <a:ext cx="1296000" cy="764640"/>
              <a:chOff x="4357800" y="4623480"/>
              <a:chExt cx="1296000" cy="764640"/>
            </a:xfrm>
          </p:grpSpPr>
          <p:sp>
            <p:nvSpPr>
              <p:cNvPr id="327" name="Google Shape;335;p24"/>
              <p:cNvSpPr/>
              <p:nvPr/>
            </p:nvSpPr>
            <p:spPr>
              <a:xfrm>
                <a:off x="435780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28" name="Google Shape;336;p24"/>
              <p:cNvSpPr/>
              <p:nvPr/>
            </p:nvSpPr>
            <p:spPr>
              <a:xfrm>
                <a:off x="453312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29" name="Google Shape;337;p24"/>
              <p:cNvSpPr/>
              <p:nvPr/>
            </p:nvSpPr>
            <p:spPr>
              <a:xfrm>
                <a:off x="459756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330" name="Google Shape;338;p24"/>
            <p:cNvSpPr/>
            <p:nvPr/>
          </p:nvSpPr>
          <p:spPr>
            <a:xfrm>
              <a:off x="437040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331" name="Google Shape;339;p24"/>
          <p:cNvGrpSpPr/>
          <p:nvPr/>
        </p:nvGrpSpPr>
        <p:grpSpPr>
          <a:xfrm>
            <a:off x="2134800" y="3046320"/>
            <a:ext cx="3006000" cy="792360"/>
            <a:chOff x="2134800" y="3046320"/>
            <a:chExt cx="3006000" cy="792360"/>
          </a:xfrm>
        </p:grpSpPr>
        <p:sp>
          <p:nvSpPr>
            <p:cNvPr id="332" name="Google Shape;340;p24"/>
            <p:cNvSpPr/>
            <p:nvPr/>
          </p:nvSpPr>
          <p:spPr>
            <a:xfrm>
              <a:off x="222696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3" name="Google Shape;341;p24"/>
            <p:cNvSpPr/>
            <p:nvPr/>
          </p:nvSpPr>
          <p:spPr>
            <a:xfrm>
              <a:off x="213480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334" name="Google Shape;342;p24"/>
          <p:cNvSpPr/>
          <p:nvPr/>
        </p:nvSpPr>
        <p:spPr>
          <a:xfrm rot="5400000">
            <a:off x="4339440" y="1452240"/>
            <a:ext cx="846000" cy="234000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5" name="Google Shape;343;p24"/>
          <p:cNvSpPr/>
          <p:nvPr/>
        </p:nvSpPr>
        <p:spPr>
          <a:xfrm flipH="1" rot="16200000">
            <a:off x="3875760" y="3493440"/>
            <a:ext cx="846000" cy="141336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336" name="Google Shape;344;p24"/>
          <p:cNvGrpSpPr/>
          <p:nvPr/>
        </p:nvGrpSpPr>
        <p:grpSpPr>
          <a:xfrm>
            <a:off x="6887160" y="3046320"/>
            <a:ext cx="3006360" cy="792360"/>
            <a:chOff x="6887160" y="3046320"/>
            <a:chExt cx="3006360" cy="792360"/>
          </a:xfrm>
        </p:grpSpPr>
        <p:sp>
          <p:nvSpPr>
            <p:cNvPr id="337" name="Google Shape;345;p24"/>
            <p:cNvSpPr/>
            <p:nvPr/>
          </p:nvSpPr>
          <p:spPr>
            <a:xfrm>
              <a:off x="697968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8" name="Google Shape;346;p24"/>
            <p:cNvSpPr/>
            <p:nvPr/>
          </p:nvSpPr>
          <p:spPr>
            <a:xfrm>
              <a:off x="688716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339" name="Google Shape;347;p24"/>
          <p:cNvSpPr/>
          <p:nvPr/>
        </p:nvSpPr>
        <p:spPr>
          <a:xfrm flipH="1" rot="16200000">
            <a:off x="6715080" y="1417320"/>
            <a:ext cx="846000" cy="241128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0" name="Google Shape;348;p24"/>
          <p:cNvSpPr/>
          <p:nvPr/>
        </p:nvSpPr>
        <p:spPr>
          <a:xfrm>
            <a:off x="1001340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appv2 x 2</a:t>
            </a:r>
            <a:endParaRPr b="0" lang="en-US" sz="1800" strike="noStrike" u="none">
              <a:solidFill>
                <a:srgbClr val="000000"/>
              </a:solidFill>
              <a:effectLst/>
              <a:uFillTx/>
              <a:latin typeface="Arial"/>
            </a:endParaRPr>
          </a:p>
        </p:txBody>
      </p:sp>
      <p:grpSp>
        <p:nvGrpSpPr>
          <p:cNvPr id="341" name="Google Shape;349;p24"/>
          <p:cNvGrpSpPr/>
          <p:nvPr/>
        </p:nvGrpSpPr>
        <p:grpSpPr>
          <a:xfrm>
            <a:off x="6180840" y="4623480"/>
            <a:ext cx="1308960" cy="764640"/>
            <a:chOff x="6180840" y="4623480"/>
            <a:chExt cx="1308960" cy="764640"/>
          </a:xfrm>
        </p:grpSpPr>
        <p:grpSp>
          <p:nvGrpSpPr>
            <p:cNvPr id="342" name="Google Shape;350;p24"/>
            <p:cNvGrpSpPr/>
            <p:nvPr/>
          </p:nvGrpSpPr>
          <p:grpSpPr>
            <a:xfrm>
              <a:off x="6180840" y="4623480"/>
              <a:ext cx="1296000" cy="764640"/>
              <a:chOff x="6180840" y="4623480"/>
              <a:chExt cx="1296000" cy="764640"/>
            </a:xfrm>
          </p:grpSpPr>
          <p:sp>
            <p:nvSpPr>
              <p:cNvPr id="343" name="Google Shape;351;p24"/>
              <p:cNvSpPr/>
              <p:nvPr/>
            </p:nvSpPr>
            <p:spPr>
              <a:xfrm>
                <a:off x="618084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44" name="Google Shape;352;p24"/>
              <p:cNvSpPr/>
              <p:nvPr/>
            </p:nvSpPr>
            <p:spPr>
              <a:xfrm>
                <a:off x="635616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45" name="Google Shape;353;p24"/>
              <p:cNvSpPr/>
              <p:nvPr/>
            </p:nvSpPr>
            <p:spPr>
              <a:xfrm>
                <a:off x="642096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346" name="Google Shape;354;p24"/>
            <p:cNvSpPr/>
            <p:nvPr/>
          </p:nvSpPr>
          <p:spPr>
            <a:xfrm>
              <a:off x="619380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347" name="Google Shape;355;p24"/>
          <p:cNvGrpSpPr/>
          <p:nvPr/>
        </p:nvGrpSpPr>
        <p:grpSpPr>
          <a:xfrm>
            <a:off x="7631640" y="4623480"/>
            <a:ext cx="1308600" cy="764640"/>
            <a:chOff x="7631640" y="4623480"/>
            <a:chExt cx="1308600" cy="764640"/>
          </a:xfrm>
        </p:grpSpPr>
        <p:grpSp>
          <p:nvGrpSpPr>
            <p:cNvPr id="348" name="Google Shape;356;p24"/>
            <p:cNvGrpSpPr/>
            <p:nvPr/>
          </p:nvGrpSpPr>
          <p:grpSpPr>
            <a:xfrm>
              <a:off x="7631640" y="4623480"/>
              <a:ext cx="1296000" cy="764640"/>
              <a:chOff x="7631640" y="4623480"/>
              <a:chExt cx="1296000" cy="764640"/>
            </a:xfrm>
          </p:grpSpPr>
          <p:sp>
            <p:nvSpPr>
              <p:cNvPr id="349" name="Google Shape;357;p24"/>
              <p:cNvSpPr/>
              <p:nvPr/>
            </p:nvSpPr>
            <p:spPr>
              <a:xfrm>
                <a:off x="763164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50" name="Google Shape;358;p24"/>
              <p:cNvSpPr/>
              <p:nvPr/>
            </p:nvSpPr>
            <p:spPr>
              <a:xfrm>
                <a:off x="780660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51" name="Google Shape;359;p24"/>
              <p:cNvSpPr/>
              <p:nvPr/>
            </p:nvSpPr>
            <p:spPr>
              <a:xfrm>
                <a:off x="787140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352" name="Google Shape;360;p24"/>
            <p:cNvSpPr/>
            <p:nvPr/>
          </p:nvSpPr>
          <p:spPr>
            <a:xfrm>
              <a:off x="764424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sp>
        <p:nvSpPr>
          <p:cNvPr id="353" name="Google Shape;361;p24"/>
          <p:cNvSpPr/>
          <p:nvPr/>
        </p:nvSpPr>
        <p:spPr>
          <a:xfrm rot="5400000">
            <a:off x="7164000" y="3442680"/>
            <a:ext cx="846000" cy="151452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4" name="Google Shape;362;p24"/>
          <p:cNvSpPr/>
          <p:nvPr/>
        </p:nvSpPr>
        <p:spPr>
          <a:xfrm flipH="1" rot="16200000">
            <a:off x="7937280" y="4184640"/>
            <a:ext cx="846000" cy="30960"/>
          </a:xfrm>
          <a:prstGeom prst="bentConnector3">
            <a:avLst>
              <a:gd name="adj1" fmla="val 50000"/>
            </a:avLst>
          </a:prstGeom>
          <a:noFill/>
          <a:ln w="19050">
            <a:solidFill>
              <a:srgbClr val="999999"/>
            </a:solidFill>
            <a:round/>
          </a:ln>
        </p:spPr>
        <p:style>
          <a:lnRef idx="0"/>
          <a:fillRef idx="0"/>
          <a:effectRef idx="0"/>
          <a:fontRef idx="minor"/>
        </p:style>
        <p:txBody>
          <a:bodyPr lIns="90000" rIns="90000" tIns="-13680" bIns="-1368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Google Shape;368;p25"/>
          <p:cNvSpPr/>
          <p:nvPr/>
        </p:nvSpPr>
        <p:spPr>
          <a:xfrm>
            <a:off x="444024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56" name="Google Shape;369;p25"/>
          <p:cNvSpPr/>
          <p:nvPr/>
        </p:nvSpPr>
        <p:spPr>
          <a:xfrm>
            <a:off x="915840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57" name="Google Shape;370;p25"/>
          <p:cNvSpPr/>
          <p:nvPr/>
        </p:nvSpPr>
        <p:spPr>
          <a:xfrm>
            <a:off x="771408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58" name="Google Shape;371;p25"/>
          <p:cNvSpPr/>
          <p:nvPr/>
        </p:nvSpPr>
        <p:spPr>
          <a:xfrm>
            <a:off x="626976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59"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Rolling Deployments</a:t>
            </a:r>
            <a:endParaRPr b="0" lang="en-US" sz="3200" strike="noStrike" u="none">
              <a:solidFill>
                <a:srgbClr val="000000"/>
              </a:solidFill>
              <a:effectLst/>
              <a:uFillTx/>
              <a:latin typeface="Arial"/>
            </a:endParaRPr>
          </a:p>
        </p:txBody>
      </p:sp>
      <p:sp>
        <p:nvSpPr>
          <p:cNvPr id="360" name="PlaceHolder 2"/>
          <p:cNvSpPr>
            <a:spLocks noGrp="1"/>
          </p:cNvSpPr>
          <p:nvPr>
            <p:ph type="sldNum" idx="3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4428FD66-64FD-4822-9B7B-A478466D4214}"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61" name="Google Shape;374;p25"/>
          <p:cNvSpPr/>
          <p:nvPr/>
        </p:nvSpPr>
        <p:spPr>
          <a:xfrm>
            <a:off x="73692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appv1 x 1</a:t>
            </a:r>
            <a:endParaRPr b="0" lang="en-US" sz="1800" strike="noStrike" u="none">
              <a:solidFill>
                <a:srgbClr val="000000"/>
              </a:solidFill>
              <a:effectLst/>
              <a:uFillTx/>
              <a:latin typeface="Arial"/>
            </a:endParaRPr>
          </a:p>
        </p:txBody>
      </p:sp>
      <p:grpSp>
        <p:nvGrpSpPr>
          <p:cNvPr id="362" name="Google Shape;375;p25"/>
          <p:cNvGrpSpPr/>
          <p:nvPr/>
        </p:nvGrpSpPr>
        <p:grpSpPr>
          <a:xfrm>
            <a:off x="4475160" y="1469160"/>
            <a:ext cx="3006000" cy="792360"/>
            <a:chOff x="4475160" y="1469160"/>
            <a:chExt cx="3006000" cy="792360"/>
          </a:xfrm>
        </p:grpSpPr>
        <p:sp>
          <p:nvSpPr>
            <p:cNvPr id="363" name="Google Shape;376;p25"/>
            <p:cNvSpPr/>
            <p:nvPr/>
          </p:nvSpPr>
          <p:spPr>
            <a:xfrm>
              <a:off x="4567320" y="153144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64" name="Google Shape;377;p25"/>
            <p:cNvSpPr/>
            <p:nvPr/>
          </p:nvSpPr>
          <p:spPr>
            <a:xfrm>
              <a:off x="4475160" y="146916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a:t>
              </a:r>
              <a:endParaRPr b="0" lang="en-US" sz="1800" strike="noStrike" u="none">
                <a:solidFill>
                  <a:srgbClr val="000000"/>
                </a:solidFill>
                <a:effectLst/>
                <a:uFillTx/>
                <a:latin typeface="Arial"/>
              </a:endParaRPr>
            </a:p>
          </p:txBody>
        </p:sp>
      </p:grpSp>
      <p:grpSp>
        <p:nvGrpSpPr>
          <p:cNvPr id="365" name="Google Shape;378;p25"/>
          <p:cNvGrpSpPr/>
          <p:nvPr/>
        </p:nvGrpSpPr>
        <p:grpSpPr>
          <a:xfrm>
            <a:off x="4357800" y="4623480"/>
            <a:ext cx="1308600" cy="764640"/>
            <a:chOff x="4357800" y="4623480"/>
            <a:chExt cx="1308600" cy="764640"/>
          </a:xfrm>
        </p:grpSpPr>
        <p:grpSp>
          <p:nvGrpSpPr>
            <p:cNvPr id="366" name="Google Shape;379;p25"/>
            <p:cNvGrpSpPr/>
            <p:nvPr/>
          </p:nvGrpSpPr>
          <p:grpSpPr>
            <a:xfrm>
              <a:off x="4357800" y="4623480"/>
              <a:ext cx="1296000" cy="764640"/>
              <a:chOff x="4357800" y="4623480"/>
              <a:chExt cx="1296000" cy="764640"/>
            </a:xfrm>
          </p:grpSpPr>
          <p:sp>
            <p:nvSpPr>
              <p:cNvPr id="367" name="Google Shape;380;p25"/>
              <p:cNvSpPr/>
              <p:nvPr/>
            </p:nvSpPr>
            <p:spPr>
              <a:xfrm>
                <a:off x="435780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68" name="Google Shape;381;p25"/>
              <p:cNvSpPr/>
              <p:nvPr/>
            </p:nvSpPr>
            <p:spPr>
              <a:xfrm>
                <a:off x="453312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69" name="Google Shape;382;p25"/>
              <p:cNvSpPr/>
              <p:nvPr/>
            </p:nvSpPr>
            <p:spPr>
              <a:xfrm>
                <a:off x="459756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370" name="Google Shape;383;p25"/>
            <p:cNvSpPr/>
            <p:nvPr/>
          </p:nvSpPr>
          <p:spPr>
            <a:xfrm>
              <a:off x="437040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371" name="Google Shape;384;p25"/>
          <p:cNvGrpSpPr/>
          <p:nvPr/>
        </p:nvGrpSpPr>
        <p:grpSpPr>
          <a:xfrm>
            <a:off x="2134800" y="3046320"/>
            <a:ext cx="3006000" cy="792360"/>
            <a:chOff x="2134800" y="3046320"/>
            <a:chExt cx="3006000" cy="792360"/>
          </a:xfrm>
        </p:grpSpPr>
        <p:sp>
          <p:nvSpPr>
            <p:cNvPr id="372" name="Google Shape;385;p25"/>
            <p:cNvSpPr/>
            <p:nvPr/>
          </p:nvSpPr>
          <p:spPr>
            <a:xfrm>
              <a:off x="222696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3" name="Google Shape;386;p25"/>
            <p:cNvSpPr/>
            <p:nvPr/>
          </p:nvSpPr>
          <p:spPr>
            <a:xfrm>
              <a:off x="213480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374" name="Google Shape;387;p25"/>
          <p:cNvSpPr/>
          <p:nvPr/>
        </p:nvSpPr>
        <p:spPr>
          <a:xfrm rot="5400000">
            <a:off x="4339440" y="1452240"/>
            <a:ext cx="846000" cy="234000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5" name="Google Shape;388;p25"/>
          <p:cNvSpPr/>
          <p:nvPr/>
        </p:nvSpPr>
        <p:spPr>
          <a:xfrm flipH="1" rot="16200000">
            <a:off x="3875760" y="3493440"/>
            <a:ext cx="846000" cy="141336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376" name="Google Shape;389;p25"/>
          <p:cNvGrpSpPr/>
          <p:nvPr/>
        </p:nvGrpSpPr>
        <p:grpSpPr>
          <a:xfrm>
            <a:off x="6887160" y="3046320"/>
            <a:ext cx="3006360" cy="792360"/>
            <a:chOff x="6887160" y="3046320"/>
            <a:chExt cx="3006360" cy="792360"/>
          </a:xfrm>
        </p:grpSpPr>
        <p:sp>
          <p:nvSpPr>
            <p:cNvPr id="377" name="Google Shape;390;p25"/>
            <p:cNvSpPr/>
            <p:nvPr/>
          </p:nvSpPr>
          <p:spPr>
            <a:xfrm>
              <a:off x="697968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8" name="Google Shape;391;p25"/>
            <p:cNvSpPr/>
            <p:nvPr/>
          </p:nvSpPr>
          <p:spPr>
            <a:xfrm>
              <a:off x="688716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379" name="Google Shape;392;p25"/>
          <p:cNvSpPr/>
          <p:nvPr/>
        </p:nvSpPr>
        <p:spPr>
          <a:xfrm flipH="1" rot="16200000">
            <a:off x="6715080" y="1417320"/>
            <a:ext cx="846000" cy="241128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0" name="Google Shape;393;p25"/>
          <p:cNvSpPr/>
          <p:nvPr/>
        </p:nvSpPr>
        <p:spPr>
          <a:xfrm>
            <a:off x="1001340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appv2 x 3</a:t>
            </a:r>
            <a:endParaRPr b="0" lang="en-US" sz="1800" strike="noStrike" u="none">
              <a:solidFill>
                <a:srgbClr val="000000"/>
              </a:solidFill>
              <a:effectLst/>
              <a:uFillTx/>
              <a:latin typeface="Arial"/>
            </a:endParaRPr>
          </a:p>
        </p:txBody>
      </p:sp>
      <p:grpSp>
        <p:nvGrpSpPr>
          <p:cNvPr id="381" name="Google Shape;394;p25"/>
          <p:cNvGrpSpPr/>
          <p:nvPr/>
        </p:nvGrpSpPr>
        <p:grpSpPr>
          <a:xfrm>
            <a:off x="6180840" y="4623480"/>
            <a:ext cx="1308960" cy="764640"/>
            <a:chOff x="6180840" y="4623480"/>
            <a:chExt cx="1308960" cy="764640"/>
          </a:xfrm>
        </p:grpSpPr>
        <p:grpSp>
          <p:nvGrpSpPr>
            <p:cNvPr id="382" name="Google Shape;395;p25"/>
            <p:cNvGrpSpPr/>
            <p:nvPr/>
          </p:nvGrpSpPr>
          <p:grpSpPr>
            <a:xfrm>
              <a:off x="6180840" y="4623480"/>
              <a:ext cx="1296000" cy="764640"/>
              <a:chOff x="6180840" y="4623480"/>
              <a:chExt cx="1296000" cy="764640"/>
            </a:xfrm>
          </p:grpSpPr>
          <p:sp>
            <p:nvSpPr>
              <p:cNvPr id="383" name="Google Shape;396;p25"/>
              <p:cNvSpPr/>
              <p:nvPr/>
            </p:nvSpPr>
            <p:spPr>
              <a:xfrm>
                <a:off x="618084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84" name="Google Shape;397;p25"/>
              <p:cNvSpPr/>
              <p:nvPr/>
            </p:nvSpPr>
            <p:spPr>
              <a:xfrm>
                <a:off x="635616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85" name="Google Shape;398;p25"/>
              <p:cNvSpPr/>
              <p:nvPr/>
            </p:nvSpPr>
            <p:spPr>
              <a:xfrm>
                <a:off x="642096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386" name="Google Shape;399;p25"/>
            <p:cNvSpPr/>
            <p:nvPr/>
          </p:nvSpPr>
          <p:spPr>
            <a:xfrm>
              <a:off x="619380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387" name="Google Shape;400;p25"/>
          <p:cNvGrpSpPr/>
          <p:nvPr/>
        </p:nvGrpSpPr>
        <p:grpSpPr>
          <a:xfrm>
            <a:off x="7631640" y="4623480"/>
            <a:ext cx="1308600" cy="764640"/>
            <a:chOff x="7631640" y="4623480"/>
            <a:chExt cx="1308600" cy="764640"/>
          </a:xfrm>
        </p:grpSpPr>
        <p:grpSp>
          <p:nvGrpSpPr>
            <p:cNvPr id="388" name="Google Shape;401;p25"/>
            <p:cNvGrpSpPr/>
            <p:nvPr/>
          </p:nvGrpSpPr>
          <p:grpSpPr>
            <a:xfrm>
              <a:off x="7631640" y="4623480"/>
              <a:ext cx="1296000" cy="764640"/>
              <a:chOff x="7631640" y="4623480"/>
              <a:chExt cx="1296000" cy="764640"/>
            </a:xfrm>
          </p:grpSpPr>
          <p:sp>
            <p:nvSpPr>
              <p:cNvPr id="389" name="Google Shape;402;p25"/>
              <p:cNvSpPr/>
              <p:nvPr/>
            </p:nvSpPr>
            <p:spPr>
              <a:xfrm>
                <a:off x="763164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90" name="Google Shape;403;p25"/>
              <p:cNvSpPr/>
              <p:nvPr/>
            </p:nvSpPr>
            <p:spPr>
              <a:xfrm>
                <a:off x="780660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91" name="Google Shape;404;p25"/>
              <p:cNvSpPr/>
              <p:nvPr/>
            </p:nvSpPr>
            <p:spPr>
              <a:xfrm>
                <a:off x="787140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392" name="Google Shape;405;p25"/>
            <p:cNvSpPr/>
            <p:nvPr/>
          </p:nvSpPr>
          <p:spPr>
            <a:xfrm>
              <a:off x="764424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393" name="Google Shape;406;p25"/>
          <p:cNvGrpSpPr/>
          <p:nvPr/>
        </p:nvGrpSpPr>
        <p:grpSpPr>
          <a:xfrm>
            <a:off x="9082080" y="4623480"/>
            <a:ext cx="1308960" cy="764640"/>
            <a:chOff x="9082080" y="4623480"/>
            <a:chExt cx="1308960" cy="764640"/>
          </a:xfrm>
        </p:grpSpPr>
        <p:grpSp>
          <p:nvGrpSpPr>
            <p:cNvPr id="394" name="Google Shape;407;p25"/>
            <p:cNvGrpSpPr/>
            <p:nvPr/>
          </p:nvGrpSpPr>
          <p:grpSpPr>
            <a:xfrm>
              <a:off x="9082080" y="4623480"/>
              <a:ext cx="1296000" cy="764640"/>
              <a:chOff x="9082080" y="4623480"/>
              <a:chExt cx="1296000" cy="764640"/>
            </a:xfrm>
          </p:grpSpPr>
          <p:sp>
            <p:nvSpPr>
              <p:cNvPr id="395" name="Google Shape;408;p25"/>
              <p:cNvSpPr/>
              <p:nvPr/>
            </p:nvSpPr>
            <p:spPr>
              <a:xfrm>
                <a:off x="908208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96" name="Google Shape;409;p25"/>
              <p:cNvSpPr/>
              <p:nvPr/>
            </p:nvSpPr>
            <p:spPr>
              <a:xfrm>
                <a:off x="925740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97" name="Google Shape;410;p25"/>
              <p:cNvSpPr/>
              <p:nvPr/>
            </p:nvSpPr>
            <p:spPr>
              <a:xfrm>
                <a:off x="932220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398" name="Google Shape;411;p25"/>
            <p:cNvSpPr/>
            <p:nvPr/>
          </p:nvSpPr>
          <p:spPr>
            <a:xfrm>
              <a:off x="909504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sp>
        <p:nvSpPr>
          <p:cNvPr id="399" name="Google Shape;412;p25"/>
          <p:cNvSpPr/>
          <p:nvPr/>
        </p:nvSpPr>
        <p:spPr>
          <a:xfrm rot="5400000">
            <a:off x="7164000" y="3442680"/>
            <a:ext cx="846000" cy="151452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00" name="Google Shape;413;p25"/>
          <p:cNvSpPr/>
          <p:nvPr/>
        </p:nvSpPr>
        <p:spPr>
          <a:xfrm flipH="1" rot="16200000">
            <a:off x="8614080" y="3507480"/>
            <a:ext cx="846000" cy="138528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01" name="Google Shape;414;p25"/>
          <p:cNvSpPr/>
          <p:nvPr/>
        </p:nvSpPr>
        <p:spPr>
          <a:xfrm flipH="1" rot="16200000">
            <a:off x="7937280" y="4184640"/>
            <a:ext cx="846000" cy="30960"/>
          </a:xfrm>
          <a:prstGeom prst="bentConnector3">
            <a:avLst>
              <a:gd name="adj1" fmla="val 50000"/>
            </a:avLst>
          </a:prstGeom>
          <a:noFill/>
          <a:ln w="19050">
            <a:solidFill>
              <a:srgbClr val="999999"/>
            </a:solidFill>
            <a:round/>
          </a:ln>
        </p:spPr>
        <p:style>
          <a:lnRef idx="0"/>
          <a:fillRef idx="0"/>
          <a:effectRef idx="0"/>
          <a:fontRef idx="minor"/>
        </p:style>
        <p:txBody>
          <a:bodyPr lIns="90000" rIns="90000" tIns="-13680" bIns="-1368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Google Shape;420;p26"/>
          <p:cNvSpPr/>
          <p:nvPr/>
        </p:nvSpPr>
        <p:spPr>
          <a:xfrm>
            <a:off x="915840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03" name="Google Shape;421;p26"/>
          <p:cNvSpPr/>
          <p:nvPr/>
        </p:nvSpPr>
        <p:spPr>
          <a:xfrm>
            <a:off x="771408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04" name="Google Shape;422;p26"/>
          <p:cNvSpPr/>
          <p:nvPr/>
        </p:nvSpPr>
        <p:spPr>
          <a:xfrm>
            <a:off x="626976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05"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Rolling Deployments</a:t>
            </a:r>
            <a:endParaRPr b="0" lang="en-US" sz="3200" strike="noStrike" u="none">
              <a:solidFill>
                <a:srgbClr val="000000"/>
              </a:solidFill>
              <a:effectLst/>
              <a:uFillTx/>
              <a:latin typeface="Arial"/>
            </a:endParaRPr>
          </a:p>
        </p:txBody>
      </p:sp>
      <p:sp>
        <p:nvSpPr>
          <p:cNvPr id="406" name="PlaceHolder 2"/>
          <p:cNvSpPr>
            <a:spLocks noGrp="1"/>
          </p:cNvSpPr>
          <p:nvPr>
            <p:ph type="sldNum" idx="37"/>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9B5B403A-8C73-401B-A714-F0FB0F6C2747}"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407" name="Google Shape;425;p26"/>
          <p:cNvGrpSpPr/>
          <p:nvPr/>
        </p:nvGrpSpPr>
        <p:grpSpPr>
          <a:xfrm>
            <a:off x="4475160" y="1469160"/>
            <a:ext cx="3006000" cy="792360"/>
            <a:chOff x="4475160" y="1469160"/>
            <a:chExt cx="3006000" cy="792360"/>
          </a:xfrm>
        </p:grpSpPr>
        <p:sp>
          <p:nvSpPr>
            <p:cNvPr id="408" name="Google Shape;426;p26"/>
            <p:cNvSpPr/>
            <p:nvPr/>
          </p:nvSpPr>
          <p:spPr>
            <a:xfrm>
              <a:off x="4567320" y="153144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09" name="Google Shape;427;p26"/>
            <p:cNvSpPr/>
            <p:nvPr/>
          </p:nvSpPr>
          <p:spPr>
            <a:xfrm>
              <a:off x="4475160" y="146916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a:t>
              </a:r>
              <a:endParaRPr b="0" lang="en-US" sz="1800" strike="noStrike" u="none">
                <a:solidFill>
                  <a:srgbClr val="000000"/>
                </a:solidFill>
                <a:effectLst/>
                <a:uFillTx/>
                <a:latin typeface="Arial"/>
              </a:endParaRPr>
            </a:p>
          </p:txBody>
        </p:sp>
      </p:grpSp>
      <p:grpSp>
        <p:nvGrpSpPr>
          <p:cNvPr id="410" name="Google Shape;428;p26"/>
          <p:cNvGrpSpPr/>
          <p:nvPr/>
        </p:nvGrpSpPr>
        <p:grpSpPr>
          <a:xfrm>
            <a:off x="6887160" y="3046320"/>
            <a:ext cx="3006360" cy="792360"/>
            <a:chOff x="6887160" y="3046320"/>
            <a:chExt cx="3006360" cy="792360"/>
          </a:xfrm>
        </p:grpSpPr>
        <p:sp>
          <p:nvSpPr>
            <p:cNvPr id="411" name="Google Shape;429;p26"/>
            <p:cNvSpPr/>
            <p:nvPr/>
          </p:nvSpPr>
          <p:spPr>
            <a:xfrm>
              <a:off x="697968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2" name="Google Shape;430;p26"/>
            <p:cNvSpPr/>
            <p:nvPr/>
          </p:nvSpPr>
          <p:spPr>
            <a:xfrm>
              <a:off x="688716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413" name="Google Shape;431;p26"/>
          <p:cNvSpPr/>
          <p:nvPr/>
        </p:nvSpPr>
        <p:spPr>
          <a:xfrm flipH="1" rot="16200000">
            <a:off x="6715080" y="1417320"/>
            <a:ext cx="846000" cy="241128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4" name="Google Shape;432;p26"/>
          <p:cNvSpPr/>
          <p:nvPr/>
        </p:nvSpPr>
        <p:spPr>
          <a:xfrm>
            <a:off x="1001340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appv2 x 3</a:t>
            </a:r>
            <a:endParaRPr b="0" lang="en-US" sz="1800" strike="noStrike" u="none">
              <a:solidFill>
                <a:srgbClr val="000000"/>
              </a:solidFill>
              <a:effectLst/>
              <a:uFillTx/>
              <a:latin typeface="Arial"/>
            </a:endParaRPr>
          </a:p>
        </p:txBody>
      </p:sp>
      <p:grpSp>
        <p:nvGrpSpPr>
          <p:cNvPr id="415" name="Google Shape;433;p26"/>
          <p:cNvGrpSpPr/>
          <p:nvPr/>
        </p:nvGrpSpPr>
        <p:grpSpPr>
          <a:xfrm>
            <a:off x="6180840" y="4623480"/>
            <a:ext cx="1308960" cy="764640"/>
            <a:chOff x="6180840" y="4623480"/>
            <a:chExt cx="1308960" cy="764640"/>
          </a:xfrm>
        </p:grpSpPr>
        <p:grpSp>
          <p:nvGrpSpPr>
            <p:cNvPr id="416" name="Google Shape;434;p26"/>
            <p:cNvGrpSpPr/>
            <p:nvPr/>
          </p:nvGrpSpPr>
          <p:grpSpPr>
            <a:xfrm>
              <a:off x="6180840" y="4623480"/>
              <a:ext cx="1296000" cy="764640"/>
              <a:chOff x="6180840" y="4623480"/>
              <a:chExt cx="1296000" cy="764640"/>
            </a:xfrm>
          </p:grpSpPr>
          <p:sp>
            <p:nvSpPr>
              <p:cNvPr id="417" name="Google Shape;435;p26"/>
              <p:cNvSpPr/>
              <p:nvPr/>
            </p:nvSpPr>
            <p:spPr>
              <a:xfrm>
                <a:off x="618084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18" name="Google Shape;436;p26"/>
              <p:cNvSpPr/>
              <p:nvPr/>
            </p:nvSpPr>
            <p:spPr>
              <a:xfrm>
                <a:off x="635616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19" name="Google Shape;437;p26"/>
              <p:cNvSpPr/>
              <p:nvPr/>
            </p:nvSpPr>
            <p:spPr>
              <a:xfrm>
                <a:off x="642096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420" name="Google Shape;438;p26"/>
            <p:cNvSpPr/>
            <p:nvPr/>
          </p:nvSpPr>
          <p:spPr>
            <a:xfrm>
              <a:off x="619380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421" name="Google Shape;439;p26"/>
          <p:cNvGrpSpPr/>
          <p:nvPr/>
        </p:nvGrpSpPr>
        <p:grpSpPr>
          <a:xfrm>
            <a:off x="7631640" y="4623480"/>
            <a:ext cx="1308600" cy="764640"/>
            <a:chOff x="7631640" y="4623480"/>
            <a:chExt cx="1308600" cy="764640"/>
          </a:xfrm>
        </p:grpSpPr>
        <p:grpSp>
          <p:nvGrpSpPr>
            <p:cNvPr id="422" name="Google Shape;440;p26"/>
            <p:cNvGrpSpPr/>
            <p:nvPr/>
          </p:nvGrpSpPr>
          <p:grpSpPr>
            <a:xfrm>
              <a:off x="7631640" y="4623480"/>
              <a:ext cx="1296000" cy="764640"/>
              <a:chOff x="7631640" y="4623480"/>
              <a:chExt cx="1296000" cy="764640"/>
            </a:xfrm>
          </p:grpSpPr>
          <p:sp>
            <p:nvSpPr>
              <p:cNvPr id="423" name="Google Shape;441;p26"/>
              <p:cNvSpPr/>
              <p:nvPr/>
            </p:nvSpPr>
            <p:spPr>
              <a:xfrm>
                <a:off x="763164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24" name="Google Shape;442;p26"/>
              <p:cNvSpPr/>
              <p:nvPr/>
            </p:nvSpPr>
            <p:spPr>
              <a:xfrm>
                <a:off x="780660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25" name="Google Shape;443;p26"/>
              <p:cNvSpPr/>
              <p:nvPr/>
            </p:nvSpPr>
            <p:spPr>
              <a:xfrm>
                <a:off x="787140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426" name="Google Shape;444;p26"/>
            <p:cNvSpPr/>
            <p:nvPr/>
          </p:nvSpPr>
          <p:spPr>
            <a:xfrm>
              <a:off x="764424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427" name="Google Shape;445;p26"/>
          <p:cNvGrpSpPr/>
          <p:nvPr/>
        </p:nvGrpSpPr>
        <p:grpSpPr>
          <a:xfrm>
            <a:off x="9082080" y="4623480"/>
            <a:ext cx="1308960" cy="764640"/>
            <a:chOff x="9082080" y="4623480"/>
            <a:chExt cx="1308960" cy="764640"/>
          </a:xfrm>
        </p:grpSpPr>
        <p:grpSp>
          <p:nvGrpSpPr>
            <p:cNvPr id="428" name="Google Shape;446;p26"/>
            <p:cNvGrpSpPr/>
            <p:nvPr/>
          </p:nvGrpSpPr>
          <p:grpSpPr>
            <a:xfrm>
              <a:off x="9082080" y="4623480"/>
              <a:ext cx="1296000" cy="764640"/>
              <a:chOff x="9082080" y="4623480"/>
              <a:chExt cx="1296000" cy="764640"/>
            </a:xfrm>
          </p:grpSpPr>
          <p:sp>
            <p:nvSpPr>
              <p:cNvPr id="429" name="Google Shape;447;p26"/>
              <p:cNvSpPr/>
              <p:nvPr/>
            </p:nvSpPr>
            <p:spPr>
              <a:xfrm>
                <a:off x="908208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30" name="Google Shape;448;p26"/>
              <p:cNvSpPr/>
              <p:nvPr/>
            </p:nvSpPr>
            <p:spPr>
              <a:xfrm>
                <a:off x="925740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31" name="Google Shape;449;p26"/>
              <p:cNvSpPr/>
              <p:nvPr/>
            </p:nvSpPr>
            <p:spPr>
              <a:xfrm>
                <a:off x="932220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432" name="Google Shape;450;p26"/>
            <p:cNvSpPr/>
            <p:nvPr/>
          </p:nvSpPr>
          <p:spPr>
            <a:xfrm>
              <a:off x="909504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sp>
        <p:nvSpPr>
          <p:cNvPr id="433" name="Google Shape;451;p26"/>
          <p:cNvSpPr/>
          <p:nvPr/>
        </p:nvSpPr>
        <p:spPr>
          <a:xfrm rot="5400000">
            <a:off x="7164000" y="3442680"/>
            <a:ext cx="846000" cy="151452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34" name="Google Shape;452;p26"/>
          <p:cNvSpPr/>
          <p:nvPr/>
        </p:nvSpPr>
        <p:spPr>
          <a:xfrm flipH="1" rot="16200000">
            <a:off x="8614080" y="3507480"/>
            <a:ext cx="846000" cy="138528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35" name="Google Shape;453;p26"/>
          <p:cNvSpPr/>
          <p:nvPr/>
        </p:nvSpPr>
        <p:spPr>
          <a:xfrm flipH="1" rot="16200000">
            <a:off x="7937280" y="4184640"/>
            <a:ext cx="846000" cy="30960"/>
          </a:xfrm>
          <a:prstGeom prst="bentConnector3">
            <a:avLst>
              <a:gd name="adj1" fmla="val 50000"/>
            </a:avLst>
          </a:prstGeom>
          <a:noFill/>
          <a:ln w="19050">
            <a:solidFill>
              <a:srgbClr val="999999"/>
            </a:solidFill>
            <a:round/>
          </a:ln>
        </p:spPr>
        <p:style>
          <a:lnRef idx="0"/>
          <a:fillRef idx="0"/>
          <a:effectRef idx="0"/>
          <a:fontRef idx="minor"/>
        </p:style>
        <p:txBody>
          <a:bodyPr lIns="90000" rIns="90000" tIns="-13680" bIns="-1368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Rolling Options</a:t>
            </a:r>
            <a:endParaRPr b="0" lang="en-US" sz="3200" strike="noStrike" u="none">
              <a:solidFill>
                <a:srgbClr val="000000"/>
              </a:solidFill>
              <a:effectLst/>
              <a:uFillTx/>
              <a:latin typeface="Arial"/>
            </a:endParaRPr>
          </a:p>
        </p:txBody>
      </p:sp>
      <p:sp>
        <p:nvSpPr>
          <p:cNvPr id="437" name="PlaceHolder 2"/>
          <p:cNvSpPr>
            <a:spLocks noGrp="1"/>
          </p:cNvSpPr>
          <p:nvPr>
            <p:ph type="sldNum" idx="38"/>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739DDE78-E881-4A37-9BB0-8A2B8647D5D8}"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438" name="Google Shape;461;p27"/>
          <p:cNvSpPr/>
          <p:nvPr/>
        </p:nvSpPr>
        <p:spPr>
          <a:xfrm>
            <a:off x="6766920" y="1725480"/>
            <a:ext cx="3871800" cy="3672720"/>
          </a:xfrm>
          <a:prstGeom prst="rect">
            <a:avLst/>
          </a:prstGeom>
          <a:noFill/>
          <a:ln w="0">
            <a:noFill/>
          </a:ln>
        </p:spPr>
        <p:style>
          <a:lnRef idx="0"/>
          <a:fillRef idx="0"/>
          <a:effectRef idx="0"/>
          <a:fontRef idx="minor"/>
        </p:style>
        <p:txBody>
          <a:bodyPr lIns="90000" rIns="90000" tIns="91440" bIns="91440" anchor="ctr">
            <a:noAutofit/>
          </a:bodyPr>
          <a:p>
            <a:pPr>
              <a:lnSpc>
                <a:spcPct val="100000"/>
              </a:lnSpc>
              <a:tabLst>
                <a:tab algn="l" pos="0"/>
              </a:tabLst>
            </a:pPr>
            <a:r>
              <a:rPr b="1" lang="en-US" sz="2400" strike="noStrike" u="none">
                <a:solidFill>
                  <a:srgbClr val="000000"/>
                </a:solidFill>
                <a:effectLst/>
                <a:uFillTx/>
                <a:latin typeface="Helvetica Neue"/>
                <a:ea typeface="Helvetica Neue"/>
              </a:rPr>
              <a:t>maxSurge</a:t>
            </a:r>
            <a:r>
              <a:rPr b="0" lang="en-US" sz="2400" strike="noStrike" u="none">
                <a:solidFill>
                  <a:srgbClr val="000000"/>
                </a:solidFill>
                <a:effectLst/>
                <a:uFillTx/>
                <a:latin typeface="Helvetica Neue Light"/>
                <a:ea typeface="Helvetica Neue Light"/>
              </a:rPr>
              <a:t> = How much over provisioning is acceptable</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100000"/>
              </a:lnSpc>
              <a:tabLst>
                <a:tab algn="l" pos="0"/>
              </a:tabLst>
            </a:pPr>
            <a:r>
              <a:rPr b="1" lang="en-US" sz="2400" strike="noStrike" u="none">
                <a:solidFill>
                  <a:srgbClr val="000000"/>
                </a:solidFill>
                <a:effectLst/>
                <a:uFillTx/>
                <a:latin typeface="Helvetica Neue"/>
                <a:ea typeface="Helvetica Neue"/>
              </a:rPr>
              <a:t>maxUnavailable</a:t>
            </a:r>
            <a:r>
              <a:rPr b="0" lang="en-US" sz="2400" strike="noStrike" u="none">
                <a:solidFill>
                  <a:srgbClr val="000000"/>
                </a:solidFill>
                <a:effectLst/>
                <a:uFillTx/>
                <a:latin typeface="Helvetica Neue Light"/>
                <a:ea typeface="Helvetica Neue Light"/>
              </a:rPr>
              <a:t> = How much underprovisioning is acceptable</a:t>
            </a:r>
            <a:endParaRPr b="0" lang="en-US" sz="2400" strike="noStrike" u="none">
              <a:solidFill>
                <a:srgbClr val="000000"/>
              </a:solidFill>
              <a:effectLst/>
              <a:uFillTx/>
              <a:latin typeface="Arial"/>
            </a:endParaRPr>
          </a:p>
        </p:txBody>
      </p:sp>
      <p:sp>
        <p:nvSpPr>
          <p:cNvPr id="439" name="Google Shape;462;p27"/>
          <p:cNvSpPr/>
          <p:nvPr/>
        </p:nvSpPr>
        <p:spPr>
          <a:xfrm>
            <a:off x="657000" y="1382760"/>
            <a:ext cx="4549680" cy="497052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apiVersion: 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kind: Deployment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metadata:</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name: myapp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a:t>
            </a:r>
            <a:r>
              <a:rPr b="1" lang="en-US" sz="2400" strike="noStrike" u="none">
                <a:solidFill>
                  <a:srgbClr val="000000"/>
                </a:solidFill>
                <a:effectLst/>
                <a:uFillTx/>
                <a:latin typeface="Consolas"/>
                <a:ea typeface="Consolas"/>
              </a:rPr>
              <a:t> strategy:</a:t>
            </a:r>
            <a:endParaRPr b="0" lang="en-US" sz="2400" strike="noStrike" u="none">
              <a:solidFill>
                <a:srgbClr val="000000"/>
              </a:solidFill>
              <a:effectLst/>
              <a:uFillTx/>
              <a:latin typeface="Arial"/>
            </a:endParaRPr>
          </a:p>
          <a:p>
            <a:pPr>
              <a:lnSpc>
                <a:spcPct val="100000"/>
              </a:lnSpc>
              <a:tabLst>
                <a:tab algn="l" pos="0"/>
              </a:tabLst>
            </a:pPr>
            <a:r>
              <a:rPr b="1" lang="en-US" sz="2400" strike="noStrike" u="none">
                <a:solidFill>
                  <a:srgbClr val="000000"/>
                </a:solidFill>
                <a:effectLst/>
                <a:uFillTx/>
                <a:latin typeface="Consolas"/>
                <a:ea typeface="Consolas"/>
              </a:rPr>
              <a:t>    type: RollingUpdate</a:t>
            </a:r>
            <a:endParaRPr b="0" lang="en-US" sz="2400" strike="noStrike" u="none">
              <a:solidFill>
                <a:srgbClr val="000000"/>
              </a:solidFill>
              <a:effectLst/>
              <a:uFillTx/>
              <a:latin typeface="Arial"/>
            </a:endParaRPr>
          </a:p>
          <a:p>
            <a:pPr>
              <a:lnSpc>
                <a:spcPct val="100000"/>
              </a:lnSpc>
              <a:tabLst>
                <a:tab algn="l" pos="0"/>
              </a:tabLst>
            </a:pPr>
            <a:r>
              <a:rPr b="1" lang="en-US" sz="2400" strike="noStrike" u="none">
                <a:solidFill>
                  <a:srgbClr val="000000"/>
                </a:solidFill>
                <a:effectLst/>
                <a:uFillTx/>
                <a:latin typeface="Consolas"/>
                <a:ea typeface="Consolas"/>
              </a:rPr>
              <a:t>    maxUnavailable: 0</a:t>
            </a:r>
            <a:endParaRPr b="0" lang="en-US" sz="2400" strike="noStrike" u="none">
              <a:solidFill>
                <a:srgbClr val="000000"/>
              </a:solidFill>
              <a:effectLst/>
              <a:uFillTx/>
              <a:latin typeface="Arial"/>
            </a:endParaRPr>
          </a:p>
          <a:p>
            <a:pPr>
              <a:lnSpc>
                <a:spcPct val="100000"/>
              </a:lnSpc>
              <a:tabLst>
                <a:tab algn="l" pos="0"/>
              </a:tabLst>
            </a:pPr>
            <a:r>
              <a:rPr b="1" lang="en-US" sz="2400" strike="noStrike" u="none">
                <a:solidFill>
                  <a:srgbClr val="000000"/>
                </a:solidFill>
                <a:effectLst/>
                <a:uFillTx/>
                <a:latin typeface="Consolas"/>
                <a:ea typeface="Consolas"/>
              </a:rPr>
              <a:t>    maxSurge: 50%</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replicas: 3</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image: appv1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90000"/>
              </a:lnSpc>
              <a:spcBef>
                <a:spcPts val="1001"/>
              </a:spcBef>
              <a:tabLst>
                <a:tab algn="l" pos="0"/>
              </a:tabLst>
            </a:pPr>
            <a:endParaRPr b="0" lang="en-US" sz="18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Recreate</a:t>
            </a:r>
            <a:endParaRPr b="0" lang="en-US" sz="3200" strike="noStrike" u="none">
              <a:solidFill>
                <a:srgbClr val="000000"/>
              </a:solidFill>
              <a:effectLst/>
              <a:uFillTx/>
              <a:latin typeface="Arial"/>
            </a:endParaRPr>
          </a:p>
        </p:txBody>
      </p:sp>
      <p:sp>
        <p:nvSpPr>
          <p:cNvPr id="441" name="PlaceHolder 2"/>
          <p:cNvSpPr>
            <a:spLocks noGrp="1"/>
          </p:cNvSpPr>
          <p:nvPr>
            <p:ph type="sldNum" idx="39"/>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009E4A75-71E1-46B4-92A9-F01928D2B5D7}"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442" name="Google Shape;470;p28"/>
          <p:cNvSpPr/>
          <p:nvPr/>
        </p:nvSpPr>
        <p:spPr>
          <a:xfrm>
            <a:off x="657000" y="1382760"/>
            <a:ext cx="4549680" cy="497052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apiVersion: 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kind: Deployment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metadata:</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name: myapp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a:t>
            </a:r>
            <a:r>
              <a:rPr b="1" lang="en-US" sz="2400" strike="noStrike" u="none">
                <a:solidFill>
                  <a:srgbClr val="000000"/>
                </a:solidFill>
                <a:effectLst/>
                <a:uFillTx/>
                <a:latin typeface="Consolas"/>
                <a:ea typeface="Consolas"/>
              </a:rPr>
              <a:t> strategy: </a:t>
            </a:r>
            <a:endParaRPr b="0" lang="en-US" sz="2400" strike="noStrike" u="none">
              <a:solidFill>
                <a:srgbClr val="000000"/>
              </a:solidFill>
              <a:effectLst/>
              <a:uFillTx/>
              <a:latin typeface="Arial"/>
            </a:endParaRPr>
          </a:p>
          <a:p>
            <a:pPr>
              <a:lnSpc>
                <a:spcPct val="100000"/>
              </a:lnSpc>
              <a:tabLst>
                <a:tab algn="l" pos="0"/>
              </a:tabLst>
            </a:pPr>
            <a:r>
              <a:rPr b="1" lang="en-US" sz="2400" strike="noStrike" u="none">
                <a:solidFill>
                  <a:srgbClr val="000000"/>
                </a:solidFill>
                <a:effectLst/>
                <a:uFillTx/>
                <a:latin typeface="Consolas"/>
                <a:ea typeface="Consolas"/>
              </a:rPr>
              <a:t>    type: Recreate</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replicas: 3</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image: appv1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Google Shape;476;p29"/>
          <p:cNvSpPr/>
          <p:nvPr/>
        </p:nvSpPr>
        <p:spPr>
          <a:xfrm>
            <a:off x="915840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44" name="Google Shape;477;p29"/>
          <p:cNvSpPr/>
          <p:nvPr/>
        </p:nvSpPr>
        <p:spPr>
          <a:xfrm>
            <a:off x="771768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45" name="Google Shape;478;p29"/>
          <p:cNvSpPr/>
          <p:nvPr/>
        </p:nvSpPr>
        <p:spPr>
          <a:xfrm>
            <a:off x="626976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46" name="Google Shape;479;p29"/>
          <p:cNvSpPr/>
          <p:nvPr/>
        </p:nvSpPr>
        <p:spPr>
          <a:xfrm>
            <a:off x="444096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47" name="Google Shape;480;p29"/>
          <p:cNvSpPr/>
          <p:nvPr/>
        </p:nvSpPr>
        <p:spPr>
          <a:xfrm>
            <a:off x="299304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48" name="Google Shape;481;p29"/>
          <p:cNvSpPr/>
          <p:nvPr/>
        </p:nvSpPr>
        <p:spPr>
          <a:xfrm>
            <a:off x="1545480" y="469980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49"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Recreate</a:t>
            </a:r>
            <a:endParaRPr b="0" lang="en-US" sz="3200" strike="noStrike" u="none">
              <a:solidFill>
                <a:srgbClr val="000000"/>
              </a:solidFill>
              <a:effectLst/>
              <a:uFillTx/>
              <a:latin typeface="Arial"/>
            </a:endParaRPr>
          </a:p>
        </p:txBody>
      </p:sp>
      <p:sp>
        <p:nvSpPr>
          <p:cNvPr id="450" name="PlaceHolder 2"/>
          <p:cNvSpPr>
            <a:spLocks noGrp="1"/>
          </p:cNvSpPr>
          <p:nvPr>
            <p:ph type="sldNum" idx="40"/>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69F084C-38E7-4B0C-BAAC-96BE86623C4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451" name="Google Shape;484;p29"/>
          <p:cNvGrpSpPr/>
          <p:nvPr/>
        </p:nvGrpSpPr>
        <p:grpSpPr>
          <a:xfrm>
            <a:off x="4475160" y="1469160"/>
            <a:ext cx="3006000" cy="792360"/>
            <a:chOff x="4475160" y="1469160"/>
            <a:chExt cx="3006000" cy="792360"/>
          </a:xfrm>
        </p:grpSpPr>
        <p:sp>
          <p:nvSpPr>
            <p:cNvPr id="452" name="Google Shape;485;p29"/>
            <p:cNvSpPr/>
            <p:nvPr/>
          </p:nvSpPr>
          <p:spPr>
            <a:xfrm>
              <a:off x="4567320" y="153144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3" name="Google Shape;486;p29"/>
            <p:cNvSpPr/>
            <p:nvPr/>
          </p:nvSpPr>
          <p:spPr>
            <a:xfrm>
              <a:off x="4475160" y="146916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a:t>
              </a:r>
              <a:endParaRPr b="0" lang="en-US" sz="1800" strike="noStrike" u="none">
                <a:solidFill>
                  <a:srgbClr val="000000"/>
                </a:solidFill>
                <a:effectLst/>
                <a:uFillTx/>
                <a:latin typeface="Arial"/>
              </a:endParaRPr>
            </a:p>
          </p:txBody>
        </p:sp>
      </p:grpSp>
      <p:grpSp>
        <p:nvGrpSpPr>
          <p:cNvPr id="454" name="Google Shape;487;p29"/>
          <p:cNvGrpSpPr/>
          <p:nvPr/>
        </p:nvGrpSpPr>
        <p:grpSpPr>
          <a:xfrm>
            <a:off x="6887160" y="3046320"/>
            <a:ext cx="3006360" cy="792360"/>
            <a:chOff x="6887160" y="3046320"/>
            <a:chExt cx="3006360" cy="792360"/>
          </a:xfrm>
        </p:grpSpPr>
        <p:sp>
          <p:nvSpPr>
            <p:cNvPr id="455" name="Google Shape;488;p29"/>
            <p:cNvSpPr/>
            <p:nvPr/>
          </p:nvSpPr>
          <p:spPr>
            <a:xfrm>
              <a:off x="697968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6" name="Google Shape;489;p29"/>
            <p:cNvSpPr/>
            <p:nvPr/>
          </p:nvSpPr>
          <p:spPr>
            <a:xfrm>
              <a:off x="688716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457" name="Google Shape;490;p29"/>
          <p:cNvSpPr/>
          <p:nvPr/>
        </p:nvSpPr>
        <p:spPr>
          <a:xfrm flipH="1" rot="16200000">
            <a:off x="6715080" y="1417320"/>
            <a:ext cx="846000" cy="241128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8" name="Google Shape;491;p29"/>
          <p:cNvSpPr/>
          <p:nvPr/>
        </p:nvSpPr>
        <p:spPr>
          <a:xfrm>
            <a:off x="1001340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appv2 x 3</a:t>
            </a:r>
            <a:endParaRPr b="0" lang="en-US" sz="1800" strike="noStrike" u="none">
              <a:solidFill>
                <a:srgbClr val="000000"/>
              </a:solidFill>
              <a:effectLst/>
              <a:uFillTx/>
              <a:latin typeface="Arial"/>
            </a:endParaRPr>
          </a:p>
        </p:txBody>
      </p:sp>
      <p:grpSp>
        <p:nvGrpSpPr>
          <p:cNvPr id="459" name="Google Shape;492;p29"/>
          <p:cNvGrpSpPr/>
          <p:nvPr/>
        </p:nvGrpSpPr>
        <p:grpSpPr>
          <a:xfrm>
            <a:off x="6180840" y="4623480"/>
            <a:ext cx="1308960" cy="764640"/>
            <a:chOff x="6180840" y="4623480"/>
            <a:chExt cx="1308960" cy="764640"/>
          </a:xfrm>
        </p:grpSpPr>
        <p:grpSp>
          <p:nvGrpSpPr>
            <p:cNvPr id="460" name="Google Shape;493;p29"/>
            <p:cNvGrpSpPr/>
            <p:nvPr/>
          </p:nvGrpSpPr>
          <p:grpSpPr>
            <a:xfrm>
              <a:off x="6180840" y="4623480"/>
              <a:ext cx="1296000" cy="764640"/>
              <a:chOff x="6180840" y="4623480"/>
              <a:chExt cx="1296000" cy="764640"/>
            </a:xfrm>
          </p:grpSpPr>
          <p:sp>
            <p:nvSpPr>
              <p:cNvPr id="461" name="Google Shape;494;p29"/>
              <p:cNvSpPr/>
              <p:nvPr/>
            </p:nvSpPr>
            <p:spPr>
              <a:xfrm>
                <a:off x="618084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62" name="Google Shape;495;p29"/>
              <p:cNvSpPr/>
              <p:nvPr/>
            </p:nvSpPr>
            <p:spPr>
              <a:xfrm>
                <a:off x="635616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63" name="Google Shape;496;p29"/>
              <p:cNvSpPr/>
              <p:nvPr/>
            </p:nvSpPr>
            <p:spPr>
              <a:xfrm>
                <a:off x="642096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464" name="Google Shape;497;p29"/>
            <p:cNvSpPr/>
            <p:nvPr/>
          </p:nvSpPr>
          <p:spPr>
            <a:xfrm>
              <a:off x="619380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465" name="Google Shape;498;p29"/>
          <p:cNvGrpSpPr/>
          <p:nvPr/>
        </p:nvGrpSpPr>
        <p:grpSpPr>
          <a:xfrm>
            <a:off x="7631640" y="4623480"/>
            <a:ext cx="1308600" cy="764640"/>
            <a:chOff x="7631640" y="4623480"/>
            <a:chExt cx="1308600" cy="764640"/>
          </a:xfrm>
        </p:grpSpPr>
        <p:grpSp>
          <p:nvGrpSpPr>
            <p:cNvPr id="466" name="Google Shape;499;p29"/>
            <p:cNvGrpSpPr/>
            <p:nvPr/>
          </p:nvGrpSpPr>
          <p:grpSpPr>
            <a:xfrm>
              <a:off x="7631640" y="4623480"/>
              <a:ext cx="1296000" cy="764640"/>
              <a:chOff x="7631640" y="4623480"/>
              <a:chExt cx="1296000" cy="764640"/>
            </a:xfrm>
          </p:grpSpPr>
          <p:sp>
            <p:nvSpPr>
              <p:cNvPr id="467" name="Google Shape;500;p29"/>
              <p:cNvSpPr/>
              <p:nvPr/>
            </p:nvSpPr>
            <p:spPr>
              <a:xfrm>
                <a:off x="763164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68" name="Google Shape;501;p29"/>
              <p:cNvSpPr/>
              <p:nvPr/>
            </p:nvSpPr>
            <p:spPr>
              <a:xfrm>
                <a:off x="780660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69" name="Google Shape;502;p29"/>
              <p:cNvSpPr/>
              <p:nvPr/>
            </p:nvSpPr>
            <p:spPr>
              <a:xfrm>
                <a:off x="787140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470" name="Google Shape;503;p29"/>
            <p:cNvSpPr/>
            <p:nvPr/>
          </p:nvSpPr>
          <p:spPr>
            <a:xfrm>
              <a:off x="764424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471" name="Google Shape;504;p29"/>
          <p:cNvGrpSpPr/>
          <p:nvPr/>
        </p:nvGrpSpPr>
        <p:grpSpPr>
          <a:xfrm>
            <a:off x="9082080" y="4623480"/>
            <a:ext cx="1308960" cy="764640"/>
            <a:chOff x="9082080" y="4623480"/>
            <a:chExt cx="1308960" cy="764640"/>
          </a:xfrm>
        </p:grpSpPr>
        <p:grpSp>
          <p:nvGrpSpPr>
            <p:cNvPr id="472" name="Google Shape;505;p29"/>
            <p:cNvGrpSpPr/>
            <p:nvPr/>
          </p:nvGrpSpPr>
          <p:grpSpPr>
            <a:xfrm>
              <a:off x="9082080" y="4623480"/>
              <a:ext cx="1296000" cy="764640"/>
              <a:chOff x="9082080" y="4623480"/>
              <a:chExt cx="1296000" cy="764640"/>
            </a:xfrm>
          </p:grpSpPr>
          <p:sp>
            <p:nvSpPr>
              <p:cNvPr id="473" name="Google Shape;506;p29"/>
              <p:cNvSpPr/>
              <p:nvPr/>
            </p:nvSpPr>
            <p:spPr>
              <a:xfrm>
                <a:off x="908208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74" name="Google Shape;507;p29"/>
              <p:cNvSpPr/>
              <p:nvPr/>
            </p:nvSpPr>
            <p:spPr>
              <a:xfrm>
                <a:off x="925740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75" name="Google Shape;508;p29"/>
              <p:cNvSpPr/>
              <p:nvPr/>
            </p:nvSpPr>
            <p:spPr>
              <a:xfrm>
                <a:off x="932220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476" name="Google Shape;509;p29"/>
            <p:cNvSpPr/>
            <p:nvPr/>
          </p:nvSpPr>
          <p:spPr>
            <a:xfrm>
              <a:off x="909504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sp>
        <p:nvSpPr>
          <p:cNvPr id="477" name="Google Shape;510;p29"/>
          <p:cNvSpPr/>
          <p:nvPr/>
        </p:nvSpPr>
        <p:spPr>
          <a:xfrm rot="5400000">
            <a:off x="7164000" y="3442680"/>
            <a:ext cx="846000" cy="151452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8" name="Google Shape;511;p29"/>
          <p:cNvSpPr/>
          <p:nvPr/>
        </p:nvSpPr>
        <p:spPr>
          <a:xfrm flipH="1" rot="16200000">
            <a:off x="8614080" y="3507480"/>
            <a:ext cx="846000" cy="138528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9" name="Google Shape;512;p29"/>
          <p:cNvSpPr/>
          <p:nvPr/>
        </p:nvSpPr>
        <p:spPr>
          <a:xfrm flipH="1" rot="16200000">
            <a:off x="7937280" y="4184640"/>
            <a:ext cx="846000" cy="30960"/>
          </a:xfrm>
          <a:prstGeom prst="bentConnector3">
            <a:avLst>
              <a:gd name="adj1" fmla="val 50000"/>
            </a:avLst>
          </a:prstGeom>
          <a:noFill/>
          <a:ln w="19050">
            <a:solidFill>
              <a:srgbClr val="999999"/>
            </a:solidFill>
            <a:round/>
          </a:ln>
        </p:spPr>
        <p:style>
          <a:lnRef idx="0"/>
          <a:fillRef idx="0"/>
          <a:effectRef idx="0"/>
          <a:fontRef idx="minor"/>
        </p:style>
        <p:txBody>
          <a:bodyPr lIns="90000" rIns="90000" tIns="-13680" bIns="-13680" anchor="t">
            <a:noAutofit/>
          </a:bodyPr>
          <a:p>
            <a:endParaRPr b="0" lang="en-US" sz="1800" strike="noStrike" u="none">
              <a:solidFill>
                <a:srgbClr val="000000"/>
              </a:solidFill>
              <a:effectLst/>
              <a:uFillTx/>
              <a:latin typeface="Arial"/>
            </a:endParaRPr>
          </a:p>
        </p:txBody>
      </p:sp>
      <p:sp>
        <p:nvSpPr>
          <p:cNvPr id="480" name="Google Shape;513;p29"/>
          <p:cNvSpPr/>
          <p:nvPr/>
        </p:nvSpPr>
        <p:spPr>
          <a:xfrm>
            <a:off x="813240" y="3214800"/>
            <a:ext cx="1364760" cy="455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1800" strike="noStrike" u="none">
                <a:solidFill>
                  <a:srgbClr val="000000"/>
                </a:solidFill>
                <a:effectLst/>
                <a:uFillTx/>
                <a:latin typeface="Consolas"/>
                <a:ea typeface="Consolas"/>
              </a:rPr>
              <a:t>appv1 x 3</a:t>
            </a:r>
            <a:endParaRPr b="0" lang="en-US" sz="1800" strike="noStrike" u="none">
              <a:solidFill>
                <a:srgbClr val="000000"/>
              </a:solidFill>
              <a:effectLst/>
              <a:uFillTx/>
              <a:latin typeface="Arial"/>
            </a:endParaRPr>
          </a:p>
        </p:txBody>
      </p:sp>
      <p:grpSp>
        <p:nvGrpSpPr>
          <p:cNvPr id="481" name="Google Shape;514;p29"/>
          <p:cNvGrpSpPr/>
          <p:nvPr/>
        </p:nvGrpSpPr>
        <p:grpSpPr>
          <a:xfrm>
            <a:off x="1456560" y="4623480"/>
            <a:ext cx="1308600" cy="764640"/>
            <a:chOff x="1456560" y="4623480"/>
            <a:chExt cx="1308600" cy="764640"/>
          </a:xfrm>
        </p:grpSpPr>
        <p:grpSp>
          <p:nvGrpSpPr>
            <p:cNvPr id="482" name="Google Shape;515;p29"/>
            <p:cNvGrpSpPr/>
            <p:nvPr/>
          </p:nvGrpSpPr>
          <p:grpSpPr>
            <a:xfrm>
              <a:off x="1456560" y="4623480"/>
              <a:ext cx="1296000" cy="764640"/>
              <a:chOff x="1456560" y="4623480"/>
              <a:chExt cx="1296000" cy="764640"/>
            </a:xfrm>
          </p:grpSpPr>
          <p:sp>
            <p:nvSpPr>
              <p:cNvPr id="483" name="Google Shape;516;p29"/>
              <p:cNvSpPr/>
              <p:nvPr/>
            </p:nvSpPr>
            <p:spPr>
              <a:xfrm>
                <a:off x="145656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84" name="Google Shape;517;p29"/>
              <p:cNvSpPr/>
              <p:nvPr/>
            </p:nvSpPr>
            <p:spPr>
              <a:xfrm>
                <a:off x="163188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85" name="Google Shape;518;p29"/>
              <p:cNvSpPr/>
              <p:nvPr/>
            </p:nvSpPr>
            <p:spPr>
              <a:xfrm>
                <a:off x="169632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486" name="Google Shape;519;p29"/>
            <p:cNvSpPr/>
            <p:nvPr/>
          </p:nvSpPr>
          <p:spPr>
            <a:xfrm>
              <a:off x="146916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487" name="Google Shape;520;p29"/>
          <p:cNvGrpSpPr/>
          <p:nvPr/>
        </p:nvGrpSpPr>
        <p:grpSpPr>
          <a:xfrm>
            <a:off x="2907000" y="4623480"/>
            <a:ext cx="1308960" cy="764640"/>
            <a:chOff x="2907000" y="4623480"/>
            <a:chExt cx="1308960" cy="764640"/>
          </a:xfrm>
        </p:grpSpPr>
        <p:grpSp>
          <p:nvGrpSpPr>
            <p:cNvPr id="488" name="Google Shape;521;p29"/>
            <p:cNvGrpSpPr/>
            <p:nvPr/>
          </p:nvGrpSpPr>
          <p:grpSpPr>
            <a:xfrm>
              <a:off x="2907000" y="4623480"/>
              <a:ext cx="1296000" cy="764640"/>
              <a:chOff x="2907000" y="4623480"/>
              <a:chExt cx="1296000" cy="764640"/>
            </a:xfrm>
          </p:grpSpPr>
          <p:sp>
            <p:nvSpPr>
              <p:cNvPr id="489" name="Google Shape;522;p29"/>
              <p:cNvSpPr/>
              <p:nvPr/>
            </p:nvSpPr>
            <p:spPr>
              <a:xfrm>
                <a:off x="290700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90" name="Google Shape;523;p29"/>
              <p:cNvSpPr/>
              <p:nvPr/>
            </p:nvSpPr>
            <p:spPr>
              <a:xfrm>
                <a:off x="308232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91" name="Google Shape;524;p29"/>
              <p:cNvSpPr/>
              <p:nvPr/>
            </p:nvSpPr>
            <p:spPr>
              <a:xfrm>
                <a:off x="314712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492" name="Google Shape;525;p29"/>
            <p:cNvSpPr/>
            <p:nvPr/>
          </p:nvSpPr>
          <p:spPr>
            <a:xfrm>
              <a:off x="291996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493" name="Google Shape;526;p29"/>
          <p:cNvGrpSpPr/>
          <p:nvPr/>
        </p:nvGrpSpPr>
        <p:grpSpPr>
          <a:xfrm>
            <a:off x="4357800" y="4623480"/>
            <a:ext cx="1308600" cy="764640"/>
            <a:chOff x="4357800" y="4623480"/>
            <a:chExt cx="1308600" cy="764640"/>
          </a:xfrm>
        </p:grpSpPr>
        <p:grpSp>
          <p:nvGrpSpPr>
            <p:cNvPr id="494" name="Google Shape;527;p29"/>
            <p:cNvGrpSpPr/>
            <p:nvPr/>
          </p:nvGrpSpPr>
          <p:grpSpPr>
            <a:xfrm>
              <a:off x="4357800" y="4623480"/>
              <a:ext cx="1296000" cy="764640"/>
              <a:chOff x="4357800" y="4623480"/>
              <a:chExt cx="1296000" cy="764640"/>
            </a:xfrm>
          </p:grpSpPr>
          <p:sp>
            <p:nvSpPr>
              <p:cNvPr id="495" name="Google Shape;528;p29"/>
              <p:cNvSpPr/>
              <p:nvPr/>
            </p:nvSpPr>
            <p:spPr>
              <a:xfrm>
                <a:off x="4357800" y="462348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496" name="Google Shape;529;p29"/>
              <p:cNvSpPr/>
              <p:nvPr/>
            </p:nvSpPr>
            <p:spPr>
              <a:xfrm>
                <a:off x="4533120" y="472572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97" name="Google Shape;530;p29"/>
              <p:cNvSpPr/>
              <p:nvPr/>
            </p:nvSpPr>
            <p:spPr>
              <a:xfrm>
                <a:off x="4597560" y="480852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498" name="Google Shape;531;p29"/>
            <p:cNvSpPr/>
            <p:nvPr/>
          </p:nvSpPr>
          <p:spPr>
            <a:xfrm>
              <a:off x="4370400" y="516384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499" name="Google Shape;532;p29"/>
          <p:cNvGrpSpPr/>
          <p:nvPr/>
        </p:nvGrpSpPr>
        <p:grpSpPr>
          <a:xfrm>
            <a:off x="2134800" y="3046320"/>
            <a:ext cx="3006000" cy="792360"/>
            <a:chOff x="2134800" y="3046320"/>
            <a:chExt cx="3006000" cy="792360"/>
          </a:xfrm>
        </p:grpSpPr>
        <p:sp>
          <p:nvSpPr>
            <p:cNvPr id="500" name="Google Shape;533;p29"/>
            <p:cNvSpPr/>
            <p:nvPr/>
          </p:nvSpPr>
          <p:spPr>
            <a:xfrm>
              <a:off x="2226960" y="310860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01" name="Google Shape;534;p29"/>
            <p:cNvSpPr/>
            <p:nvPr/>
          </p:nvSpPr>
          <p:spPr>
            <a:xfrm>
              <a:off x="2134800" y="304632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ReplicaSet</a:t>
              </a:r>
              <a:endParaRPr b="0" lang="en-US" sz="1800" strike="noStrike" u="none">
                <a:solidFill>
                  <a:srgbClr val="000000"/>
                </a:solidFill>
                <a:effectLst/>
                <a:uFillTx/>
                <a:latin typeface="Arial"/>
              </a:endParaRPr>
            </a:p>
          </p:txBody>
        </p:sp>
      </p:grpSp>
      <p:sp>
        <p:nvSpPr>
          <p:cNvPr id="502" name="Google Shape;535;p29"/>
          <p:cNvSpPr/>
          <p:nvPr/>
        </p:nvSpPr>
        <p:spPr>
          <a:xfrm rot="5400000">
            <a:off x="4339440" y="1452240"/>
            <a:ext cx="846000" cy="2340000"/>
          </a:xfrm>
          <a:prstGeom prst="bentConnector3">
            <a:avLst>
              <a:gd name="adj1" fmla="val 49994"/>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03" name="Google Shape;536;p29"/>
          <p:cNvSpPr/>
          <p:nvPr/>
        </p:nvSpPr>
        <p:spPr>
          <a:xfrm rot="5400000">
            <a:off x="2425680" y="3456720"/>
            <a:ext cx="846000" cy="148644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04" name="Google Shape;537;p29"/>
          <p:cNvSpPr/>
          <p:nvPr/>
        </p:nvSpPr>
        <p:spPr>
          <a:xfrm flipH="1" rot="16200000">
            <a:off x="3875760" y="3493440"/>
            <a:ext cx="846000" cy="141336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05" name="Google Shape;538;p29"/>
          <p:cNvSpPr/>
          <p:nvPr/>
        </p:nvSpPr>
        <p:spPr>
          <a:xfrm rot="5400000">
            <a:off x="3161160" y="4192200"/>
            <a:ext cx="846000" cy="15480"/>
          </a:xfrm>
          <a:prstGeom prst="bentConnector3">
            <a:avLst>
              <a:gd name="adj1" fmla="val 50000"/>
            </a:avLst>
          </a:prstGeom>
          <a:noFill/>
          <a:ln w="19050">
            <a:solidFill>
              <a:srgbClr val="999999"/>
            </a:solidFill>
            <a:round/>
          </a:ln>
        </p:spPr>
        <p:style>
          <a:lnRef idx="0"/>
          <a:fillRef idx="0"/>
          <a:effectRef idx="0"/>
          <a:fontRef idx="minor"/>
        </p:style>
        <p:txBody>
          <a:bodyPr lIns="90000" rIns="90000" tIns="-29160" bIns="-2916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454"/>
                                        </p:tgtEl>
                                        <p:attrNameLst>
                                          <p:attrName>style.visibility</p:attrName>
                                        </p:attrNameLst>
                                      </p:cBhvr>
                                      <p:to>
                                        <p:strVal val="visible"/>
                                      </p:to>
                                    </p:set>
                                    <p:animEffect filter="fade" transition="in">
                                      <p:cBhvr additive="repl">
                                        <p:cTn id="7" dur="1000"/>
                                        <p:tgtEl>
                                          <p:spTgt spid="454"/>
                                        </p:tgtEl>
                                      </p:cBhvr>
                                    </p:animEffect>
                                  </p:childTnLst>
                                </p:cTn>
                              </p:par>
                              <p:par>
                                <p:cTn id="8" nodeType="withEffect" fill="hold" presetClass="entr" presetID="10">
                                  <p:stCondLst>
                                    <p:cond delay="0"/>
                                  </p:stCondLst>
                                  <p:childTnLst>
                                    <p:set>
                                      <p:cBhvr>
                                        <p:cTn id="9" dur="1" fill="hold">
                                          <p:stCondLst>
                                            <p:cond delay="0"/>
                                          </p:stCondLst>
                                        </p:cTn>
                                        <p:tgtEl>
                                          <p:spTgt spid="457"/>
                                        </p:tgtEl>
                                        <p:attrNameLst>
                                          <p:attrName>style.visibility</p:attrName>
                                        </p:attrNameLst>
                                      </p:cBhvr>
                                      <p:to>
                                        <p:strVal val="visible"/>
                                      </p:to>
                                    </p:set>
                                    <p:animEffect filter="fade" transition="in">
                                      <p:cBhvr additive="repl">
                                        <p:cTn id="10" dur="1000"/>
                                        <p:tgtEl>
                                          <p:spTgt spid="457"/>
                                        </p:tgtEl>
                                      </p:cBhvr>
                                    </p:animEffect>
                                  </p:childTnLst>
                                </p:cTn>
                              </p:par>
                            </p:childTnLst>
                          </p:cTn>
                        </p:par>
                      </p:childTnLst>
                    </p:cTn>
                  </p:par>
                  <p:par>
                    <p:cTn id="11" fill="hold">
                      <p:stCondLst>
                        <p:cond delay="indefinite"/>
                      </p:stCondLst>
                      <p:childTnLst>
                        <p:par>
                          <p:cTn id="12" fill="hold">
                            <p:stCondLst>
                              <p:cond delay="0"/>
                            </p:stCondLst>
                            <p:childTnLst>
                              <p:par>
                                <p:cTn id="13" nodeType="clickEffect" fill="hold" presetClass="exit" presetID="10">
                                  <p:stCondLst>
                                    <p:cond delay="0"/>
                                  </p:stCondLst>
                                  <p:childTnLst>
                                    <p:animEffect filter="fade" transition="out">
                                      <p:cBhvr additive="repl">
                                        <p:cTn id="14" dur="1000"/>
                                        <p:tgtEl>
                                          <p:spTgt spid="480"/>
                                        </p:tgtEl>
                                      </p:cBhvr>
                                    </p:animEffect>
                                    <p:set>
                                      <p:cBhvr>
                                        <p:cTn id="15" dur="1" fill="hold">
                                          <p:stCondLst>
                                            <p:cond delay="1000"/>
                                          </p:stCondLst>
                                        </p:cTn>
                                        <p:tgtEl>
                                          <p:spTgt spid="480"/>
                                        </p:tgtEl>
                                        <p:attrNameLst>
                                          <p:attrName>style.visibility</p:attrName>
                                        </p:attrNameLst>
                                      </p:cBhvr>
                                      <p:to>
                                        <p:strVal val="hidden"/>
                                      </p:to>
                                    </p:set>
                                  </p:childTnLst>
                                </p:cTn>
                              </p:par>
                              <p:par>
                                <p:cTn id="16" nodeType="withEffect" fill="hold" presetClass="exit" presetID="10">
                                  <p:stCondLst>
                                    <p:cond delay="0"/>
                                  </p:stCondLst>
                                  <p:childTnLst>
                                    <p:animEffect filter="fade" transition="out">
                                      <p:cBhvr additive="repl">
                                        <p:cTn id="17" dur="1000"/>
                                        <p:tgtEl>
                                          <p:spTgt spid="505"/>
                                        </p:tgtEl>
                                      </p:cBhvr>
                                    </p:animEffect>
                                    <p:set>
                                      <p:cBhvr>
                                        <p:cTn id="18" dur="1" fill="hold">
                                          <p:stCondLst>
                                            <p:cond delay="1000"/>
                                          </p:stCondLst>
                                        </p:cTn>
                                        <p:tgtEl>
                                          <p:spTgt spid="505"/>
                                        </p:tgtEl>
                                        <p:attrNameLst>
                                          <p:attrName>style.visibility</p:attrName>
                                        </p:attrNameLst>
                                      </p:cBhvr>
                                      <p:to>
                                        <p:strVal val="hidden"/>
                                      </p:to>
                                    </p:set>
                                  </p:childTnLst>
                                </p:cTn>
                              </p:par>
                              <p:par>
                                <p:cTn id="19" nodeType="withEffect" fill="hold" presetClass="exit" presetID="10">
                                  <p:stCondLst>
                                    <p:cond delay="0"/>
                                  </p:stCondLst>
                                  <p:childTnLst>
                                    <p:animEffect filter="fade" transition="out">
                                      <p:cBhvr additive="repl">
                                        <p:cTn id="20" dur="1000"/>
                                        <p:tgtEl>
                                          <p:spTgt spid="446"/>
                                        </p:tgtEl>
                                      </p:cBhvr>
                                    </p:animEffect>
                                    <p:set>
                                      <p:cBhvr>
                                        <p:cTn id="21" dur="1" fill="hold">
                                          <p:stCondLst>
                                            <p:cond delay="1000"/>
                                          </p:stCondLst>
                                        </p:cTn>
                                        <p:tgtEl>
                                          <p:spTgt spid="446"/>
                                        </p:tgtEl>
                                        <p:attrNameLst>
                                          <p:attrName>style.visibility</p:attrName>
                                        </p:attrNameLst>
                                      </p:cBhvr>
                                      <p:to>
                                        <p:strVal val="hidden"/>
                                      </p:to>
                                    </p:set>
                                  </p:childTnLst>
                                </p:cTn>
                              </p:par>
                              <p:par>
                                <p:cTn id="22" nodeType="withEffect" fill="hold" presetClass="exit" presetID="10">
                                  <p:stCondLst>
                                    <p:cond delay="0"/>
                                  </p:stCondLst>
                                  <p:childTnLst>
                                    <p:animEffect filter="fade" transition="out">
                                      <p:cBhvr additive="repl">
                                        <p:cTn id="23" dur="1000"/>
                                        <p:tgtEl>
                                          <p:spTgt spid="447"/>
                                        </p:tgtEl>
                                      </p:cBhvr>
                                    </p:animEffect>
                                    <p:set>
                                      <p:cBhvr>
                                        <p:cTn id="24" dur="1" fill="hold">
                                          <p:stCondLst>
                                            <p:cond delay="1000"/>
                                          </p:stCondLst>
                                        </p:cTn>
                                        <p:tgtEl>
                                          <p:spTgt spid="447"/>
                                        </p:tgtEl>
                                        <p:attrNameLst>
                                          <p:attrName>style.visibility</p:attrName>
                                        </p:attrNameLst>
                                      </p:cBhvr>
                                      <p:to>
                                        <p:strVal val="hidden"/>
                                      </p:to>
                                    </p:set>
                                  </p:childTnLst>
                                </p:cTn>
                              </p:par>
                              <p:par>
                                <p:cTn id="25" nodeType="withEffect" fill="hold" presetClass="exit" presetID="10">
                                  <p:stCondLst>
                                    <p:cond delay="0"/>
                                  </p:stCondLst>
                                  <p:childTnLst>
                                    <p:animEffect filter="fade" transition="out">
                                      <p:cBhvr additive="repl">
                                        <p:cTn id="26" dur="1000"/>
                                        <p:tgtEl>
                                          <p:spTgt spid="448"/>
                                        </p:tgtEl>
                                      </p:cBhvr>
                                    </p:animEffect>
                                    <p:set>
                                      <p:cBhvr>
                                        <p:cTn id="27" dur="1" fill="hold">
                                          <p:stCondLst>
                                            <p:cond delay="1000"/>
                                          </p:stCondLst>
                                        </p:cTn>
                                        <p:tgtEl>
                                          <p:spTgt spid="448"/>
                                        </p:tgtEl>
                                        <p:attrNameLst>
                                          <p:attrName>style.visibility</p:attrName>
                                        </p:attrNameLst>
                                      </p:cBhvr>
                                      <p:to>
                                        <p:strVal val="hidden"/>
                                      </p:to>
                                    </p:set>
                                  </p:childTnLst>
                                </p:cTn>
                              </p:par>
                              <p:par>
                                <p:cTn id="28" nodeType="withEffect" fill="hold" presetClass="exit" presetID="10">
                                  <p:stCondLst>
                                    <p:cond delay="0"/>
                                  </p:stCondLst>
                                  <p:childTnLst>
                                    <p:animEffect filter="fade" transition="out">
                                      <p:cBhvr additive="repl">
                                        <p:cTn id="29" dur="1000"/>
                                        <p:tgtEl>
                                          <p:spTgt spid="481"/>
                                        </p:tgtEl>
                                      </p:cBhvr>
                                    </p:animEffect>
                                    <p:set>
                                      <p:cBhvr>
                                        <p:cTn id="30" dur="1" fill="hold">
                                          <p:stCondLst>
                                            <p:cond delay="1000"/>
                                          </p:stCondLst>
                                        </p:cTn>
                                        <p:tgtEl>
                                          <p:spTgt spid="481"/>
                                        </p:tgtEl>
                                        <p:attrNameLst>
                                          <p:attrName>style.visibility</p:attrName>
                                        </p:attrNameLst>
                                      </p:cBhvr>
                                      <p:to>
                                        <p:strVal val="hidden"/>
                                      </p:to>
                                    </p:set>
                                  </p:childTnLst>
                                </p:cTn>
                              </p:par>
                              <p:par>
                                <p:cTn id="31" nodeType="withEffect" fill="hold" presetClass="exit" presetID="10">
                                  <p:stCondLst>
                                    <p:cond delay="0"/>
                                  </p:stCondLst>
                                  <p:childTnLst>
                                    <p:animEffect filter="fade" transition="out">
                                      <p:cBhvr additive="repl">
                                        <p:cTn id="32" dur="1000"/>
                                        <p:tgtEl>
                                          <p:spTgt spid="487"/>
                                        </p:tgtEl>
                                      </p:cBhvr>
                                    </p:animEffect>
                                    <p:set>
                                      <p:cBhvr>
                                        <p:cTn id="33" dur="1" fill="hold">
                                          <p:stCondLst>
                                            <p:cond delay="1000"/>
                                          </p:stCondLst>
                                        </p:cTn>
                                        <p:tgtEl>
                                          <p:spTgt spid="487"/>
                                        </p:tgtEl>
                                        <p:attrNameLst>
                                          <p:attrName>style.visibility</p:attrName>
                                        </p:attrNameLst>
                                      </p:cBhvr>
                                      <p:to>
                                        <p:strVal val="hidden"/>
                                      </p:to>
                                    </p:set>
                                  </p:childTnLst>
                                </p:cTn>
                              </p:par>
                              <p:par>
                                <p:cTn id="34" nodeType="withEffect" fill="hold" presetClass="exit" presetID="10">
                                  <p:stCondLst>
                                    <p:cond delay="0"/>
                                  </p:stCondLst>
                                  <p:childTnLst>
                                    <p:animEffect filter="fade" transition="out">
                                      <p:cBhvr additive="repl">
                                        <p:cTn id="35" dur="1000"/>
                                        <p:tgtEl>
                                          <p:spTgt spid="493"/>
                                        </p:tgtEl>
                                      </p:cBhvr>
                                    </p:animEffect>
                                    <p:set>
                                      <p:cBhvr>
                                        <p:cTn id="36" dur="1" fill="hold">
                                          <p:stCondLst>
                                            <p:cond delay="1000"/>
                                          </p:stCondLst>
                                        </p:cTn>
                                        <p:tgtEl>
                                          <p:spTgt spid="493"/>
                                        </p:tgtEl>
                                        <p:attrNameLst>
                                          <p:attrName>style.visibility</p:attrName>
                                        </p:attrNameLst>
                                      </p:cBhvr>
                                      <p:to>
                                        <p:strVal val="hidden"/>
                                      </p:to>
                                    </p:set>
                                  </p:childTnLst>
                                </p:cTn>
                              </p:par>
                              <p:par>
                                <p:cTn id="37" nodeType="withEffect" fill="hold" presetClass="exit" presetID="10">
                                  <p:stCondLst>
                                    <p:cond delay="0"/>
                                  </p:stCondLst>
                                  <p:childTnLst>
                                    <p:animEffect filter="fade" transition="out">
                                      <p:cBhvr additive="repl">
                                        <p:cTn id="38" dur="1000"/>
                                        <p:tgtEl>
                                          <p:spTgt spid="503"/>
                                        </p:tgtEl>
                                      </p:cBhvr>
                                    </p:animEffect>
                                    <p:set>
                                      <p:cBhvr>
                                        <p:cTn id="39" dur="1" fill="hold">
                                          <p:stCondLst>
                                            <p:cond delay="1000"/>
                                          </p:stCondLst>
                                        </p:cTn>
                                        <p:tgtEl>
                                          <p:spTgt spid="503"/>
                                        </p:tgtEl>
                                        <p:attrNameLst>
                                          <p:attrName>style.visibility</p:attrName>
                                        </p:attrNameLst>
                                      </p:cBhvr>
                                      <p:to>
                                        <p:strVal val="hidden"/>
                                      </p:to>
                                    </p:set>
                                  </p:childTnLst>
                                </p:cTn>
                              </p:par>
                              <p:par>
                                <p:cTn id="40" nodeType="withEffect" fill="hold" presetClass="exit" presetID="10">
                                  <p:stCondLst>
                                    <p:cond delay="0"/>
                                  </p:stCondLst>
                                  <p:childTnLst>
                                    <p:animEffect filter="fade" transition="out">
                                      <p:cBhvr additive="repl">
                                        <p:cTn id="41" dur="1000"/>
                                        <p:tgtEl>
                                          <p:spTgt spid="504"/>
                                        </p:tgtEl>
                                      </p:cBhvr>
                                    </p:animEffect>
                                    <p:set>
                                      <p:cBhvr>
                                        <p:cTn id="42" dur="1" fill="hold">
                                          <p:stCondLst>
                                            <p:cond delay="1000"/>
                                          </p:stCondLst>
                                        </p:cTn>
                                        <p:tgtEl>
                                          <p:spTgt spid="50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0">
                                  <p:stCondLst>
                                    <p:cond delay="0"/>
                                  </p:stCondLst>
                                  <p:childTnLst>
                                    <p:set>
                                      <p:cBhvr>
                                        <p:cTn id="46" dur="1" fill="hold">
                                          <p:stCondLst>
                                            <p:cond delay="0"/>
                                          </p:stCondLst>
                                        </p:cTn>
                                        <p:tgtEl>
                                          <p:spTgt spid="443"/>
                                        </p:tgtEl>
                                        <p:attrNameLst>
                                          <p:attrName>style.visibility</p:attrName>
                                        </p:attrNameLst>
                                      </p:cBhvr>
                                      <p:to>
                                        <p:strVal val="visible"/>
                                      </p:to>
                                    </p:set>
                                    <p:animEffect filter="fade" transition="in">
                                      <p:cBhvr additive="repl">
                                        <p:cTn id="47" dur="1000"/>
                                        <p:tgtEl>
                                          <p:spTgt spid="443"/>
                                        </p:tgtEl>
                                      </p:cBhvr>
                                    </p:animEffect>
                                  </p:childTnLst>
                                </p:cTn>
                              </p:par>
                              <p:par>
                                <p:cTn id="48" nodeType="withEffect" fill="hold" presetClass="entr" presetID="10">
                                  <p:stCondLst>
                                    <p:cond delay="0"/>
                                  </p:stCondLst>
                                  <p:childTnLst>
                                    <p:set>
                                      <p:cBhvr>
                                        <p:cTn id="49" dur="1" fill="hold">
                                          <p:stCondLst>
                                            <p:cond delay="0"/>
                                          </p:stCondLst>
                                        </p:cTn>
                                        <p:tgtEl>
                                          <p:spTgt spid="444"/>
                                        </p:tgtEl>
                                        <p:attrNameLst>
                                          <p:attrName>style.visibility</p:attrName>
                                        </p:attrNameLst>
                                      </p:cBhvr>
                                      <p:to>
                                        <p:strVal val="visible"/>
                                      </p:to>
                                    </p:set>
                                    <p:animEffect filter="fade" transition="in">
                                      <p:cBhvr additive="repl">
                                        <p:cTn id="50" dur="1000"/>
                                        <p:tgtEl>
                                          <p:spTgt spid="444"/>
                                        </p:tgtEl>
                                      </p:cBhvr>
                                    </p:animEffect>
                                  </p:childTnLst>
                                </p:cTn>
                              </p:par>
                              <p:par>
                                <p:cTn id="51" nodeType="withEffect" fill="hold" presetClass="entr" presetID="10">
                                  <p:stCondLst>
                                    <p:cond delay="0"/>
                                  </p:stCondLst>
                                  <p:childTnLst>
                                    <p:set>
                                      <p:cBhvr>
                                        <p:cTn id="52" dur="1" fill="hold">
                                          <p:stCondLst>
                                            <p:cond delay="0"/>
                                          </p:stCondLst>
                                        </p:cTn>
                                        <p:tgtEl>
                                          <p:spTgt spid="445"/>
                                        </p:tgtEl>
                                        <p:attrNameLst>
                                          <p:attrName>style.visibility</p:attrName>
                                        </p:attrNameLst>
                                      </p:cBhvr>
                                      <p:to>
                                        <p:strVal val="visible"/>
                                      </p:to>
                                    </p:set>
                                    <p:animEffect filter="fade" transition="in">
                                      <p:cBhvr additive="repl">
                                        <p:cTn id="53" dur="1000"/>
                                        <p:tgtEl>
                                          <p:spTgt spid="445"/>
                                        </p:tgtEl>
                                      </p:cBhvr>
                                    </p:animEffect>
                                  </p:childTnLst>
                                </p:cTn>
                              </p:par>
                              <p:par>
                                <p:cTn id="54" nodeType="withEffect" fill="hold" presetClass="entr" presetID="10">
                                  <p:stCondLst>
                                    <p:cond delay="0"/>
                                  </p:stCondLst>
                                  <p:childTnLst>
                                    <p:set>
                                      <p:cBhvr>
                                        <p:cTn id="55" dur="1" fill="hold">
                                          <p:stCondLst>
                                            <p:cond delay="0"/>
                                          </p:stCondLst>
                                        </p:cTn>
                                        <p:tgtEl>
                                          <p:spTgt spid="459"/>
                                        </p:tgtEl>
                                        <p:attrNameLst>
                                          <p:attrName>style.visibility</p:attrName>
                                        </p:attrNameLst>
                                      </p:cBhvr>
                                      <p:to>
                                        <p:strVal val="visible"/>
                                      </p:to>
                                    </p:set>
                                    <p:animEffect filter="fade" transition="in">
                                      <p:cBhvr additive="repl">
                                        <p:cTn id="56" dur="1000"/>
                                        <p:tgtEl>
                                          <p:spTgt spid="459"/>
                                        </p:tgtEl>
                                      </p:cBhvr>
                                    </p:animEffect>
                                  </p:childTnLst>
                                </p:cTn>
                              </p:par>
                              <p:par>
                                <p:cTn id="57" nodeType="withEffect" fill="hold" presetClass="entr" presetID="10">
                                  <p:stCondLst>
                                    <p:cond delay="0"/>
                                  </p:stCondLst>
                                  <p:childTnLst>
                                    <p:set>
                                      <p:cBhvr>
                                        <p:cTn id="58" dur="1" fill="hold">
                                          <p:stCondLst>
                                            <p:cond delay="0"/>
                                          </p:stCondLst>
                                        </p:cTn>
                                        <p:tgtEl>
                                          <p:spTgt spid="465"/>
                                        </p:tgtEl>
                                        <p:attrNameLst>
                                          <p:attrName>style.visibility</p:attrName>
                                        </p:attrNameLst>
                                      </p:cBhvr>
                                      <p:to>
                                        <p:strVal val="visible"/>
                                      </p:to>
                                    </p:set>
                                    <p:animEffect filter="fade" transition="in">
                                      <p:cBhvr additive="repl">
                                        <p:cTn id="59" dur="1000"/>
                                        <p:tgtEl>
                                          <p:spTgt spid="465"/>
                                        </p:tgtEl>
                                      </p:cBhvr>
                                    </p:animEffect>
                                  </p:childTnLst>
                                </p:cTn>
                              </p:par>
                              <p:par>
                                <p:cTn id="60" nodeType="withEffect" fill="hold" presetClass="entr" presetID="10">
                                  <p:stCondLst>
                                    <p:cond delay="0"/>
                                  </p:stCondLst>
                                  <p:childTnLst>
                                    <p:set>
                                      <p:cBhvr>
                                        <p:cTn id="61" dur="1" fill="hold">
                                          <p:stCondLst>
                                            <p:cond delay="0"/>
                                          </p:stCondLst>
                                        </p:cTn>
                                        <p:tgtEl>
                                          <p:spTgt spid="471"/>
                                        </p:tgtEl>
                                        <p:attrNameLst>
                                          <p:attrName>style.visibility</p:attrName>
                                        </p:attrNameLst>
                                      </p:cBhvr>
                                      <p:to>
                                        <p:strVal val="visible"/>
                                      </p:to>
                                    </p:set>
                                    <p:animEffect filter="fade" transition="in">
                                      <p:cBhvr additive="repl">
                                        <p:cTn id="62" dur="1000"/>
                                        <p:tgtEl>
                                          <p:spTgt spid="471"/>
                                        </p:tgtEl>
                                      </p:cBhvr>
                                    </p:animEffect>
                                  </p:childTnLst>
                                </p:cTn>
                              </p:par>
                              <p:par>
                                <p:cTn id="63" nodeType="withEffect" fill="hold" presetClass="entr" presetID="10">
                                  <p:stCondLst>
                                    <p:cond delay="0"/>
                                  </p:stCondLst>
                                  <p:childTnLst>
                                    <p:set>
                                      <p:cBhvr>
                                        <p:cTn id="64" dur="1" fill="hold">
                                          <p:stCondLst>
                                            <p:cond delay="0"/>
                                          </p:stCondLst>
                                        </p:cTn>
                                        <p:tgtEl>
                                          <p:spTgt spid="477"/>
                                        </p:tgtEl>
                                        <p:attrNameLst>
                                          <p:attrName>style.visibility</p:attrName>
                                        </p:attrNameLst>
                                      </p:cBhvr>
                                      <p:to>
                                        <p:strVal val="visible"/>
                                      </p:to>
                                    </p:set>
                                    <p:animEffect filter="fade" transition="in">
                                      <p:cBhvr additive="repl">
                                        <p:cTn id="65" dur="1000"/>
                                        <p:tgtEl>
                                          <p:spTgt spid="477"/>
                                        </p:tgtEl>
                                      </p:cBhvr>
                                    </p:animEffect>
                                  </p:childTnLst>
                                </p:cTn>
                              </p:par>
                              <p:par>
                                <p:cTn id="66" nodeType="withEffect" fill="hold" presetClass="entr" presetID="10">
                                  <p:stCondLst>
                                    <p:cond delay="0"/>
                                  </p:stCondLst>
                                  <p:childTnLst>
                                    <p:set>
                                      <p:cBhvr>
                                        <p:cTn id="67" dur="1" fill="hold">
                                          <p:stCondLst>
                                            <p:cond delay="0"/>
                                          </p:stCondLst>
                                        </p:cTn>
                                        <p:tgtEl>
                                          <p:spTgt spid="478"/>
                                        </p:tgtEl>
                                        <p:attrNameLst>
                                          <p:attrName>style.visibility</p:attrName>
                                        </p:attrNameLst>
                                      </p:cBhvr>
                                      <p:to>
                                        <p:strVal val="visible"/>
                                      </p:to>
                                    </p:set>
                                    <p:animEffect filter="fade" transition="in">
                                      <p:cBhvr additive="repl">
                                        <p:cTn id="68" dur="1000"/>
                                        <p:tgtEl>
                                          <p:spTgt spid="478"/>
                                        </p:tgtEl>
                                      </p:cBhvr>
                                    </p:animEffect>
                                  </p:childTnLst>
                                </p:cTn>
                              </p:par>
                              <p:par>
                                <p:cTn id="69" nodeType="withEffect" fill="hold" presetClass="entr" presetID="10">
                                  <p:stCondLst>
                                    <p:cond delay="0"/>
                                  </p:stCondLst>
                                  <p:childTnLst>
                                    <p:set>
                                      <p:cBhvr>
                                        <p:cTn id="70" dur="1" fill="hold">
                                          <p:stCondLst>
                                            <p:cond delay="0"/>
                                          </p:stCondLst>
                                        </p:cTn>
                                        <p:tgtEl>
                                          <p:spTgt spid="479"/>
                                        </p:tgtEl>
                                        <p:attrNameLst>
                                          <p:attrName>style.visibility</p:attrName>
                                        </p:attrNameLst>
                                      </p:cBhvr>
                                      <p:to>
                                        <p:strVal val="visible"/>
                                      </p:to>
                                    </p:set>
                                    <p:animEffect filter="fade" transition="in">
                                      <p:cBhvr additive="repl">
                                        <p:cTn id="71" dur="1000"/>
                                        <p:tgtEl>
                                          <p:spTgt spid="479"/>
                                        </p:tgtEl>
                                      </p:cBhvr>
                                    </p:animEffect>
                                  </p:childTnLst>
                                </p:cTn>
                              </p:par>
                              <p:par>
                                <p:cTn id="72" nodeType="withEffect" fill="hold" presetClass="entr" presetID="10">
                                  <p:stCondLst>
                                    <p:cond delay="0"/>
                                  </p:stCondLst>
                                  <p:childTnLst>
                                    <p:set>
                                      <p:cBhvr>
                                        <p:cTn id="73" dur="1" fill="hold">
                                          <p:stCondLst>
                                            <p:cond delay="0"/>
                                          </p:stCondLst>
                                        </p:cTn>
                                        <p:tgtEl>
                                          <p:spTgt spid="458"/>
                                        </p:tgtEl>
                                        <p:attrNameLst>
                                          <p:attrName>style.visibility</p:attrName>
                                        </p:attrNameLst>
                                      </p:cBhvr>
                                      <p:to>
                                        <p:strVal val="visible"/>
                                      </p:to>
                                    </p:set>
                                    <p:animEffect filter="fade" transition="in">
                                      <p:cBhvr additive="repl">
                                        <p:cTn id="74" dur="1000"/>
                                        <p:tgtEl>
                                          <p:spTgt spid="4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Google Shape;544;p30"/>
          <p:cNvSpPr/>
          <p:nvPr/>
        </p:nvSpPr>
        <p:spPr>
          <a:xfrm>
            <a:off x="2589120" y="5632200"/>
            <a:ext cx="1890360" cy="4917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1" lang="en-US" sz="2400" strike="noStrike" u="none">
                <a:solidFill>
                  <a:srgbClr val="000000"/>
                </a:solidFill>
                <a:effectLst/>
                <a:uFillTx/>
                <a:latin typeface="Helvetica Neue"/>
                <a:ea typeface="Helvetica Neue"/>
              </a:rPr>
              <a:t>100%</a:t>
            </a:r>
            <a:endParaRPr b="0" lang="en-US" sz="2400" strike="noStrike" u="none">
              <a:solidFill>
                <a:srgbClr val="000000"/>
              </a:solidFill>
              <a:effectLst/>
              <a:uFillTx/>
              <a:latin typeface="Arial"/>
            </a:endParaRPr>
          </a:p>
        </p:txBody>
      </p:sp>
      <p:sp>
        <p:nvSpPr>
          <p:cNvPr id="507" name="Google Shape;545;p30"/>
          <p:cNvSpPr/>
          <p:nvPr/>
        </p:nvSpPr>
        <p:spPr>
          <a:xfrm>
            <a:off x="6684120" y="378396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08" name="Google Shape;546;p30"/>
          <p:cNvSpPr/>
          <p:nvPr/>
        </p:nvSpPr>
        <p:spPr>
          <a:xfrm>
            <a:off x="4854600" y="378396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09" name="Google Shape;547;p30"/>
          <p:cNvSpPr/>
          <p:nvPr/>
        </p:nvSpPr>
        <p:spPr>
          <a:xfrm>
            <a:off x="3410280" y="380088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10" name="Google Shape;548;p30"/>
          <p:cNvSpPr/>
          <p:nvPr/>
        </p:nvSpPr>
        <p:spPr>
          <a:xfrm>
            <a:off x="1965960" y="380088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11" name="Google Shape;549;p30"/>
          <p:cNvSpPr/>
          <p:nvPr/>
        </p:nvSpPr>
        <p:spPr>
          <a:xfrm rot="10800000">
            <a:off x="3989880" y="4490640"/>
            <a:ext cx="1212480" cy="883440"/>
          </a:xfrm>
          <a:custGeom>
            <a:avLst/>
            <a:gdLst>
              <a:gd name="textAreaLeft" fmla="*/ 0 w 1212480"/>
              <a:gd name="textAreaRight" fmla="*/ 1212840 w 1212480"/>
              <a:gd name="textAreaTop" fmla="*/ 0 h 883440"/>
              <a:gd name="textAreaBottom" fmla="*/ 883800 h 88344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2" name="Google Shape;551;p30"/>
          <p:cNvSpPr/>
          <p:nvPr/>
        </p:nvSpPr>
        <p:spPr>
          <a:xfrm flipH="1" rot="10800000">
            <a:off x="5076360" y="4490640"/>
            <a:ext cx="362520" cy="849240"/>
          </a:xfrm>
          <a:custGeom>
            <a:avLst/>
            <a:gdLst>
              <a:gd name="textAreaLeft" fmla="*/ -360 w 362520"/>
              <a:gd name="textAreaRight" fmla="*/ 362520 w 362520"/>
              <a:gd name="textAreaTop" fmla="*/ 0 h 849240"/>
              <a:gd name="textAreaBottom" fmla="*/ 849600 h 84924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3" name="Google Shape;553;p30"/>
          <p:cNvSpPr/>
          <p:nvPr/>
        </p:nvSpPr>
        <p:spPr>
          <a:xfrm>
            <a:off x="5079960" y="5316480"/>
            <a:ext cx="2183760" cy="9712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4"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Canary Deployments</a:t>
            </a:r>
            <a:endParaRPr b="0" lang="en-US" sz="3200" strike="noStrike" u="none">
              <a:solidFill>
                <a:srgbClr val="000000"/>
              </a:solidFill>
              <a:effectLst/>
              <a:uFillTx/>
              <a:latin typeface="Arial"/>
            </a:endParaRPr>
          </a:p>
        </p:txBody>
      </p:sp>
      <p:sp>
        <p:nvSpPr>
          <p:cNvPr id="515" name="PlaceHolder 2"/>
          <p:cNvSpPr>
            <a:spLocks noGrp="1"/>
          </p:cNvSpPr>
          <p:nvPr>
            <p:ph type="sldNum" idx="41"/>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5351C856-1BDC-4CD4-A5F2-3D668B046BE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516" name="Google Shape;556;p30"/>
          <p:cNvGrpSpPr/>
          <p:nvPr/>
        </p:nvGrpSpPr>
        <p:grpSpPr>
          <a:xfrm>
            <a:off x="7308000" y="2147400"/>
            <a:ext cx="3006000" cy="792360"/>
            <a:chOff x="7308000" y="2147400"/>
            <a:chExt cx="3006000" cy="792360"/>
          </a:xfrm>
        </p:grpSpPr>
        <p:sp>
          <p:nvSpPr>
            <p:cNvPr id="517" name="Google Shape;557;p30"/>
            <p:cNvSpPr/>
            <p:nvPr/>
          </p:nvSpPr>
          <p:spPr>
            <a:xfrm>
              <a:off x="7400160" y="220968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8" name="Google Shape;558;p30"/>
            <p:cNvSpPr/>
            <p:nvPr/>
          </p:nvSpPr>
          <p:spPr>
            <a:xfrm>
              <a:off x="7308000" y="214740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 v2</a:t>
              </a:r>
              <a:endParaRPr b="0" lang="en-US" sz="1800" strike="noStrike" u="none">
                <a:solidFill>
                  <a:srgbClr val="000000"/>
                </a:solidFill>
                <a:effectLst/>
                <a:uFillTx/>
                <a:latin typeface="Arial"/>
              </a:endParaRPr>
            </a:p>
          </p:txBody>
        </p:sp>
      </p:grpSp>
      <p:grpSp>
        <p:nvGrpSpPr>
          <p:cNvPr id="519" name="Google Shape;559;p30"/>
          <p:cNvGrpSpPr/>
          <p:nvPr/>
        </p:nvGrpSpPr>
        <p:grpSpPr>
          <a:xfrm>
            <a:off x="6601680" y="3724560"/>
            <a:ext cx="1308600" cy="764640"/>
            <a:chOff x="6601680" y="3724560"/>
            <a:chExt cx="1308600" cy="764640"/>
          </a:xfrm>
        </p:grpSpPr>
        <p:grpSp>
          <p:nvGrpSpPr>
            <p:cNvPr id="520" name="Google Shape;560;p30"/>
            <p:cNvGrpSpPr/>
            <p:nvPr/>
          </p:nvGrpSpPr>
          <p:grpSpPr>
            <a:xfrm>
              <a:off x="6601680" y="3724560"/>
              <a:ext cx="1296000" cy="764640"/>
              <a:chOff x="6601680" y="3724560"/>
              <a:chExt cx="1296000" cy="764640"/>
            </a:xfrm>
          </p:grpSpPr>
          <p:sp>
            <p:nvSpPr>
              <p:cNvPr id="521" name="Google Shape;561;p30"/>
              <p:cNvSpPr/>
              <p:nvPr/>
            </p:nvSpPr>
            <p:spPr>
              <a:xfrm>
                <a:off x="6601680" y="372456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22" name="Google Shape;562;p30"/>
              <p:cNvSpPr/>
              <p:nvPr/>
            </p:nvSpPr>
            <p:spPr>
              <a:xfrm>
                <a:off x="6777000" y="382680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23" name="Google Shape;563;p30"/>
              <p:cNvSpPr/>
              <p:nvPr/>
            </p:nvSpPr>
            <p:spPr>
              <a:xfrm>
                <a:off x="6841440" y="390960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524" name="Google Shape;564;p30"/>
            <p:cNvSpPr/>
            <p:nvPr/>
          </p:nvSpPr>
          <p:spPr>
            <a:xfrm>
              <a:off x="6614280" y="426492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sp>
        <p:nvSpPr>
          <p:cNvPr id="525" name="Google Shape;565;p30"/>
          <p:cNvSpPr/>
          <p:nvPr/>
        </p:nvSpPr>
        <p:spPr>
          <a:xfrm rot="5400000">
            <a:off x="7584840" y="2543760"/>
            <a:ext cx="846000" cy="151452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526" name="Google Shape;566;p30"/>
          <p:cNvGrpSpPr/>
          <p:nvPr/>
        </p:nvGrpSpPr>
        <p:grpSpPr>
          <a:xfrm>
            <a:off x="1877040" y="3724560"/>
            <a:ext cx="1308960" cy="764640"/>
            <a:chOff x="1877040" y="3724560"/>
            <a:chExt cx="1308960" cy="764640"/>
          </a:xfrm>
        </p:grpSpPr>
        <p:grpSp>
          <p:nvGrpSpPr>
            <p:cNvPr id="527" name="Google Shape;567;p30"/>
            <p:cNvGrpSpPr/>
            <p:nvPr/>
          </p:nvGrpSpPr>
          <p:grpSpPr>
            <a:xfrm>
              <a:off x="1877040" y="3724560"/>
              <a:ext cx="1296000" cy="764640"/>
              <a:chOff x="1877040" y="3724560"/>
              <a:chExt cx="1296000" cy="764640"/>
            </a:xfrm>
          </p:grpSpPr>
          <p:sp>
            <p:nvSpPr>
              <p:cNvPr id="528" name="Google Shape;568;p30"/>
              <p:cNvSpPr/>
              <p:nvPr/>
            </p:nvSpPr>
            <p:spPr>
              <a:xfrm>
                <a:off x="1877040" y="372456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29" name="Google Shape;569;p30"/>
              <p:cNvSpPr/>
              <p:nvPr/>
            </p:nvSpPr>
            <p:spPr>
              <a:xfrm>
                <a:off x="2052360" y="382680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30" name="Google Shape;570;p30"/>
              <p:cNvSpPr/>
              <p:nvPr/>
            </p:nvSpPr>
            <p:spPr>
              <a:xfrm>
                <a:off x="2117160" y="390960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531" name="Google Shape;571;p30"/>
            <p:cNvSpPr/>
            <p:nvPr/>
          </p:nvSpPr>
          <p:spPr>
            <a:xfrm>
              <a:off x="1890000" y="426492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532" name="Google Shape;572;p30"/>
          <p:cNvGrpSpPr/>
          <p:nvPr/>
        </p:nvGrpSpPr>
        <p:grpSpPr>
          <a:xfrm>
            <a:off x="3327840" y="3724560"/>
            <a:ext cx="1308960" cy="764640"/>
            <a:chOff x="3327840" y="3724560"/>
            <a:chExt cx="1308960" cy="764640"/>
          </a:xfrm>
        </p:grpSpPr>
        <p:grpSp>
          <p:nvGrpSpPr>
            <p:cNvPr id="533" name="Google Shape;573;p30"/>
            <p:cNvGrpSpPr/>
            <p:nvPr/>
          </p:nvGrpSpPr>
          <p:grpSpPr>
            <a:xfrm>
              <a:off x="3327840" y="3724560"/>
              <a:ext cx="1296000" cy="764640"/>
              <a:chOff x="3327840" y="3724560"/>
              <a:chExt cx="1296000" cy="764640"/>
            </a:xfrm>
          </p:grpSpPr>
          <p:sp>
            <p:nvSpPr>
              <p:cNvPr id="534" name="Google Shape;574;p30"/>
              <p:cNvSpPr/>
              <p:nvPr/>
            </p:nvSpPr>
            <p:spPr>
              <a:xfrm>
                <a:off x="3327840" y="372456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35" name="Google Shape;575;p30"/>
              <p:cNvSpPr/>
              <p:nvPr/>
            </p:nvSpPr>
            <p:spPr>
              <a:xfrm>
                <a:off x="3503160" y="382680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36" name="Google Shape;576;p30"/>
              <p:cNvSpPr/>
              <p:nvPr/>
            </p:nvSpPr>
            <p:spPr>
              <a:xfrm>
                <a:off x="3567960" y="390960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537" name="Google Shape;550;p30"/>
            <p:cNvSpPr/>
            <p:nvPr/>
          </p:nvSpPr>
          <p:spPr>
            <a:xfrm>
              <a:off x="3340800" y="426492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538" name="Google Shape;577;p30"/>
          <p:cNvGrpSpPr/>
          <p:nvPr/>
        </p:nvGrpSpPr>
        <p:grpSpPr>
          <a:xfrm>
            <a:off x="4778280" y="3724560"/>
            <a:ext cx="1308960" cy="764640"/>
            <a:chOff x="4778280" y="3724560"/>
            <a:chExt cx="1308960" cy="764640"/>
          </a:xfrm>
        </p:grpSpPr>
        <p:grpSp>
          <p:nvGrpSpPr>
            <p:cNvPr id="539" name="Google Shape;578;p30"/>
            <p:cNvGrpSpPr/>
            <p:nvPr/>
          </p:nvGrpSpPr>
          <p:grpSpPr>
            <a:xfrm>
              <a:off x="4778280" y="3724560"/>
              <a:ext cx="1296000" cy="764640"/>
              <a:chOff x="4778280" y="3724560"/>
              <a:chExt cx="1296000" cy="764640"/>
            </a:xfrm>
          </p:grpSpPr>
          <p:sp>
            <p:nvSpPr>
              <p:cNvPr id="540" name="Google Shape;579;p30"/>
              <p:cNvSpPr/>
              <p:nvPr/>
            </p:nvSpPr>
            <p:spPr>
              <a:xfrm>
                <a:off x="4778280" y="372456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41" name="Google Shape;580;p30"/>
              <p:cNvSpPr/>
              <p:nvPr/>
            </p:nvSpPr>
            <p:spPr>
              <a:xfrm>
                <a:off x="4953600" y="382680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42" name="Google Shape;581;p30"/>
              <p:cNvSpPr/>
              <p:nvPr/>
            </p:nvSpPr>
            <p:spPr>
              <a:xfrm>
                <a:off x="5018400" y="390960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6aa84f"/>
                    </a:solidFill>
                    <a:effectLst/>
                    <a:uFillTx/>
                    <a:latin typeface="Arial"/>
                    <a:ea typeface="Arial"/>
                  </a:rPr>
                  <a:t>App</a:t>
                </a:r>
                <a:endParaRPr b="0" lang="en-US" sz="1200" strike="noStrike" u="none">
                  <a:solidFill>
                    <a:srgbClr val="000000"/>
                  </a:solidFill>
                  <a:effectLst/>
                  <a:uFillTx/>
                  <a:latin typeface="Arial"/>
                </a:endParaRPr>
              </a:p>
            </p:txBody>
          </p:sp>
        </p:grpSp>
        <p:sp>
          <p:nvSpPr>
            <p:cNvPr id="543" name="Google Shape;552;p30"/>
            <p:cNvSpPr/>
            <p:nvPr/>
          </p:nvSpPr>
          <p:spPr>
            <a:xfrm>
              <a:off x="4791240" y="426492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544" name="Google Shape;582;p30"/>
          <p:cNvGrpSpPr/>
          <p:nvPr/>
        </p:nvGrpSpPr>
        <p:grpSpPr>
          <a:xfrm>
            <a:off x="2555280" y="2147400"/>
            <a:ext cx="3006360" cy="792360"/>
            <a:chOff x="2555280" y="2147400"/>
            <a:chExt cx="3006360" cy="792360"/>
          </a:xfrm>
        </p:grpSpPr>
        <p:sp>
          <p:nvSpPr>
            <p:cNvPr id="545" name="Google Shape;583;p30"/>
            <p:cNvSpPr/>
            <p:nvPr/>
          </p:nvSpPr>
          <p:spPr>
            <a:xfrm>
              <a:off x="2647800" y="220968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6" name="Google Shape;584;p30"/>
            <p:cNvSpPr/>
            <p:nvPr/>
          </p:nvSpPr>
          <p:spPr>
            <a:xfrm>
              <a:off x="2555280" y="2147400"/>
              <a:ext cx="2913840" cy="7300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 v1</a:t>
              </a:r>
              <a:endParaRPr b="0" lang="en-US" sz="1800" strike="noStrike" u="none">
                <a:solidFill>
                  <a:srgbClr val="000000"/>
                </a:solidFill>
                <a:effectLst/>
                <a:uFillTx/>
                <a:latin typeface="Arial"/>
              </a:endParaRPr>
            </a:p>
          </p:txBody>
        </p:sp>
      </p:grpSp>
      <p:sp>
        <p:nvSpPr>
          <p:cNvPr id="547" name="Google Shape;585;p30"/>
          <p:cNvSpPr/>
          <p:nvPr/>
        </p:nvSpPr>
        <p:spPr>
          <a:xfrm rot="5400000">
            <a:off x="2846160" y="2557800"/>
            <a:ext cx="846000" cy="148644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8" name="Google Shape;586;p30"/>
          <p:cNvSpPr/>
          <p:nvPr/>
        </p:nvSpPr>
        <p:spPr>
          <a:xfrm flipH="1" rot="16200000">
            <a:off x="4296600" y="2594520"/>
            <a:ext cx="846000" cy="141336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9" name="Google Shape;587;p30"/>
          <p:cNvSpPr/>
          <p:nvPr/>
        </p:nvSpPr>
        <p:spPr>
          <a:xfrm rot="5400000">
            <a:off x="3581640" y="3293280"/>
            <a:ext cx="846000" cy="15480"/>
          </a:xfrm>
          <a:prstGeom prst="bentConnector3">
            <a:avLst>
              <a:gd name="adj1" fmla="val 50000"/>
            </a:avLst>
          </a:prstGeom>
          <a:noFill/>
          <a:ln w="19050">
            <a:solidFill>
              <a:srgbClr val="999999"/>
            </a:solidFill>
            <a:round/>
          </a:ln>
        </p:spPr>
        <p:style>
          <a:lnRef idx="0"/>
          <a:fillRef idx="0"/>
          <a:effectRef idx="0"/>
          <a:fontRef idx="minor"/>
        </p:style>
        <p:txBody>
          <a:bodyPr lIns="90000" rIns="90000" tIns="-29160" bIns="-29160" anchor="t">
            <a:noAutofit/>
          </a:bodyPr>
          <a:p>
            <a:endParaRPr b="0" lang="en-US" sz="1800" strike="noStrike" u="none">
              <a:solidFill>
                <a:srgbClr val="000000"/>
              </a:solidFill>
              <a:effectLst/>
              <a:uFillTx/>
              <a:latin typeface="Arial"/>
            </a:endParaRPr>
          </a:p>
        </p:txBody>
      </p:sp>
      <p:sp>
        <p:nvSpPr>
          <p:cNvPr id="550" name="Google Shape;588;p30"/>
          <p:cNvSpPr/>
          <p:nvPr/>
        </p:nvSpPr>
        <p:spPr>
          <a:xfrm>
            <a:off x="5003640" y="5240160"/>
            <a:ext cx="2183760" cy="9712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Service</a:t>
            </a:r>
            <a:endParaRPr b="0" lang="en-US" sz="1800" strike="noStrike" u="none">
              <a:solidFill>
                <a:srgbClr val="000000"/>
              </a:solidFill>
              <a:effectLst/>
              <a:uFillTx/>
              <a:latin typeface="Arial"/>
            </a:endParaRPr>
          </a:p>
        </p:txBody>
      </p:sp>
      <p:sp>
        <p:nvSpPr>
          <p:cNvPr id="551" name="Google Shape;589;p30"/>
          <p:cNvSpPr/>
          <p:nvPr/>
        </p:nvSpPr>
        <p:spPr>
          <a:xfrm>
            <a:off x="2589120" y="5632200"/>
            <a:ext cx="1890360" cy="4917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1" lang="en-US" sz="2400" strike="noStrike" u="none">
                <a:solidFill>
                  <a:srgbClr val="000000"/>
                </a:solidFill>
                <a:effectLst/>
                <a:uFillTx/>
                <a:latin typeface="Helvetica Neue"/>
                <a:ea typeface="Helvetica Neue"/>
              </a:rPr>
              <a:t>75%</a:t>
            </a:r>
            <a:endParaRPr b="0" lang="en-US" sz="2400" strike="noStrike" u="none">
              <a:solidFill>
                <a:srgbClr val="000000"/>
              </a:solidFill>
              <a:effectLst/>
              <a:uFillTx/>
              <a:latin typeface="Arial"/>
            </a:endParaRPr>
          </a:p>
        </p:txBody>
      </p:sp>
      <p:sp>
        <p:nvSpPr>
          <p:cNvPr id="552" name="Google Shape;590;p30"/>
          <p:cNvSpPr/>
          <p:nvPr/>
        </p:nvSpPr>
        <p:spPr>
          <a:xfrm>
            <a:off x="7214040" y="5632200"/>
            <a:ext cx="2387520" cy="4917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1" lang="en-US" sz="2400" strike="noStrike" u="none">
                <a:solidFill>
                  <a:srgbClr val="000000"/>
                </a:solidFill>
                <a:effectLst/>
                <a:uFillTx/>
                <a:latin typeface="Helvetica Neue"/>
                <a:ea typeface="Helvetica Neue"/>
              </a:rPr>
              <a:t>25%</a:t>
            </a:r>
            <a:endParaRPr b="0" lang="en-US" sz="2400" strike="noStrike" u="none">
              <a:solidFill>
                <a:srgbClr val="000000"/>
              </a:solidFill>
              <a:effectLst/>
              <a:uFillTx/>
              <a:latin typeface="Arial"/>
            </a:endParaRPr>
          </a:p>
        </p:txBody>
      </p:sp>
      <p:sp>
        <p:nvSpPr>
          <p:cNvPr id="553" name="Google Shape;591;p30"/>
          <p:cNvSpPr/>
          <p:nvPr/>
        </p:nvSpPr>
        <p:spPr>
          <a:xfrm rot="10800000">
            <a:off x="2539080" y="4490640"/>
            <a:ext cx="2514240" cy="814680"/>
          </a:xfrm>
          <a:custGeom>
            <a:avLst/>
            <a:gdLst>
              <a:gd name="textAreaLeft" fmla="*/ 0 w 2514240"/>
              <a:gd name="textAreaRight" fmla="*/ 2514600 w 2514240"/>
              <a:gd name="textAreaTop" fmla="*/ 0 h 814680"/>
              <a:gd name="textAreaBottom" fmla="*/ 815040 h 81468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4" name="Google Shape;592;p30"/>
          <p:cNvSpPr/>
          <p:nvPr/>
        </p:nvSpPr>
        <p:spPr>
          <a:xfrm flipH="1" rot="10800000">
            <a:off x="7115760" y="4490640"/>
            <a:ext cx="146160" cy="780120"/>
          </a:xfrm>
          <a:custGeom>
            <a:avLst/>
            <a:gdLst>
              <a:gd name="textAreaLeft" fmla="*/ 360 w 146160"/>
              <a:gd name="textAreaRight" fmla="*/ 146880 w 146160"/>
              <a:gd name="textAreaTop" fmla="*/ 0 h 780120"/>
              <a:gd name="textAreaBottom" fmla="*/ 780480 h 78012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timing>
    <p:tnLst>
      <p:par>
        <p:cTn id="75" dur="indefinite" restart="never" nodeType="tmRoot">
          <p:childTnLst>
            <p:seq>
              <p:cTn id="76" dur="indefinite" nodeType="mainSeq">
                <p:childTnLst>
                  <p:par>
                    <p:cTn id="77" fill="hold">
                      <p:stCondLst>
                        <p:cond delay="indefinite"/>
                      </p:stCondLst>
                      <p:childTnLst>
                        <p:par>
                          <p:cTn id="78" fill="hold">
                            <p:stCondLst>
                              <p:cond delay="0"/>
                            </p:stCondLst>
                            <p:childTnLst>
                              <p:par>
                                <p:cTn id="79" nodeType="clickEffect" fill="hold" presetClass="entr" presetID="10">
                                  <p:stCondLst>
                                    <p:cond delay="0"/>
                                  </p:stCondLst>
                                  <p:childTnLst>
                                    <p:set>
                                      <p:cBhvr>
                                        <p:cTn id="80" dur="1" fill="hold">
                                          <p:stCondLst>
                                            <p:cond delay="0"/>
                                          </p:stCondLst>
                                        </p:cTn>
                                        <p:tgtEl>
                                          <p:spTgt spid="516"/>
                                        </p:tgtEl>
                                        <p:attrNameLst>
                                          <p:attrName>style.visibility</p:attrName>
                                        </p:attrNameLst>
                                      </p:cBhvr>
                                      <p:to>
                                        <p:strVal val="visible"/>
                                      </p:to>
                                    </p:set>
                                    <p:animEffect filter="fade" transition="in">
                                      <p:cBhvr additive="repl">
                                        <p:cTn id="81" dur="1000"/>
                                        <p:tgtEl>
                                          <p:spTgt spid="516"/>
                                        </p:tgtEl>
                                      </p:cBhvr>
                                    </p:animEffect>
                                  </p:childTnLst>
                                </p:cTn>
                              </p:par>
                            </p:childTnLst>
                          </p:cTn>
                        </p:par>
                      </p:childTnLst>
                    </p:cTn>
                  </p:par>
                  <p:par>
                    <p:cTn id="82" fill="hold">
                      <p:stCondLst>
                        <p:cond delay="indefinite"/>
                      </p:stCondLst>
                      <p:childTnLst>
                        <p:par>
                          <p:cTn id="83" fill="hold">
                            <p:stCondLst>
                              <p:cond delay="0"/>
                            </p:stCondLst>
                            <p:childTnLst>
                              <p:par>
                                <p:cTn id="84" nodeType="clickEffect" fill="hold" presetClass="entr" presetID="10">
                                  <p:stCondLst>
                                    <p:cond delay="0"/>
                                  </p:stCondLst>
                                  <p:childTnLst>
                                    <p:set>
                                      <p:cBhvr>
                                        <p:cTn id="85" dur="1" fill="hold">
                                          <p:stCondLst>
                                            <p:cond delay="0"/>
                                          </p:stCondLst>
                                        </p:cTn>
                                        <p:tgtEl>
                                          <p:spTgt spid="519"/>
                                        </p:tgtEl>
                                        <p:attrNameLst>
                                          <p:attrName>style.visibility</p:attrName>
                                        </p:attrNameLst>
                                      </p:cBhvr>
                                      <p:to>
                                        <p:strVal val="visible"/>
                                      </p:to>
                                    </p:set>
                                    <p:animEffect filter="fade" transition="in">
                                      <p:cBhvr additive="repl">
                                        <p:cTn id="86" dur="1000"/>
                                        <p:tgtEl>
                                          <p:spTgt spid="519"/>
                                        </p:tgtEl>
                                      </p:cBhvr>
                                    </p:animEffect>
                                  </p:childTnLst>
                                </p:cTn>
                              </p:par>
                              <p:par>
                                <p:cTn id="87" nodeType="withEffect" fill="hold" presetClass="entr" presetID="10">
                                  <p:stCondLst>
                                    <p:cond delay="0"/>
                                  </p:stCondLst>
                                  <p:childTnLst>
                                    <p:set>
                                      <p:cBhvr>
                                        <p:cTn id="88" dur="1" fill="hold">
                                          <p:stCondLst>
                                            <p:cond delay="0"/>
                                          </p:stCondLst>
                                        </p:cTn>
                                        <p:tgtEl>
                                          <p:spTgt spid="507"/>
                                        </p:tgtEl>
                                        <p:attrNameLst>
                                          <p:attrName>style.visibility</p:attrName>
                                        </p:attrNameLst>
                                      </p:cBhvr>
                                      <p:to>
                                        <p:strVal val="visible"/>
                                      </p:to>
                                    </p:set>
                                    <p:animEffect filter="fade" transition="in">
                                      <p:cBhvr additive="repl">
                                        <p:cTn id="89" dur="1000"/>
                                        <p:tgtEl>
                                          <p:spTgt spid="507"/>
                                        </p:tgtEl>
                                      </p:cBhvr>
                                    </p:animEffect>
                                  </p:childTnLst>
                                </p:cTn>
                              </p:par>
                              <p:par>
                                <p:cTn id="90" nodeType="withEffect" fill="hold" presetClass="entr" presetID="10">
                                  <p:stCondLst>
                                    <p:cond delay="0"/>
                                  </p:stCondLst>
                                  <p:childTnLst>
                                    <p:set>
                                      <p:cBhvr>
                                        <p:cTn id="91" dur="1" fill="hold">
                                          <p:stCondLst>
                                            <p:cond delay="0"/>
                                          </p:stCondLst>
                                        </p:cTn>
                                        <p:tgtEl>
                                          <p:spTgt spid="525"/>
                                        </p:tgtEl>
                                        <p:attrNameLst>
                                          <p:attrName>style.visibility</p:attrName>
                                        </p:attrNameLst>
                                      </p:cBhvr>
                                      <p:to>
                                        <p:strVal val="visible"/>
                                      </p:to>
                                    </p:set>
                                    <p:animEffect filter="fade" transition="in">
                                      <p:cBhvr additive="repl">
                                        <p:cTn id="92" dur="1000"/>
                                        <p:tgtEl>
                                          <p:spTgt spid="525"/>
                                        </p:tgtEl>
                                      </p:cBhvr>
                                    </p:animEffect>
                                  </p:childTnLst>
                                </p:cTn>
                              </p:par>
                              <p:par>
                                <p:cTn id="93" nodeType="withEffect" fill="hold" presetClass="entr" presetID="10">
                                  <p:stCondLst>
                                    <p:cond delay="0"/>
                                  </p:stCondLst>
                                  <p:childTnLst>
                                    <p:set>
                                      <p:cBhvr>
                                        <p:cTn id="94" dur="1" fill="hold">
                                          <p:stCondLst>
                                            <p:cond delay="0"/>
                                          </p:stCondLst>
                                        </p:cTn>
                                        <p:tgtEl>
                                          <p:spTgt spid="554"/>
                                        </p:tgtEl>
                                        <p:attrNameLst>
                                          <p:attrName>style.visibility</p:attrName>
                                        </p:attrNameLst>
                                      </p:cBhvr>
                                      <p:to>
                                        <p:strVal val="visible"/>
                                      </p:to>
                                    </p:set>
                                    <p:animEffect filter="fade" transition="in">
                                      <p:cBhvr additive="repl">
                                        <p:cTn id="95" dur="1000"/>
                                        <p:tgtEl>
                                          <p:spTgt spid="554"/>
                                        </p:tgtEl>
                                      </p:cBhvr>
                                    </p:animEffect>
                                  </p:childTnLst>
                                </p:cTn>
                              </p:par>
                            </p:childTnLst>
                          </p:cTn>
                        </p:par>
                      </p:childTnLst>
                    </p:cTn>
                  </p:par>
                  <p:par>
                    <p:cTn id="96" fill="hold">
                      <p:stCondLst>
                        <p:cond delay="indefinite"/>
                      </p:stCondLst>
                      <p:childTnLst>
                        <p:par>
                          <p:cTn id="97" fill="hold">
                            <p:stCondLst>
                              <p:cond delay="0"/>
                            </p:stCondLst>
                            <p:childTnLst>
                              <p:par>
                                <p:cTn id="98" nodeType="clickEffect" fill="hold" presetClass="entr" presetID="10">
                                  <p:stCondLst>
                                    <p:cond delay="0"/>
                                  </p:stCondLst>
                                  <p:childTnLst>
                                    <p:set>
                                      <p:cBhvr>
                                        <p:cTn id="99" dur="1" fill="hold">
                                          <p:stCondLst>
                                            <p:cond delay="0"/>
                                          </p:stCondLst>
                                        </p:cTn>
                                        <p:tgtEl>
                                          <p:spTgt spid="552"/>
                                        </p:tgtEl>
                                        <p:attrNameLst>
                                          <p:attrName>style.visibility</p:attrName>
                                        </p:attrNameLst>
                                      </p:cBhvr>
                                      <p:to>
                                        <p:strVal val="visible"/>
                                      </p:to>
                                    </p:set>
                                    <p:animEffect filter="fade" transition="in">
                                      <p:cBhvr additive="repl">
                                        <p:cTn id="100" dur="1000"/>
                                        <p:tgtEl>
                                          <p:spTgt spid="552"/>
                                        </p:tgtEl>
                                      </p:cBhvr>
                                    </p:animEffect>
                                  </p:childTnLst>
                                </p:cTn>
                              </p:par>
                              <p:par>
                                <p:cTn id="101" nodeType="withEffect" fill="hold" presetClass="entr" presetID="10">
                                  <p:stCondLst>
                                    <p:cond delay="0"/>
                                  </p:stCondLst>
                                  <p:childTnLst>
                                    <p:set>
                                      <p:cBhvr>
                                        <p:cTn id="102" dur="1" fill="hold">
                                          <p:stCondLst>
                                            <p:cond delay="0"/>
                                          </p:stCondLst>
                                        </p:cTn>
                                        <p:tgtEl>
                                          <p:spTgt spid="551"/>
                                        </p:tgtEl>
                                        <p:attrNameLst>
                                          <p:attrName>style.visibility</p:attrName>
                                        </p:attrNameLst>
                                      </p:cBhvr>
                                      <p:to>
                                        <p:strVal val="visible"/>
                                      </p:to>
                                    </p:set>
                                    <p:animEffect filter="fade" transition="in">
                                      <p:cBhvr additive="repl">
                                        <p:cTn id="103" dur="1000"/>
                                        <p:tgtEl>
                                          <p:spTgt spid="551"/>
                                        </p:tgtEl>
                                      </p:cBhvr>
                                    </p:animEffect>
                                  </p:childTnLst>
                                </p:cTn>
                              </p:par>
                              <p:par>
                                <p:cTn id="104" nodeType="withEffect" fill="hold" presetClass="entr" presetID="10">
                                  <p:stCondLst>
                                    <p:cond delay="0"/>
                                  </p:stCondLst>
                                  <p:childTnLst>
                                    <p:set>
                                      <p:cBhvr>
                                        <p:cTn id="105" dur="1" fill="hold">
                                          <p:stCondLst>
                                            <p:cond delay="0"/>
                                          </p:stCondLst>
                                        </p:cTn>
                                        <p:tgtEl>
                                          <p:spTgt spid="519"/>
                                        </p:tgtEl>
                                        <p:attrNameLst>
                                          <p:attrName>style.visibility</p:attrName>
                                        </p:attrNameLst>
                                      </p:cBhvr>
                                      <p:to>
                                        <p:strVal val="visible"/>
                                      </p:to>
                                    </p:set>
                                    <p:animEffect filter="fade" transition="in">
                                      <p:cBhvr additive="repl">
                                        <p:cTn id="106" dur="1000"/>
                                        <p:tgtEl>
                                          <p:spTgt spid="519"/>
                                        </p:tgtEl>
                                      </p:cBhvr>
                                    </p:animEffect>
                                  </p:childTnLst>
                                </p:cTn>
                              </p:par>
                              <p:par>
                                <p:cTn id="107" nodeType="withEffect" fill="hold" presetClass="exit" presetID="10">
                                  <p:stCondLst>
                                    <p:cond delay="0"/>
                                  </p:stCondLst>
                                  <p:childTnLst>
                                    <p:animEffect filter="fade" transition="out">
                                      <p:cBhvr additive="repl">
                                        <p:cTn id="108" dur="1000"/>
                                        <p:tgtEl>
                                          <p:spTgt spid="506"/>
                                        </p:tgtEl>
                                      </p:cBhvr>
                                    </p:animEffect>
                                    <p:set>
                                      <p:cBhvr>
                                        <p:cTn id="109" dur="1" fill="hold">
                                          <p:stCondLst>
                                            <p:cond delay="1000"/>
                                          </p:stCondLst>
                                        </p:cTn>
                                        <p:tgtEl>
                                          <p:spTgt spid="50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Google Shape;598;p31"/>
          <p:cNvSpPr/>
          <p:nvPr/>
        </p:nvSpPr>
        <p:spPr>
          <a:xfrm>
            <a:off x="9434520" y="346752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56" name="Google Shape;599;p31"/>
          <p:cNvSpPr/>
          <p:nvPr/>
        </p:nvSpPr>
        <p:spPr>
          <a:xfrm>
            <a:off x="7885800" y="343224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57" name="Google Shape;600;p31"/>
          <p:cNvSpPr/>
          <p:nvPr/>
        </p:nvSpPr>
        <p:spPr>
          <a:xfrm>
            <a:off x="6337080" y="343224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58" name="Google Shape;601;p31"/>
          <p:cNvSpPr/>
          <p:nvPr/>
        </p:nvSpPr>
        <p:spPr>
          <a:xfrm>
            <a:off x="4501440" y="343224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59" name="Google Shape;602;p31"/>
          <p:cNvSpPr/>
          <p:nvPr/>
        </p:nvSpPr>
        <p:spPr>
          <a:xfrm>
            <a:off x="3057120" y="343224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60" name="Google Shape;603;p31"/>
          <p:cNvSpPr/>
          <p:nvPr/>
        </p:nvSpPr>
        <p:spPr>
          <a:xfrm>
            <a:off x="1600200" y="343224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61" name="Google Shape;604;p31"/>
          <p:cNvSpPr/>
          <p:nvPr/>
        </p:nvSpPr>
        <p:spPr>
          <a:xfrm rot="10800000">
            <a:off x="2185560" y="4122000"/>
            <a:ext cx="3872160" cy="849240"/>
          </a:xfrm>
          <a:custGeom>
            <a:avLst/>
            <a:gdLst>
              <a:gd name="textAreaLeft" fmla="*/ 0 w 3872160"/>
              <a:gd name="textAreaRight" fmla="*/ 3872520 w 3872160"/>
              <a:gd name="textAreaTop" fmla="*/ 0 h 849240"/>
              <a:gd name="textAreaBottom" fmla="*/ 849600 h 84924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2"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Blue/Green Deployments</a:t>
            </a:r>
            <a:endParaRPr b="0" lang="en-US" sz="3200" strike="noStrike" u="none">
              <a:solidFill>
                <a:srgbClr val="000000"/>
              </a:solidFill>
              <a:effectLst/>
              <a:uFillTx/>
              <a:latin typeface="Arial"/>
            </a:endParaRPr>
          </a:p>
        </p:txBody>
      </p:sp>
      <p:sp>
        <p:nvSpPr>
          <p:cNvPr id="563" name="PlaceHolder 2"/>
          <p:cNvSpPr>
            <a:spLocks noGrp="1"/>
          </p:cNvSpPr>
          <p:nvPr>
            <p:ph type="sldNum" idx="4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A2A931E2-3B5E-4747-B56F-62BEEDB804D8}"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64" name="Google Shape;609;p31"/>
          <p:cNvSpPr/>
          <p:nvPr/>
        </p:nvSpPr>
        <p:spPr>
          <a:xfrm rot="10800000">
            <a:off x="3636360" y="4122000"/>
            <a:ext cx="2421360" cy="849240"/>
          </a:xfrm>
          <a:custGeom>
            <a:avLst/>
            <a:gdLst>
              <a:gd name="textAreaLeft" fmla="*/ 0 w 2421360"/>
              <a:gd name="textAreaRight" fmla="*/ 2421720 w 2421360"/>
              <a:gd name="textAreaTop" fmla="*/ 0 h 849240"/>
              <a:gd name="textAreaBottom" fmla="*/ 849600 h 84924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5" name="Google Shape;611;p31"/>
          <p:cNvSpPr/>
          <p:nvPr/>
        </p:nvSpPr>
        <p:spPr>
          <a:xfrm rot="10800000">
            <a:off x="5087160" y="4122000"/>
            <a:ext cx="970560" cy="849240"/>
          </a:xfrm>
          <a:custGeom>
            <a:avLst/>
            <a:gdLst>
              <a:gd name="textAreaLeft" fmla="*/ 0 w 970560"/>
              <a:gd name="textAreaRight" fmla="*/ 970920 w 970560"/>
              <a:gd name="textAreaTop" fmla="*/ 0 h 849240"/>
              <a:gd name="textAreaBottom" fmla="*/ 849600 h 84924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566" name="Google Shape;613;p31"/>
          <p:cNvGrpSpPr/>
          <p:nvPr/>
        </p:nvGrpSpPr>
        <p:grpSpPr>
          <a:xfrm>
            <a:off x="6954840" y="1778760"/>
            <a:ext cx="3006000" cy="792360"/>
            <a:chOff x="6954840" y="1778760"/>
            <a:chExt cx="3006000" cy="792360"/>
          </a:xfrm>
        </p:grpSpPr>
        <p:sp>
          <p:nvSpPr>
            <p:cNvPr id="567" name="Google Shape;614;p31"/>
            <p:cNvSpPr/>
            <p:nvPr/>
          </p:nvSpPr>
          <p:spPr>
            <a:xfrm>
              <a:off x="7047000" y="184104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8" name="Google Shape;615;p31"/>
            <p:cNvSpPr/>
            <p:nvPr/>
          </p:nvSpPr>
          <p:spPr>
            <a:xfrm>
              <a:off x="6954840" y="1778760"/>
              <a:ext cx="2913840" cy="730080"/>
            </a:xfrm>
            <a:prstGeom prst="roundRect">
              <a:avLst>
                <a:gd name="adj" fmla="val 16667"/>
              </a:avLst>
            </a:prstGeom>
            <a:solidFill>
              <a:srgbClr val="93c47d"/>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 v2</a:t>
              </a:r>
              <a:endParaRPr b="0" lang="en-US" sz="1800" strike="noStrike" u="none">
                <a:solidFill>
                  <a:srgbClr val="000000"/>
                </a:solidFill>
                <a:effectLst/>
                <a:uFillTx/>
                <a:latin typeface="Arial"/>
              </a:endParaRPr>
            </a:p>
          </p:txBody>
        </p:sp>
      </p:grpSp>
      <p:grpSp>
        <p:nvGrpSpPr>
          <p:cNvPr id="569" name="Google Shape;616;p31"/>
          <p:cNvGrpSpPr/>
          <p:nvPr/>
        </p:nvGrpSpPr>
        <p:grpSpPr>
          <a:xfrm>
            <a:off x="6248520" y="3355920"/>
            <a:ext cx="1308600" cy="764640"/>
            <a:chOff x="6248520" y="3355920"/>
            <a:chExt cx="1308600" cy="764640"/>
          </a:xfrm>
        </p:grpSpPr>
        <p:grpSp>
          <p:nvGrpSpPr>
            <p:cNvPr id="570" name="Google Shape;617;p31"/>
            <p:cNvGrpSpPr/>
            <p:nvPr/>
          </p:nvGrpSpPr>
          <p:grpSpPr>
            <a:xfrm>
              <a:off x="6248520" y="3355920"/>
              <a:ext cx="1296000" cy="764640"/>
              <a:chOff x="6248520" y="3355920"/>
              <a:chExt cx="1296000" cy="764640"/>
            </a:xfrm>
          </p:grpSpPr>
          <p:sp>
            <p:nvSpPr>
              <p:cNvPr id="571" name="Google Shape;618;p31"/>
              <p:cNvSpPr/>
              <p:nvPr/>
            </p:nvSpPr>
            <p:spPr>
              <a:xfrm>
                <a:off x="6248520" y="335592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72" name="Google Shape;619;p31"/>
              <p:cNvSpPr/>
              <p:nvPr/>
            </p:nvSpPr>
            <p:spPr>
              <a:xfrm>
                <a:off x="6423480" y="345780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73" name="Google Shape;620;p31"/>
              <p:cNvSpPr/>
              <p:nvPr/>
            </p:nvSpPr>
            <p:spPr>
              <a:xfrm>
                <a:off x="6488280" y="354060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38761d"/>
                    </a:solidFill>
                    <a:effectLst/>
                    <a:uFillTx/>
                    <a:latin typeface="Arial"/>
                    <a:ea typeface="Arial"/>
                  </a:rPr>
                  <a:t>App</a:t>
                </a:r>
                <a:endParaRPr b="0" lang="en-US" sz="1200" strike="noStrike" u="none">
                  <a:solidFill>
                    <a:srgbClr val="000000"/>
                  </a:solidFill>
                  <a:effectLst/>
                  <a:uFillTx/>
                  <a:latin typeface="Arial"/>
                </a:endParaRPr>
              </a:p>
            </p:txBody>
          </p:sp>
        </p:grpSp>
        <p:sp>
          <p:nvSpPr>
            <p:cNvPr id="574" name="Google Shape;621;p31"/>
            <p:cNvSpPr/>
            <p:nvPr/>
          </p:nvSpPr>
          <p:spPr>
            <a:xfrm>
              <a:off x="6261120" y="389628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sp>
        <p:nvSpPr>
          <p:cNvPr id="575" name="Google Shape;622;p31"/>
          <p:cNvSpPr/>
          <p:nvPr/>
        </p:nvSpPr>
        <p:spPr>
          <a:xfrm rot="5400000">
            <a:off x="7231680" y="2175120"/>
            <a:ext cx="846000" cy="151452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576" name="Google Shape;623;p31"/>
          <p:cNvGrpSpPr/>
          <p:nvPr/>
        </p:nvGrpSpPr>
        <p:grpSpPr>
          <a:xfrm>
            <a:off x="1523880" y="3355920"/>
            <a:ext cx="1308960" cy="764640"/>
            <a:chOff x="1523880" y="3355920"/>
            <a:chExt cx="1308960" cy="764640"/>
          </a:xfrm>
        </p:grpSpPr>
        <p:grpSp>
          <p:nvGrpSpPr>
            <p:cNvPr id="577" name="Google Shape;624;p31"/>
            <p:cNvGrpSpPr/>
            <p:nvPr/>
          </p:nvGrpSpPr>
          <p:grpSpPr>
            <a:xfrm>
              <a:off x="1523880" y="3355920"/>
              <a:ext cx="1296000" cy="764640"/>
              <a:chOff x="1523880" y="3355920"/>
              <a:chExt cx="1296000" cy="764640"/>
            </a:xfrm>
          </p:grpSpPr>
          <p:sp>
            <p:nvSpPr>
              <p:cNvPr id="578" name="Google Shape;625;p31"/>
              <p:cNvSpPr/>
              <p:nvPr/>
            </p:nvSpPr>
            <p:spPr>
              <a:xfrm>
                <a:off x="1523880" y="335592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79" name="Google Shape;626;p31"/>
              <p:cNvSpPr/>
              <p:nvPr/>
            </p:nvSpPr>
            <p:spPr>
              <a:xfrm>
                <a:off x="1699200" y="345780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80" name="Google Shape;627;p31"/>
              <p:cNvSpPr/>
              <p:nvPr/>
            </p:nvSpPr>
            <p:spPr>
              <a:xfrm>
                <a:off x="1764000" y="3540600"/>
                <a:ext cx="816120" cy="300240"/>
              </a:xfrm>
              <a:prstGeom prst="snip1Rect">
                <a:avLst>
                  <a:gd name="adj" fmla="val 16667"/>
                </a:avLst>
              </a:prstGeom>
              <a:solidFill>
                <a:schemeClr val="accent1"/>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1c4587"/>
                    </a:solidFill>
                    <a:effectLst/>
                    <a:uFillTx/>
                    <a:latin typeface="Arial"/>
                    <a:ea typeface="Arial"/>
                  </a:rPr>
                  <a:t>App</a:t>
                </a:r>
                <a:endParaRPr b="0" lang="en-US" sz="1200" strike="noStrike" u="none">
                  <a:solidFill>
                    <a:srgbClr val="ffffff"/>
                  </a:solidFill>
                  <a:effectLst/>
                  <a:uFillTx/>
                  <a:latin typeface="Arial"/>
                </a:endParaRPr>
              </a:p>
            </p:txBody>
          </p:sp>
        </p:grpSp>
        <p:sp>
          <p:nvSpPr>
            <p:cNvPr id="581" name="Google Shape;606;p31"/>
            <p:cNvSpPr/>
            <p:nvPr/>
          </p:nvSpPr>
          <p:spPr>
            <a:xfrm>
              <a:off x="1536840" y="389628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582" name="Google Shape;628;p31"/>
          <p:cNvGrpSpPr/>
          <p:nvPr/>
        </p:nvGrpSpPr>
        <p:grpSpPr>
          <a:xfrm>
            <a:off x="2974680" y="3355920"/>
            <a:ext cx="1308600" cy="764640"/>
            <a:chOff x="2974680" y="3355920"/>
            <a:chExt cx="1308600" cy="764640"/>
          </a:xfrm>
        </p:grpSpPr>
        <p:grpSp>
          <p:nvGrpSpPr>
            <p:cNvPr id="583" name="Google Shape;629;p31"/>
            <p:cNvGrpSpPr/>
            <p:nvPr/>
          </p:nvGrpSpPr>
          <p:grpSpPr>
            <a:xfrm>
              <a:off x="2974680" y="3355920"/>
              <a:ext cx="1296000" cy="764640"/>
              <a:chOff x="2974680" y="3355920"/>
              <a:chExt cx="1296000" cy="764640"/>
            </a:xfrm>
          </p:grpSpPr>
          <p:sp>
            <p:nvSpPr>
              <p:cNvPr id="584" name="Google Shape;630;p31"/>
              <p:cNvSpPr/>
              <p:nvPr/>
            </p:nvSpPr>
            <p:spPr>
              <a:xfrm>
                <a:off x="2974680" y="335592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85" name="Google Shape;631;p31"/>
              <p:cNvSpPr/>
              <p:nvPr/>
            </p:nvSpPr>
            <p:spPr>
              <a:xfrm>
                <a:off x="3150000" y="345780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86" name="Google Shape;632;p31"/>
              <p:cNvSpPr/>
              <p:nvPr/>
            </p:nvSpPr>
            <p:spPr>
              <a:xfrm>
                <a:off x="3214440" y="3540600"/>
                <a:ext cx="816120" cy="300240"/>
              </a:xfrm>
              <a:prstGeom prst="snip1Rect">
                <a:avLst>
                  <a:gd name="adj" fmla="val 16667"/>
                </a:avLst>
              </a:prstGeom>
              <a:solidFill>
                <a:schemeClr val="accent1"/>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1c4587"/>
                    </a:solidFill>
                    <a:effectLst/>
                    <a:uFillTx/>
                    <a:latin typeface="Arial"/>
                    <a:ea typeface="Arial"/>
                  </a:rPr>
                  <a:t>App</a:t>
                </a:r>
                <a:endParaRPr b="0" lang="en-US" sz="1200" strike="noStrike" u="none">
                  <a:solidFill>
                    <a:srgbClr val="ffffff"/>
                  </a:solidFill>
                  <a:effectLst/>
                  <a:uFillTx/>
                  <a:latin typeface="Arial"/>
                </a:endParaRPr>
              </a:p>
            </p:txBody>
          </p:sp>
        </p:grpSp>
        <p:sp>
          <p:nvSpPr>
            <p:cNvPr id="587" name="Google Shape;610;p31"/>
            <p:cNvSpPr/>
            <p:nvPr/>
          </p:nvSpPr>
          <p:spPr>
            <a:xfrm>
              <a:off x="2987280" y="389628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588" name="Google Shape;633;p31"/>
          <p:cNvGrpSpPr/>
          <p:nvPr/>
        </p:nvGrpSpPr>
        <p:grpSpPr>
          <a:xfrm>
            <a:off x="4425120" y="3355920"/>
            <a:ext cx="1308960" cy="764640"/>
            <a:chOff x="4425120" y="3355920"/>
            <a:chExt cx="1308960" cy="764640"/>
          </a:xfrm>
        </p:grpSpPr>
        <p:grpSp>
          <p:nvGrpSpPr>
            <p:cNvPr id="589" name="Google Shape;634;p31"/>
            <p:cNvGrpSpPr/>
            <p:nvPr/>
          </p:nvGrpSpPr>
          <p:grpSpPr>
            <a:xfrm>
              <a:off x="4425120" y="3355920"/>
              <a:ext cx="1296000" cy="764640"/>
              <a:chOff x="4425120" y="3355920"/>
              <a:chExt cx="1296000" cy="764640"/>
            </a:xfrm>
          </p:grpSpPr>
          <p:sp>
            <p:nvSpPr>
              <p:cNvPr id="590" name="Google Shape;635;p31"/>
              <p:cNvSpPr/>
              <p:nvPr/>
            </p:nvSpPr>
            <p:spPr>
              <a:xfrm>
                <a:off x="4425120" y="335592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91" name="Google Shape;636;p31"/>
              <p:cNvSpPr/>
              <p:nvPr/>
            </p:nvSpPr>
            <p:spPr>
              <a:xfrm>
                <a:off x="4600440" y="345780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92" name="Google Shape;637;p31"/>
              <p:cNvSpPr/>
              <p:nvPr/>
            </p:nvSpPr>
            <p:spPr>
              <a:xfrm>
                <a:off x="4665240" y="3540600"/>
                <a:ext cx="816120" cy="300240"/>
              </a:xfrm>
              <a:prstGeom prst="snip1Rect">
                <a:avLst>
                  <a:gd name="adj" fmla="val 16667"/>
                </a:avLst>
              </a:prstGeom>
              <a:solidFill>
                <a:schemeClr val="accent1"/>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1c4587"/>
                    </a:solidFill>
                    <a:effectLst/>
                    <a:uFillTx/>
                    <a:latin typeface="Arial"/>
                    <a:ea typeface="Arial"/>
                  </a:rPr>
                  <a:t>App</a:t>
                </a:r>
                <a:endParaRPr b="0" lang="en-US" sz="1200" strike="noStrike" u="none">
                  <a:solidFill>
                    <a:srgbClr val="ffffff"/>
                  </a:solidFill>
                  <a:effectLst/>
                  <a:uFillTx/>
                  <a:latin typeface="Arial"/>
                </a:endParaRPr>
              </a:p>
            </p:txBody>
          </p:sp>
        </p:grpSp>
        <p:sp>
          <p:nvSpPr>
            <p:cNvPr id="593" name="Google Shape;612;p31"/>
            <p:cNvSpPr/>
            <p:nvPr/>
          </p:nvSpPr>
          <p:spPr>
            <a:xfrm>
              <a:off x="4438080" y="389628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594" name="Google Shape;638;p31"/>
          <p:cNvGrpSpPr/>
          <p:nvPr/>
        </p:nvGrpSpPr>
        <p:grpSpPr>
          <a:xfrm>
            <a:off x="2202120" y="1778760"/>
            <a:ext cx="3006000" cy="792360"/>
            <a:chOff x="2202120" y="1778760"/>
            <a:chExt cx="3006000" cy="792360"/>
          </a:xfrm>
        </p:grpSpPr>
        <p:sp>
          <p:nvSpPr>
            <p:cNvPr id="595" name="Google Shape;639;p31"/>
            <p:cNvSpPr/>
            <p:nvPr/>
          </p:nvSpPr>
          <p:spPr>
            <a:xfrm>
              <a:off x="2294280" y="184104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6" name="Google Shape;640;p31"/>
            <p:cNvSpPr/>
            <p:nvPr/>
          </p:nvSpPr>
          <p:spPr>
            <a:xfrm>
              <a:off x="2202120" y="1778760"/>
              <a:ext cx="2913840" cy="730080"/>
            </a:xfrm>
            <a:prstGeom prst="roundRect">
              <a:avLst>
                <a:gd name="adj" fmla="val 16667"/>
              </a:avLst>
            </a:prstGeom>
            <a:solidFill>
              <a:schemeClr val="accent1"/>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 v1</a:t>
              </a:r>
              <a:endParaRPr b="0" lang="en-US" sz="1800" strike="noStrike" u="none">
                <a:solidFill>
                  <a:srgbClr val="ffffff"/>
                </a:solidFill>
                <a:effectLst/>
                <a:uFillTx/>
                <a:latin typeface="Arial"/>
              </a:endParaRPr>
            </a:p>
          </p:txBody>
        </p:sp>
      </p:grpSp>
      <p:sp>
        <p:nvSpPr>
          <p:cNvPr id="597" name="Google Shape;641;p31"/>
          <p:cNvSpPr/>
          <p:nvPr/>
        </p:nvSpPr>
        <p:spPr>
          <a:xfrm rot="5400000">
            <a:off x="2493000" y="2189160"/>
            <a:ext cx="846000" cy="148644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8" name="Google Shape;642;p31"/>
          <p:cNvSpPr/>
          <p:nvPr/>
        </p:nvSpPr>
        <p:spPr>
          <a:xfrm flipH="1" rot="16200000">
            <a:off x="3943440" y="2225880"/>
            <a:ext cx="846000" cy="141336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9" name="Google Shape;643;p31"/>
          <p:cNvSpPr/>
          <p:nvPr/>
        </p:nvSpPr>
        <p:spPr>
          <a:xfrm rot="5400000">
            <a:off x="3228480" y="2924640"/>
            <a:ext cx="846000" cy="15480"/>
          </a:xfrm>
          <a:prstGeom prst="bentConnector3">
            <a:avLst>
              <a:gd name="adj1" fmla="val 50000"/>
            </a:avLst>
          </a:prstGeom>
          <a:noFill/>
          <a:ln w="19050">
            <a:solidFill>
              <a:srgbClr val="999999"/>
            </a:solidFill>
            <a:round/>
          </a:ln>
        </p:spPr>
        <p:style>
          <a:lnRef idx="0"/>
          <a:fillRef idx="0"/>
          <a:effectRef idx="0"/>
          <a:fontRef idx="minor"/>
        </p:style>
        <p:txBody>
          <a:bodyPr lIns="90000" rIns="90000" tIns="-29160" bIns="-29160" anchor="t">
            <a:noAutofit/>
          </a:bodyPr>
          <a:p>
            <a:endParaRPr b="0" lang="en-US" sz="1800" strike="noStrike" u="none">
              <a:solidFill>
                <a:srgbClr val="000000"/>
              </a:solidFill>
              <a:effectLst/>
              <a:uFillTx/>
              <a:latin typeface="Arial"/>
            </a:endParaRPr>
          </a:p>
        </p:txBody>
      </p:sp>
      <p:grpSp>
        <p:nvGrpSpPr>
          <p:cNvPr id="600" name="Google Shape;644;p31"/>
          <p:cNvGrpSpPr/>
          <p:nvPr/>
        </p:nvGrpSpPr>
        <p:grpSpPr>
          <a:xfrm>
            <a:off x="4965480" y="4971240"/>
            <a:ext cx="2260080" cy="1047240"/>
            <a:chOff x="4965480" y="4971240"/>
            <a:chExt cx="2260080" cy="1047240"/>
          </a:xfrm>
        </p:grpSpPr>
        <p:sp>
          <p:nvSpPr>
            <p:cNvPr id="601" name="Google Shape;645;p31"/>
            <p:cNvSpPr/>
            <p:nvPr/>
          </p:nvSpPr>
          <p:spPr>
            <a:xfrm>
              <a:off x="5041800" y="5047200"/>
              <a:ext cx="2183760" cy="9712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02" name="Google Shape;605;p31"/>
            <p:cNvSpPr/>
            <p:nvPr/>
          </p:nvSpPr>
          <p:spPr>
            <a:xfrm>
              <a:off x="4965480" y="4971240"/>
              <a:ext cx="2183760" cy="9712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Service</a:t>
              </a:r>
              <a:endParaRPr b="0" lang="en-US" sz="1800" strike="noStrike" u="none">
                <a:solidFill>
                  <a:srgbClr val="000000"/>
                </a:solidFill>
                <a:effectLst/>
                <a:uFillTx/>
                <a:latin typeface="Arial"/>
              </a:endParaRPr>
            </a:p>
          </p:txBody>
        </p:sp>
      </p:grpSp>
      <p:grpSp>
        <p:nvGrpSpPr>
          <p:cNvPr id="603" name="Google Shape;646;p31"/>
          <p:cNvGrpSpPr/>
          <p:nvPr/>
        </p:nvGrpSpPr>
        <p:grpSpPr>
          <a:xfrm>
            <a:off x="7803360" y="3355920"/>
            <a:ext cx="1308960" cy="764640"/>
            <a:chOff x="7803360" y="3355920"/>
            <a:chExt cx="1308960" cy="764640"/>
          </a:xfrm>
        </p:grpSpPr>
        <p:grpSp>
          <p:nvGrpSpPr>
            <p:cNvPr id="604" name="Google Shape;647;p31"/>
            <p:cNvGrpSpPr/>
            <p:nvPr/>
          </p:nvGrpSpPr>
          <p:grpSpPr>
            <a:xfrm>
              <a:off x="7803360" y="3355920"/>
              <a:ext cx="1296000" cy="764640"/>
              <a:chOff x="7803360" y="3355920"/>
              <a:chExt cx="1296000" cy="764640"/>
            </a:xfrm>
          </p:grpSpPr>
          <p:sp>
            <p:nvSpPr>
              <p:cNvPr id="605" name="Google Shape;648;p31"/>
              <p:cNvSpPr/>
              <p:nvPr/>
            </p:nvSpPr>
            <p:spPr>
              <a:xfrm>
                <a:off x="7803360" y="335592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06" name="Google Shape;649;p31"/>
              <p:cNvSpPr/>
              <p:nvPr/>
            </p:nvSpPr>
            <p:spPr>
              <a:xfrm>
                <a:off x="7978680" y="345780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07" name="Google Shape;650;p31"/>
              <p:cNvSpPr/>
              <p:nvPr/>
            </p:nvSpPr>
            <p:spPr>
              <a:xfrm>
                <a:off x="8043480" y="354060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38761d"/>
                    </a:solidFill>
                    <a:effectLst/>
                    <a:uFillTx/>
                    <a:latin typeface="Arial"/>
                    <a:ea typeface="Arial"/>
                  </a:rPr>
                  <a:t>App</a:t>
                </a:r>
                <a:endParaRPr b="0" lang="en-US" sz="1200" strike="noStrike" u="none">
                  <a:solidFill>
                    <a:srgbClr val="000000"/>
                  </a:solidFill>
                  <a:effectLst/>
                  <a:uFillTx/>
                  <a:latin typeface="Arial"/>
                </a:endParaRPr>
              </a:p>
            </p:txBody>
          </p:sp>
        </p:grpSp>
        <p:sp>
          <p:nvSpPr>
            <p:cNvPr id="608" name="Google Shape;651;p31"/>
            <p:cNvSpPr/>
            <p:nvPr/>
          </p:nvSpPr>
          <p:spPr>
            <a:xfrm>
              <a:off x="7816320" y="389628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609" name="Google Shape;652;p31"/>
          <p:cNvGrpSpPr/>
          <p:nvPr/>
        </p:nvGrpSpPr>
        <p:grpSpPr>
          <a:xfrm>
            <a:off x="9358560" y="3391200"/>
            <a:ext cx="1308600" cy="764640"/>
            <a:chOff x="9358560" y="3391200"/>
            <a:chExt cx="1308600" cy="764640"/>
          </a:xfrm>
        </p:grpSpPr>
        <p:grpSp>
          <p:nvGrpSpPr>
            <p:cNvPr id="610" name="Google Shape;653;p31"/>
            <p:cNvGrpSpPr/>
            <p:nvPr/>
          </p:nvGrpSpPr>
          <p:grpSpPr>
            <a:xfrm>
              <a:off x="9358560" y="3391200"/>
              <a:ext cx="1296000" cy="764640"/>
              <a:chOff x="9358560" y="3391200"/>
              <a:chExt cx="1296000" cy="764640"/>
            </a:xfrm>
          </p:grpSpPr>
          <p:sp>
            <p:nvSpPr>
              <p:cNvPr id="611" name="Google Shape;654;p31"/>
              <p:cNvSpPr/>
              <p:nvPr/>
            </p:nvSpPr>
            <p:spPr>
              <a:xfrm>
                <a:off x="9358560" y="339120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12" name="Google Shape;655;p31"/>
              <p:cNvSpPr/>
              <p:nvPr/>
            </p:nvSpPr>
            <p:spPr>
              <a:xfrm>
                <a:off x="9533880" y="349344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13" name="Google Shape;656;p31"/>
              <p:cNvSpPr/>
              <p:nvPr/>
            </p:nvSpPr>
            <p:spPr>
              <a:xfrm>
                <a:off x="9598320" y="357624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38761d"/>
                    </a:solidFill>
                    <a:effectLst/>
                    <a:uFillTx/>
                    <a:latin typeface="Arial"/>
                    <a:ea typeface="Arial"/>
                  </a:rPr>
                  <a:t>App</a:t>
                </a:r>
                <a:endParaRPr b="0" lang="en-US" sz="1200" strike="noStrike" u="none">
                  <a:solidFill>
                    <a:srgbClr val="000000"/>
                  </a:solidFill>
                  <a:effectLst/>
                  <a:uFillTx/>
                  <a:latin typeface="Arial"/>
                </a:endParaRPr>
              </a:p>
            </p:txBody>
          </p:sp>
        </p:grpSp>
        <p:sp>
          <p:nvSpPr>
            <p:cNvPr id="614" name="Google Shape;657;p31"/>
            <p:cNvSpPr/>
            <p:nvPr/>
          </p:nvSpPr>
          <p:spPr>
            <a:xfrm>
              <a:off x="9371160" y="393156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sp>
        <p:nvSpPr>
          <p:cNvPr id="615" name="Google Shape;658;p31"/>
          <p:cNvSpPr/>
          <p:nvPr/>
        </p:nvSpPr>
        <p:spPr>
          <a:xfrm flipH="1" rot="16200000">
            <a:off x="8008560" y="2913120"/>
            <a:ext cx="846000" cy="38880"/>
          </a:xfrm>
          <a:prstGeom prst="bentConnector3">
            <a:avLst>
              <a:gd name="adj1" fmla="val 49993"/>
            </a:avLst>
          </a:prstGeom>
          <a:noFill/>
          <a:ln w="19050">
            <a:solidFill>
              <a:srgbClr val="999999"/>
            </a:solidFill>
            <a:round/>
          </a:ln>
        </p:spPr>
        <p:style>
          <a:lnRef idx="0"/>
          <a:fillRef idx="0"/>
          <a:effectRef idx="0"/>
          <a:fontRef idx="minor"/>
        </p:style>
        <p:txBody>
          <a:bodyPr lIns="90000" rIns="90000" tIns="-5760" bIns="-5760" anchor="t">
            <a:noAutofit/>
          </a:bodyPr>
          <a:p>
            <a:endParaRPr b="0" lang="en-US" sz="1800" strike="noStrike" u="none">
              <a:solidFill>
                <a:srgbClr val="000000"/>
              </a:solidFill>
              <a:effectLst/>
              <a:uFillTx/>
              <a:latin typeface="Arial"/>
            </a:endParaRPr>
          </a:p>
        </p:txBody>
      </p:sp>
      <p:sp>
        <p:nvSpPr>
          <p:cNvPr id="616" name="Google Shape;659;p31"/>
          <p:cNvSpPr/>
          <p:nvPr/>
        </p:nvSpPr>
        <p:spPr>
          <a:xfrm flipH="1" rot="16200000">
            <a:off x="8768520" y="2153160"/>
            <a:ext cx="881280" cy="1594080"/>
          </a:xfrm>
          <a:prstGeom prst="bentConnector3">
            <a:avLst>
              <a:gd name="adj1" fmla="val 47195"/>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617" name="Google Shape;660;p31"/>
          <p:cNvGrpSpPr/>
          <p:nvPr/>
        </p:nvGrpSpPr>
        <p:grpSpPr>
          <a:xfrm>
            <a:off x="6818040" y="4749480"/>
            <a:ext cx="1580040" cy="442800"/>
            <a:chOff x="6818040" y="4749480"/>
            <a:chExt cx="1580040" cy="442800"/>
          </a:xfrm>
        </p:grpSpPr>
        <p:sp>
          <p:nvSpPr>
            <p:cNvPr id="618" name="Google Shape;661;p31"/>
            <p:cNvSpPr/>
            <p:nvPr/>
          </p:nvSpPr>
          <p:spPr>
            <a:xfrm rot="16200000">
              <a:off x="7386480" y="4180680"/>
              <a:ext cx="442800" cy="1580040"/>
            </a:xfrm>
            <a:prstGeom prst="snip2SameRect">
              <a:avLst>
                <a:gd name="adj1" fmla="val 16667"/>
                <a:gd name="adj2" fmla="val 0"/>
              </a:avLst>
            </a:prstGeom>
            <a:solidFill>
              <a:srgbClr val="f6b26b"/>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19" name="Google Shape;662;p31"/>
            <p:cNvSpPr/>
            <p:nvPr/>
          </p:nvSpPr>
          <p:spPr>
            <a:xfrm>
              <a:off x="6906960" y="4821480"/>
              <a:ext cx="1374840" cy="297720"/>
            </a:xfrm>
            <a:prstGeom prst="rect">
              <a:avLst/>
            </a:prstGeom>
            <a:solidFill>
              <a:srgbClr val="f6b26b"/>
            </a:solid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version: v1</a:t>
              </a:r>
              <a:endParaRPr b="0" lang="en-US" sz="1400" strike="noStrike" u="none">
                <a:solidFill>
                  <a:srgbClr val="000000"/>
                </a:solidFill>
                <a:effectLst/>
                <a:uFillTx/>
                <a:latin typeface="Arial"/>
              </a:endParaRPr>
            </a:p>
          </p:txBody>
        </p:sp>
      </p:grpSp>
      <p:grpSp>
        <p:nvGrpSpPr>
          <p:cNvPr id="620" name="Google Shape;663;p31"/>
          <p:cNvGrpSpPr/>
          <p:nvPr/>
        </p:nvGrpSpPr>
        <p:grpSpPr>
          <a:xfrm>
            <a:off x="4804920" y="1573200"/>
            <a:ext cx="1580040" cy="442800"/>
            <a:chOff x="4804920" y="1573200"/>
            <a:chExt cx="1580040" cy="442800"/>
          </a:xfrm>
        </p:grpSpPr>
        <p:sp>
          <p:nvSpPr>
            <p:cNvPr id="621" name="Google Shape;664;p31"/>
            <p:cNvSpPr/>
            <p:nvPr/>
          </p:nvSpPr>
          <p:spPr>
            <a:xfrm rot="16200000">
              <a:off x="5373360" y="1004400"/>
              <a:ext cx="442800" cy="1580040"/>
            </a:xfrm>
            <a:prstGeom prst="snip2SameRect">
              <a:avLst>
                <a:gd name="adj1" fmla="val 16667"/>
                <a:gd name="adj2" fmla="val 0"/>
              </a:avLst>
            </a:prstGeom>
            <a:solidFill>
              <a:srgbClr val="f6b26b"/>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22" name="Google Shape;665;p31"/>
            <p:cNvSpPr/>
            <p:nvPr/>
          </p:nvSpPr>
          <p:spPr>
            <a:xfrm>
              <a:off x="4893840" y="1644840"/>
              <a:ext cx="1374840" cy="297720"/>
            </a:xfrm>
            <a:prstGeom prst="rect">
              <a:avLst/>
            </a:prstGeom>
            <a:solidFill>
              <a:srgbClr val="f6b26b"/>
            </a:solid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version: v1</a:t>
              </a:r>
              <a:endParaRPr b="0" lang="en-US" sz="1400" strike="noStrike" u="none">
                <a:solidFill>
                  <a:srgbClr val="000000"/>
                </a:solidFill>
                <a:effectLst/>
                <a:uFillTx/>
                <a:latin typeface="Arial"/>
              </a:endParaRPr>
            </a:p>
          </p:txBody>
        </p:sp>
      </p:grpSp>
      <p:grpSp>
        <p:nvGrpSpPr>
          <p:cNvPr id="623" name="Google Shape;666;p31"/>
          <p:cNvGrpSpPr/>
          <p:nvPr/>
        </p:nvGrpSpPr>
        <p:grpSpPr>
          <a:xfrm>
            <a:off x="9525960" y="1573200"/>
            <a:ext cx="1580040" cy="442800"/>
            <a:chOff x="9525960" y="1573200"/>
            <a:chExt cx="1580040" cy="442800"/>
          </a:xfrm>
        </p:grpSpPr>
        <p:sp>
          <p:nvSpPr>
            <p:cNvPr id="624" name="Google Shape;667;p31"/>
            <p:cNvSpPr/>
            <p:nvPr/>
          </p:nvSpPr>
          <p:spPr>
            <a:xfrm rot="16200000">
              <a:off x="10094400" y="1004400"/>
              <a:ext cx="442800" cy="1580040"/>
            </a:xfrm>
            <a:prstGeom prst="snip2SameRect">
              <a:avLst>
                <a:gd name="adj1" fmla="val 16667"/>
                <a:gd name="adj2" fmla="val 0"/>
              </a:avLst>
            </a:prstGeom>
            <a:solidFill>
              <a:srgbClr val="f6b26b"/>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25" name="Google Shape;668;p31"/>
            <p:cNvSpPr/>
            <p:nvPr/>
          </p:nvSpPr>
          <p:spPr>
            <a:xfrm>
              <a:off x="9614520" y="1644840"/>
              <a:ext cx="1374840" cy="297720"/>
            </a:xfrm>
            <a:prstGeom prst="rect">
              <a:avLst/>
            </a:prstGeom>
            <a:solidFill>
              <a:srgbClr val="f6b26b"/>
            </a:solid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version: v2</a:t>
              </a:r>
              <a:endParaRPr b="0" lang="en-US" sz="14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Google Shape;674;p32"/>
          <p:cNvSpPr/>
          <p:nvPr/>
        </p:nvSpPr>
        <p:spPr>
          <a:xfrm>
            <a:off x="9434520" y="346752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27" name="Google Shape;675;p32"/>
          <p:cNvSpPr/>
          <p:nvPr/>
        </p:nvSpPr>
        <p:spPr>
          <a:xfrm>
            <a:off x="7885800" y="343224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28" name="Google Shape;676;p32"/>
          <p:cNvSpPr/>
          <p:nvPr/>
        </p:nvSpPr>
        <p:spPr>
          <a:xfrm>
            <a:off x="6337080" y="343224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29" name="Google Shape;677;p32"/>
          <p:cNvSpPr/>
          <p:nvPr/>
        </p:nvSpPr>
        <p:spPr>
          <a:xfrm>
            <a:off x="4501440" y="343224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30" name="Google Shape;678;p32"/>
          <p:cNvSpPr/>
          <p:nvPr/>
        </p:nvSpPr>
        <p:spPr>
          <a:xfrm>
            <a:off x="3057120" y="343224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31" name="Google Shape;679;p32"/>
          <p:cNvSpPr/>
          <p:nvPr/>
        </p:nvSpPr>
        <p:spPr>
          <a:xfrm>
            <a:off x="1600200" y="3432240"/>
            <a:ext cx="1296360" cy="764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32" name="Google Shape;680;p32"/>
          <p:cNvSpPr/>
          <p:nvPr/>
        </p:nvSpPr>
        <p:spPr>
          <a:xfrm flipH="1" rot="10800000">
            <a:off x="6057720" y="4122000"/>
            <a:ext cx="851040" cy="849240"/>
          </a:xfrm>
          <a:custGeom>
            <a:avLst/>
            <a:gdLst>
              <a:gd name="textAreaLeft" fmla="*/ 360 w 851040"/>
              <a:gd name="textAreaRight" fmla="*/ 851760 w 851040"/>
              <a:gd name="textAreaTop" fmla="*/ 0 h 849240"/>
              <a:gd name="textAreaBottom" fmla="*/ 849600 h 84924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33"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Blue/Green Deployments</a:t>
            </a:r>
            <a:endParaRPr b="0" lang="en-US" sz="3200" strike="noStrike" u="none">
              <a:solidFill>
                <a:srgbClr val="000000"/>
              </a:solidFill>
              <a:effectLst/>
              <a:uFillTx/>
              <a:latin typeface="Arial"/>
            </a:endParaRPr>
          </a:p>
        </p:txBody>
      </p:sp>
      <p:sp>
        <p:nvSpPr>
          <p:cNvPr id="634" name="PlaceHolder 2"/>
          <p:cNvSpPr>
            <a:spLocks noGrp="1"/>
          </p:cNvSpPr>
          <p:nvPr>
            <p:ph type="sldNum" idx="43"/>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6FA88216-2FEF-42F1-85D9-1A8479EE45B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635" name="Google Shape;685;p32"/>
          <p:cNvSpPr/>
          <p:nvPr/>
        </p:nvSpPr>
        <p:spPr>
          <a:xfrm flipH="1" rot="10800000">
            <a:off x="6057720" y="4157280"/>
            <a:ext cx="3961080" cy="813960"/>
          </a:xfrm>
          <a:custGeom>
            <a:avLst/>
            <a:gdLst>
              <a:gd name="textAreaLeft" fmla="*/ -360 w 3961080"/>
              <a:gd name="textAreaRight" fmla="*/ 3961080 w 3961080"/>
              <a:gd name="textAreaTop" fmla="*/ 0 h 813960"/>
              <a:gd name="textAreaBottom" fmla="*/ 814320 h 81396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36" name="Google Shape;687;p32"/>
          <p:cNvSpPr/>
          <p:nvPr/>
        </p:nvSpPr>
        <p:spPr>
          <a:xfrm flipH="1" rot="10800000">
            <a:off x="6057720" y="4122000"/>
            <a:ext cx="2405880" cy="849240"/>
          </a:xfrm>
          <a:custGeom>
            <a:avLst/>
            <a:gdLst>
              <a:gd name="textAreaLeft" fmla="*/ -360 w 2405880"/>
              <a:gd name="textAreaRight" fmla="*/ 2405880 w 2405880"/>
              <a:gd name="textAreaTop" fmla="*/ 0 h 849240"/>
              <a:gd name="textAreaBottom" fmla="*/ 849600 h 84924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637" name="Google Shape;689;p32"/>
          <p:cNvGrpSpPr/>
          <p:nvPr/>
        </p:nvGrpSpPr>
        <p:grpSpPr>
          <a:xfrm>
            <a:off x="6954840" y="1778760"/>
            <a:ext cx="3006000" cy="792360"/>
            <a:chOff x="6954840" y="1778760"/>
            <a:chExt cx="3006000" cy="792360"/>
          </a:xfrm>
        </p:grpSpPr>
        <p:sp>
          <p:nvSpPr>
            <p:cNvPr id="638" name="Google Shape;690;p32"/>
            <p:cNvSpPr/>
            <p:nvPr/>
          </p:nvSpPr>
          <p:spPr>
            <a:xfrm>
              <a:off x="7047000" y="184104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39" name="Google Shape;691;p32"/>
            <p:cNvSpPr/>
            <p:nvPr/>
          </p:nvSpPr>
          <p:spPr>
            <a:xfrm>
              <a:off x="6954840" y="1778760"/>
              <a:ext cx="2913840" cy="730080"/>
            </a:xfrm>
            <a:prstGeom prst="roundRect">
              <a:avLst>
                <a:gd name="adj" fmla="val 16667"/>
              </a:avLst>
            </a:prstGeom>
            <a:solidFill>
              <a:srgbClr val="93c47d"/>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 v2</a:t>
              </a:r>
              <a:endParaRPr b="0" lang="en-US" sz="1800" strike="noStrike" u="none">
                <a:solidFill>
                  <a:srgbClr val="000000"/>
                </a:solidFill>
                <a:effectLst/>
                <a:uFillTx/>
                <a:latin typeface="Arial"/>
              </a:endParaRPr>
            </a:p>
          </p:txBody>
        </p:sp>
      </p:grpSp>
      <p:grpSp>
        <p:nvGrpSpPr>
          <p:cNvPr id="640" name="Google Shape;692;p32"/>
          <p:cNvGrpSpPr/>
          <p:nvPr/>
        </p:nvGrpSpPr>
        <p:grpSpPr>
          <a:xfrm>
            <a:off x="6248520" y="3355920"/>
            <a:ext cx="1308600" cy="764640"/>
            <a:chOff x="6248520" y="3355920"/>
            <a:chExt cx="1308600" cy="764640"/>
          </a:xfrm>
        </p:grpSpPr>
        <p:grpSp>
          <p:nvGrpSpPr>
            <p:cNvPr id="641" name="Google Shape;693;p32"/>
            <p:cNvGrpSpPr/>
            <p:nvPr/>
          </p:nvGrpSpPr>
          <p:grpSpPr>
            <a:xfrm>
              <a:off x="6248520" y="3355920"/>
              <a:ext cx="1296000" cy="764640"/>
              <a:chOff x="6248520" y="3355920"/>
              <a:chExt cx="1296000" cy="764640"/>
            </a:xfrm>
          </p:grpSpPr>
          <p:sp>
            <p:nvSpPr>
              <p:cNvPr id="642" name="Google Shape;694;p32"/>
              <p:cNvSpPr/>
              <p:nvPr/>
            </p:nvSpPr>
            <p:spPr>
              <a:xfrm>
                <a:off x="6248520" y="335592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43" name="Google Shape;695;p32"/>
              <p:cNvSpPr/>
              <p:nvPr/>
            </p:nvSpPr>
            <p:spPr>
              <a:xfrm>
                <a:off x="6423480" y="345780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44" name="Google Shape;696;p32"/>
              <p:cNvSpPr/>
              <p:nvPr/>
            </p:nvSpPr>
            <p:spPr>
              <a:xfrm>
                <a:off x="6488280" y="354060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38761d"/>
                    </a:solidFill>
                    <a:effectLst/>
                    <a:uFillTx/>
                    <a:latin typeface="Arial"/>
                    <a:ea typeface="Arial"/>
                  </a:rPr>
                  <a:t>App</a:t>
                </a:r>
                <a:endParaRPr b="0" lang="en-US" sz="1200" strike="noStrike" u="none">
                  <a:solidFill>
                    <a:srgbClr val="000000"/>
                  </a:solidFill>
                  <a:effectLst/>
                  <a:uFillTx/>
                  <a:latin typeface="Arial"/>
                </a:endParaRPr>
              </a:p>
            </p:txBody>
          </p:sp>
        </p:grpSp>
        <p:sp>
          <p:nvSpPr>
            <p:cNvPr id="645" name="Google Shape;682;p32"/>
            <p:cNvSpPr/>
            <p:nvPr/>
          </p:nvSpPr>
          <p:spPr>
            <a:xfrm>
              <a:off x="6261120" y="389628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sp>
        <p:nvSpPr>
          <p:cNvPr id="646" name="Google Shape;697;p32"/>
          <p:cNvSpPr/>
          <p:nvPr/>
        </p:nvSpPr>
        <p:spPr>
          <a:xfrm rot="5400000">
            <a:off x="7231680" y="2175120"/>
            <a:ext cx="846000" cy="151452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647" name="Google Shape;698;p32"/>
          <p:cNvGrpSpPr/>
          <p:nvPr/>
        </p:nvGrpSpPr>
        <p:grpSpPr>
          <a:xfrm>
            <a:off x="1523880" y="3355920"/>
            <a:ext cx="1308960" cy="764640"/>
            <a:chOff x="1523880" y="3355920"/>
            <a:chExt cx="1308960" cy="764640"/>
          </a:xfrm>
        </p:grpSpPr>
        <p:grpSp>
          <p:nvGrpSpPr>
            <p:cNvPr id="648" name="Google Shape;699;p32"/>
            <p:cNvGrpSpPr/>
            <p:nvPr/>
          </p:nvGrpSpPr>
          <p:grpSpPr>
            <a:xfrm>
              <a:off x="1523880" y="3355920"/>
              <a:ext cx="1296000" cy="764640"/>
              <a:chOff x="1523880" y="3355920"/>
              <a:chExt cx="1296000" cy="764640"/>
            </a:xfrm>
          </p:grpSpPr>
          <p:sp>
            <p:nvSpPr>
              <p:cNvPr id="649" name="Google Shape;700;p32"/>
              <p:cNvSpPr/>
              <p:nvPr/>
            </p:nvSpPr>
            <p:spPr>
              <a:xfrm>
                <a:off x="1523880" y="335592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50" name="Google Shape;701;p32"/>
              <p:cNvSpPr/>
              <p:nvPr/>
            </p:nvSpPr>
            <p:spPr>
              <a:xfrm>
                <a:off x="1699200" y="345780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51" name="Google Shape;702;p32"/>
              <p:cNvSpPr/>
              <p:nvPr/>
            </p:nvSpPr>
            <p:spPr>
              <a:xfrm>
                <a:off x="1764000" y="3540600"/>
                <a:ext cx="816120" cy="300240"/>
              </a:xfrm>
              <a:prstGeom prst="snip1Rect">
                <a:avLst>
                  <a:gd name="adj" fmla="val 16667"/>
                </a:avLst>
              </a:prstGeom>
              <a:solidFill>
                <a:schemeClr val="accent1"/>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1c4587"/>
                    </a:solidFill>
                    <a:effectLst/>
                    <a:uFillTx/>
                    <a:latin typeface="Arial"/>
                    <a:ea typeface="Arial"/>
                  </a:rPr>
                  <a:t>App</a:t>
                </a:r>
                <a:endParaRPr b="0" lang="en-US" sz="1200" strike="noStrike" u="none">
                  <a:solidFill>
                    <a:srgbClr val="ffffff"/>
                  </a:solidFill>
                  <a:effectLst/>
                  <a:uFillTx/>
                  <a:latin typeface="Arial"/>
                </a:endParaRPr>
              </a:p>
            </p:txBody>
          </p:sp>
        </p:grpSp>
        <p:sp>
          <p:nvSpPr>
            <p:cNvPr id="652" name="Google Shape;703;p32"/>
            <p:cNvSpPr/>
            <p:nvPr/>
          </p:nvSpPr>
          <p:spPr>
            <a:xfrm>
              <a:off x="1536840" y="389628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653" name="Google Shape;704;p32"/>
          <p:cNvGrpSpPr/>
          <p:nvPr/>
        </p:nvGrpSpPr>
        <p:grpSpPr>
          <a:xfrm>
            <a:off x="2974680" y="3355920"/>
            <a:ext cx="1308600" cy="764640"/>
            <a:chOff x="2974680" y="3355920"/>
            <a:chExt cx="1308600" cy="764640"/>
          </a:xfrm>
        </p:grpSpPr>
        <p:grpSp>
          <p:nvGrpSpPr>
            <p:cNvPr id="654" name="Google Shape;705;p32"/>
            <p:cNvGrpSpPr/>
            <p:nvPr/>
          </p:nvGrpSpPr>
          <p:grpSpPr>
            <a:xfrm>
              <a:off x="2974680" y="3355920"/>
              <a:ext cx="1296000" cy="764640"/>
              <a:chOff x="2974680" y="3355920"/>
              <a:chExt cx="1296000" cy="764640"/>
            </a:xfrm>
          </p:grpSpPr>
          <p:sp>
            <p:nvSpPr>
              <p:cNvPr id="655" name="Google Shape;706;p32"/>
              <p:cNvSpPr/>
              <p:nvPr/>
            </p:nvSpPr>
            <p:spPr>
              <a:xfrm>
                <a:off x="2974680" y="335592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56" name="Google Shape;707;p32"/>
              <p:cNvSpPr/>
              <p:nvPr/>
            </p:nvSpPr>
            <p:spPr>
              <a:xfrm>
                <a:off x="3150000" y="345780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57" name="Google Shape;708;p32"/>
              <p:cNvSpPr/>
              <p:nvPr/>
            </p:nvSpPr>
            <p:spPr>
              <a:xfrm>
                <a:off x="3214440" y="3540600"/>
                <a:ext cx="816120" cy="300240"/>
              </a:xfrm>
              <a:prstGeom prst="snip1Rect">
                <a:avLst>
                  <a:gd name="adj" fmla="val 16667"/>
                </a:avLst>
              </a:prstGeom>
              <a:solidFill>
                <a:schemeClr val="accent1"/>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1c4587"/>
                    </a:solidFill>
                    <a:effectLst/>
                    <a:uFillTx/>
                    <a:latin typeface="Arial"/>
                    <a:ea typeface="Arial"/>
                  </a:rPr>
                  <a:t>App</a:t>
                </a:r>
                <a:endParaRPr b="0" lang="en-US" sz="1200" strike="noStrike" u="none">
                  <a:solidFill>
                    <a:srgbClr val="ffffff"/>
                  </a:solidFill>
                  <a:effectLst/>
                  <a:uFillTx/>
                  <a:latin typeface="Arial"/>
                </a:endParaRPr>
              </a:p>
            </p:txBody>
          </p:sp>
        </p:grpSp>
        <p:sp>
          <p:nvSpPr>
            <p:cNvPr id="658" name="Google Shape;709;p32"/>
            <p:cNvSpPr/>
            <p:nvPr/>
          </p:nvSpPr>
          <p:spPr>
            <a:xfrm>
              <a:off x="2987280" y="389628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659" name="Google Shape;710;p32"/>
          <p:cNvGrpSpPr/>
          <p:nvPr/>
        </p:nvGrpSpPr>
        <p:grpSpPr>
          <a:xfrm>
            <a:off x="4425120" y="3355920"/>
            <a:ext cx="1308960" cy="764640"/>
            <a:chOff x="4425120" y="3355920"/>
            <a:chExt cx="1308960" cy="764640"/>
          </a:xfrm>
        </p:grpSpPr>
        <p:grpSp>
          <p:nvGrpSpPr>
            <p:cNvPr id="660" name="Google Shape;711;p32"/>
            <p:cNvGrpSpPr/>
            <p:nvPr/>
          </p:nvGrpSpPr>
          <p:grpSpPr>
            <a:xfrm>
              <a:off x="4425120" y="3355920"/>
              <a:ext cx="1296000" cy="764640"/>
              <a:chOff x="4425120" y="3355920"/>
              <a:chExt cx="1296000" cy="764640"/>
            </a:xfrm>
          </p:grpSpPr>
          <p:sp>
            <p:nvSpPr>
              <p:cNvPr id="661" name="Google Shape;712;p32"/>
              <p:cNvSpPr/>
              <p:nvPr/>
            </p:nvSpPr>
            <p:spPr>
              <a:xfrm>
                <a:off x="4425120" y="335592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62" name="Google Shape;713;p32"/>
              <p:cNvSpPr/>
              <p:nvPr/>
            </p:nvSpPr>
            <p:spPr>
              <a:xfrm>
                <a:off x="4600440" y="345780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63" name="Google Shape;714;p32"/>
              <p:cNvSpPr/>
              <p:nvPr/>
            </p:nvSpPr>
            <p:spPr>
              <a:xfrm>
                <a:off x="4665240" y="3540600"/>
                <a:ext cx="816120" cy="300240"/>
              </a:xfrm>
              <a:prstGeom prst="snip1Rect">
                <a:avLst>
                  <a:gd name="adj" fmla="val 16667"/>
                </a:avLst>
              </a:prstGeom>
              <a:solidFill>
                <a:schemeClr val="accent1"/>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1c4587"/>
                    </a:solidFill>
                    <a:effectLst/>
                    <a:uFillTx/>
                    <a:latin typeface="Arial"/>
                    <a:ea typeface="Arial"/>
                  </a:rPr>
                  <a:t>App</a:t>
                </a:r>
                <a:endParaRPr b="0" lang="en-US" sz="1200" strike="noStrike" u="none">
                  <a:solidFill>
                    <a:srgbClr val="ffffff"/>
                  </a:solidFill>
                  <a:effectLst/>
                  <a:uFillTx/>
                  <a:latin typeface="Arial"/>
                </a:endParaRPr>
              </a:p>
            </p:txBody>
          </p:sp>
        </p:grpSp>
        <p:sp>
          <p:nvSpPr>
            <p:cNvPr id="664" name="Google Shape;715;p32"/>
            <p:cNvSpPr/>
            <p:nvPr/>
          </p:nvSpPr>
          <p:spPr>
            <a:xfrm>
              <a:off x="4438080" y="389628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665" name="Google Shape;716;p32"/>
          <p:cNvGrpSpPr/>
          <p:nvPr/>
        </p:nvGrpSpPr>
        <p:grpSpPr>
          <a:xfrm>
            <a:off x="2202120" y="1778760"/>
            <a:ext cx="3006000" cy="792360"/>
            <a:chOff x="2202120" y="1778760"/>
            <a:chExt cx="3006000" cy="792360"/>
          </a:xfrm>
        </p:grpSpPr>
        <p:sp>
          <p:nvSpPr>
            <p:cNvPr id="666" name="Google Shape;717;p32"/>
            <p:cNvSpPr/>
            <p:nvPr/>
          </p:nvSpPr>
          <p:spPr>
            <a:xfrm>
              <a:off x="2294280" y="1841040"/>
              <a:ext cx="2913840" cy="7300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67" name="Google Shape;718;p32"/>
            <p:cNvSpPr/>
            <p:nvPr/>
          </p:nvSpPr>
          <p:spPr>
            <a:xfrm>
              <a:off x="2202120" y="1778760"/>
              <a:ext cx="2913840" cy="730080"/>
            </a:xfrm>
            <a:prstGeom prst="roundRect">
              <a:avLst>
                <a:gd name="adj" fmla="val 16667"/>
              </a:avLst>
            </a:prstGeom>
            <a:solidFill>
              <a:schemeClr val="accent1"/>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 v1</a:t>
              </a:r>
              <a:endParaRPr b="0" lang="en-US" sz="1800" strike="noStrike" u="none">
                <a:solidFill>
                  <a:srgbClr val="ffffff"/>
                </a:solidFill>
                <a:effectLst/>
                <a:uFillTx/>
                <a:latin typeface="Arial"/>
              </a:endParaRPr>
            </a:p>
          </p:txBody>
        </p:sp>
      </p:grpSp>
      <p:sp>
        <p:nvSpPr>
          <p:cNvPr id="668" name="Google Shape;719;p32"/>
          <p:cNvSpPr/>
          <p:nvPr/>
        </p:nvSpPr>
        <p:spPr>
          <a:xfrm rot="5400000">
            <a:off x="2493000" y="2189160"/>
            <a:ext cx="846000" cy="148644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69" name="Google Shape;720;p32"/>
          <p:cNvSpPr/>
          <p:nvPr/>
        </p:nvSpPr>
        <p:spPr>
          <a:xfrm flipH="1" rot="16200000">
            <a:off x="3943440" y="2225880"/>
            <a:ext cx="846000" cy="1413360"/>
          </a:xfrm>
          <a:prstGeom prst="bentConnector3">
            <a:avLst>
              <a:gd name="adj1" fmla="val 49993"/>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70" name="Google Shape;721;p32"/>
          <p:cNvSpPr/>
          <p:nvPr/>
        </p:nvSpPr>
        <p:spPr>
          <a:xfrm rot="5400000">
            <a:off x="3228480" y="2924640"/>
            <a:ext cx="846000" cy="15480"/>
          </a:xfrm>
          <a:prstGeom prst="bentConnector3">
            <a:avLst>
              <a:gd name="adj1" fmla="val 50000"/>
            </a:avLst>
          </a:prstGeom>
          <a:noFill/>
          <a:ln w="19050">
            <a:solidFill>
              <a:srgbClr val="999999"/>
            </a:solidFill>
            <a:round/>
          </a:ln>
        </p:spPr>
        <p:style>
          <a:lnRef idx="0"/>
          <a:fillRef idx="0"/>
          <a:effectRef idx="0"/>
          <a:fontRef idx="minor"/>
        </p:style>
        <p:txBody>
          <a:bodyPr lIns="90000" rIns="90000" tIns="-29160" bIns="-29160" anchor="t">
            <a:noAutofit/>
          </a:bodyPr>
          <a:p>
            <a:endParaRPr b="0" lang="en-US" sz="1800" strike="noStrike" u="none">
              <a:solidFill>
                <a:srgbClr val="000000"/>
              </a:solidFill>
              <a:effectLst/>
              <a:uFillTx/>
              <a:latin typeface="Arial"/>
            </a:endParaRPr>
          </a:p>
        </p:txBody>
      </p:sp>
      <p:grpSp>
        <p:nvGrpSpPr>
          <p:cNvPr id="671" name="Google Shape;722;p32"/>
          <p:cNvGrpSpPr/>
          <p:nvPr/>
        </p:nvGrpSpPr>
        <p:grpSpPr>
          <a:xfrm>
            <a:off x="4965480" y="4971240"/>
            <a:ext cx="2260080" cy="1047240"/>
            <a:chOff x="4965480" y="4971240"/>
            <a:chExt cx="2260080" cy="1047240"/>
          </a:xfrm>
        </p:grpSpPr>
        <p:sp>
          <p:nvSpPr>
            <p:cNvPr id="672" name="Google Shape;723;p32"/>
            <p:cNvSpPr/>
            <p:nvPr/>
          </p:nvSpPr>
          <p:spPr>
            <a:xfrm>
              <a:off x="5041800" y="5047200"/>
              <a:ext cx="2183760" cy="9712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73" name="Google Shape;681;p32"/>
            <p:cNvSpPr/>
            <p:nvPr/>
          </p:nvSpPr>
          <p:spPr>
            <a:xfrm>
              <a:off x="4965480" y="4971240"/>
              <a:ext cx="2183760" cy="9712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Service</a:t>
              </a:r>
              <a:endParaRPr b="0" lang="en-US" sz="1800" strike="noStrike" u="none">
                <a:solidFill>
                  <a:srgbClr val="000000"/>
                </a:solidFill>
                <a:effectLst/>
                <a:uFillTx/>
                <a:latin typeface="Arial"/>
              </a:endParaRPr>
            </a:p>
          </p:txBody>
        </p:sp>
      </p:grpSp>
      <p:grpSp>
        <p:nvGrpSpPr>
          <p:cNvPr id="674" name="Google Shape;724;p32"/>
          <p:cNvGrpSpPr/>
          <p:nvPr/>
        </p:nvGrpSpPr>
        <p:grpSpPr>
          <a:xfrm>
            <a:off x="7803360" y="3355920"/>
            <a:ext cx="1308960" cy="764640"/>
            <a:chOff x="7803360" y="3355920"/>
            <a:chExt cx="1308960" cy="764640"/>
          </a:xfrm>
        </p:grpSpPr>
        <p:grpSp>
          <p:nvGrpSpPr>
            <p:cNvPr id="675" name="Google Shape;725;p32"/>
            <p:cNvGrpSpPr/>
            <p:nvPr/>
          </p:nvGrpSpPr>
          <p:grpSpPr>
            <a:xfrm>
              <a:off x="7803360" y="3355920"/>
              <a:ext cx="1296000" cy="764640"/>
              <a:chOff x="7803360" y="3355920"/>
              <a:chExt cx="1296000" cy="764640"/>
            </a:xfrm>
          </p:grpSpPr>
          <p:sp>
            <p:nvSpPr>
              <p:cNvPr id="676" name="Google Shape;726;p32"/>
              <p:cNvSpPr/>
              <p:nvPr/>
            </p:nvSpPr>
            <p:spPr>
              <a:xfrm>
                <a:off x="7803360" y="335592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77" name="Google Shape;727;p32"/>
              <p:cNvSpPr/>
              <p:nvPr/>
            </p:nvSpPr>
            <p:spPr>
              <a:xfrm>
                <a:off x="7978680" y="345780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78" name="Google Shape;728;p32"/>
              <p:cNvSpPr/>
              <p:nvPr/>
            </p:nvSpPr>
            <p:spPr>
              <a:xfrm>
                <a:off x="8043480" y="354060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38761d"/>
                    </a:solidFill>
                    <a:effectLst/>
                    <a:uFillTx/>
                    <a:latin typeface="Arial"/>
                    <a:ea typeface="Arial"/>
                  </a:rPr>
                  <a:t>App</a:t>
                </a:r>
                <a:endParaRPr b="0" lang="en-US" sz="1200" strike="noStrike" u="none">
                  <a:solidFill>
                    <a:srgbClr val="000000"/>
                  </a:solidFill>
                  <a:effectLst/>
                  <a:uFillTx/>
                  <a:latin typeface="Arial"/>
                </a:endParaRPr>
              </a:p>
            </p:txBody>
          </p:sp>
        </p:grpSp>
        <p:sp>
          <p:nvSpPr>
            <p:cNvPr id="679" name="Google Shape;688;p32"/>
            <p:cNvSpPr/>
            <p:nvPr/>
          </p:nvSpPr>
          <p:spPr>
            <a:xfrm>
              <a:off x="7816320" y="389628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grpSp>
        <p:nvGrpSpPr>
          <p:cNvPr id="680" name="Google Shape;729;p32"/>
          <p:cNvGrpSpPr/>
          <p:nvPr/>
        </p:nvGrpSpPr>
        <p:grpSpPr>
          <a:xfrm>
            <a:off x="9358560" y="3391200"/>
            <a:ext cx="1308600" cy="764640"/>
            <a:chOff x="9358560" y="3391200"/>
            <a:chExt cx="1308600" cy="764640"/>
          </a:xfrm>
        </p:grpSpPr>
        <p:grpSp>
          <p:nvGrpSpPr>
            <p:cNvPr id="681" name="Google Shape;730;p32"/>
            <p:cNvGrpSpPr/>
            <p:nvPr/>
          </p:nvGrpSpPr>
          <p:grpSpPr>
            <a:xfrm>
              <a:off x="9358560" y="3391200"/>
              <a:ext cx="1296000" cy="764640"/>
              <a:chOff x="9358560" y="3391200"/>
              <a:chExt cx="1296000" cy="764640"/>
            </a:xfrm>
          </p:grpSpPr>
          <p:sp>
            <p:nvSpPr>
              <p:cNvPr id="682" name="Google Shape;731;p32"/>
              <p:cNvSpPr/>
              <p:nvPr/>
            </p:nvSpPr>
            <p:spPr>
              <a:xfrm>
                <a:off x="9358560" y="3391200"/>
                <a:ext cx="1296000" cy="764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83" name="Google Shape;732;p32"/>
              <p:cNvSpPr/>
              <p:nvPr/>
            </p:nvSpPr>
            <p:spPr>
              <a:xfrm>
                <a:off x="9533880" y="3493440"/>
                <a:ext cx="943560" cy="437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84" name="Google Shape;733;p32"/>
              <p:cNvSpPr/>
              <p:nvPr/>
            </p:nvSpPr>
            <p:spPr>
              <a:xfrm>
                <a:off x="9598320" y="3576240"/>
                <a:ext cx="816120" cy="3002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37880" bIns="137880" anchor="ctr">
                <a:noAutofit/>
              </a:bodyPr>
              <a:p>
                <a:pPr algn="ctr">
                  <a:lnSpc>
                    <a:spcPct val="100000"/>
                  </a:lnSpc>
                  <a:tabLst>
                    <a:tab algn="l" pos="0"/>
                  </a:tabLst>
                </a:pPr>
                <a:r>
                  <a:rPr b="1" lang="en-US" sz="1200" strike="noStrike" u="none">
                    <a:solidFill>
                      <a:srgbClr val="38761d"/>
                    </a:solidFill>
                    <a:effectLst/>
                    <a:uFillTx/>
                    <a:latin typeface="Arial"/>
                    <a:ea typeface="Arial"/>
                  </a:rPr>
                  <a:t>App</a:t>
                </a:r>
                <a:endParaRPr b="0" lang="en-US" sz="1200" strike="noStrike" u="none">
                  <a:solidFill>
                    <a:srgbClr val="000000"/>
                  </a:solidFill>
                  <a:effectLst/>
                  <a:uFillTx/>
                  <a:latin typeface="Arial"/>
                </a:endParaRPr>
              </a:p>
            </p:txBody>
          </p:sp>
        </p:grpSp>
        <p:sp>
          <p:nvSpPr>
            <p:cNvPr id="685" name="Google Shape;686;p32"/>
            <p:cNvSpPr/>
            <p:nvPr/>
          </p:nvSpPr>
          <p:spPr>
            <a:xfrm>
              <a:off x="9371160" y="3931560"/>
              <a:ext cx="1296000" cy="224280"/>
            </a:xfrm>
            <a:prstGeom prst="rect">
              <a:avLst/>
            </a:prstGeom>
            <a:noFill/>
            <a:ln w="0">
              <a:noFill/>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Pod</a:t>
              </a:r>
              <a:endParaRPr b="0" lang="en-US" sz="1400" strike="noStrike" u="none">
                <a:solidFill>
                  <a:srgbClr val="000000"/>
                </a:solidFill>
                <a:effectLst/>
                <a:uFillTx/>
                <a:latin typeface="Arial"/>
              </a:endParaRPr>
            </a:p>
          </p:txBody>
        </p:sp>
      </p:grpSp>
      <p:sp>
        <p:nvSpPr>
          <p:cNvPr id="686" name="Google Shape;734;p32"/>
          <p:cNvSpPr/>
          <p:nvPr/>
        </p:nvSpPr>
        <p:spPr>
          <a:xfrm flipH="1" rot="16200000">
            <a:off x="8008560" y="2913120"/>
            <a:ext cx="846000" cy="38880"/>
          </a:xfrm>
          <a:prstGeom prst="bentConnector3">
            <a:avLst>
              <a:gd name="adj1" fmla="val 49993"/>
            </a:avLst>
          </a:prstGeom>
          <a:noFill/>
          <a:ln w="19050">
            <a:solidFill>
              <a:srgbClr val="999999"/>
            </a:solidFill>
            <a:round/>
          </a:ln>
        </p:spPr>
        <p:style>
          <a:lnRef idx="0"/>
          <a:fillRef idx="0"/>
          <a:effectRef idx="0"/>
          <a:fontRef idx="minor"/>
        </p:style>
        <p:txBody>
          <a:bodyPr lIns="90000" rIns="90000" tIns="-5760" bIns="-5760" anchor="t">
            <a:noAutofit/>
          </a:bodyPr>
          <a:p>
            <a:endParaRPr b="0" lang="en-US" sz="1800" strike="noStrike" u="none">
              <a:solidFill>
                <a:srgbClr val="000000"/>
              </a:solidFill>
              <a:effectLst/>
              <a:uFillTx/>
              <a:latin typeface="Arial"/>
            </a:endParaRPr>
          </a:p>
        </p:txBody>
      </p:sp>
      <p:sp>
        <p:nvSpPr>
          <p:cNvPr id="687" name="Google Shape;735;p32"/>
          <p:cNvSpPr/>
          <p:nvPr/>
        </p:nvSpPr>
        <p:spPr>
          <a:xfrm flipH="1" rot="16200000">
            <a:off x="8768520" y="2153160"/>
            <a:ext cx="881280" cy="1594080"/>
          </a:xfrm>
          <a:prstGeom prst="bentConnector3">
            <a:avLst>
              <a:gd name="adj1" fmla="val 47195"/>
            </a:avLst>
          </a:prstGeom>
          <a:noFill/>
          <a:ln w="19050">
            <a:solidFill>
              <a:srgbClr val="999999"/>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688" name="Google Shape;736;p32"/>
          <p:cNvGrpSpPr/>
          <p:nvPr/>
        </p:nvGrpSpPr>
        <p:grpSpPr>
          <a:xfrm>
            <a:off x="6818040" y="4749480"/>
            <a:ext cx="1580040" cy="442800"/>
            <a:chOff x="6818040" y="4749480"/>
            <a:chExt cx="1580040" cy="442800"/>
          </a:xfrm>
        </p:grpSpPr>
        <p:sp>
          <p:nvSpPr>
            <p:cNvPr id="689" name="Google Shape;737;p32"/>
            <p:cNvSpPr/>
            <p:nvPr/>
          </p:nvSpPr>
          <p:spPr>
            <a:xfrm rot="16200000">
              <a:off x="7386480" y="4180680"/>
              <a:ext cx="442800" cy="1580040"/>
            </a:xfrm>
            <a:prstGeom prst="snip2SameRect">
              <a:avLst>
                <a:gd name="adj1" fmla="val 16667"/>
                <a:gd name="adj2" fmla="val 0"/>
              </a:avLst>
            </a:prstGeom>
            <a:solidFill>
              <a:srgbClr val="f6b26b"/>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90" name="Google Shape;738;p32"/>
            <p:cNvSpPr/>
            <p:nvPr/>
          </p:nvSpPr>
          <p:spPr>
            <a:xfrm>
              <a:off x="6906960" y="4821480"/>
              <a:ext cx="1374840" cy="297720"/>
            </a:xfrm>
            <a:prstGeom prst="rect">
              <a:avLst/>
            </a:prstGeom>
            <a:solidFill>
              <a:srgbClr val="f6b26b"/>
            </a:solid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version: v2</a:t>
              </a:r>
              <a:endParaRPr b="0" lang="en-US" sz="1400" strike="noStrike" u="none">
                <a:solidFill>
                  <a:srgbClr val="000000"/>
                </a:solidFill>
                <a:effectLst/>
                <a:uFillTx/>
                <a:latin typeface="Arial"/>
              </a:endParaRPr>
            </a:p>
          </p:txBody>
        </p:sp>
      </p:grpSp>
      <p:grpSp>
        <p:nvGrpSpPr>
          <p:cNvPr id="691" name="Google Shape;739;p32"/>
          <p:cNvGrpSpPr/>
          <p:nvPr/>
        </p:nvGrpSpPr>
        <p:grpSpPr>
          <a:xfrm>
            <a:off x="4804920" y="1573200"/>
            <a:ext cx="1580040" cy="442800"/>
            <a:chOff x="4804920" y="1573200"/>
            <a:chExt cx="1580040" cy="442800"/>
          </a:xfrm>
        </p:grpSpPr>
        <p:sp>
          <p:nvSpPr>
            <p:cNvPr id="692" name="Google Shape;740;p32"/>
            <p:cNvSpPr/>
            <p:nvPr/>
          </p:nvSpPr>
          <p:spPr>
            <a:xfrm rot="16200000">
              <a:off x="5373360" y="1004400"/>
              <a:ext cx="442800" cy="1580040"/>
            </a:xfrm>
            <a:prstGeom prst="snip2SameRect">
              <a:avLst>
                <a:gd name="adj1" fmla="val 16667"/>
                <a:gd name="adj2" fmla="val 0"/>
              </a:avLst>
            </a:prstGeom>
            <a:solidFill>
              <a:srgbClr val="f6b26b"/>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93" name="Google Shape;741;p32"/>
            <p:cNvSpPr/>
            <p:nvPr/>
          </p:nvSpPr>
          <p:spPr>
            <a:xfrm>
              <a:off x="4893840" y="1644840"/>
              <a:ext cx="1374840" cy="297720"/>
            </a:xfrm>
            <a:prstGeom prst="rect">
              <a:avLst/>
            </a:prstGeom>
            <a:solidFill>
              <a:srgbClr val="f6b26b"/>
            </a:solid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version: v1</a:t>
              </a:r>
              <a:endParaRPr b="0" lang="en-US" sz="1400" strike="noStrike" u="none">
                <a:solidFill>
                  <a:srgbClr val="000000"/>
                </a:solidFill>
                <a:effectLst/>
                <a:uFillTx/>
                <a:latin typeface="Arial"/>
              </a:endParaRPr>
            </a:p>
          </p:txBody>
        </p:sp>
      </p:grpSp>
      <p:grpSp>
        <p:nvGrpSpPr>
          <p:cNvPr id="694" name="Google Shape;742;p32"/>
          <p:cNvGrpSpPr/>
          <p:nvPr/>
        </p:nvGrpSpPr>
        <p:grpSpPr>
          <a:xfrm>
            <a:off x="9525960" y="1573200"/>
            <a:ext cx="1580040" cy="442800"/>
            <a:chOff x="9525960" y="1573200"/>
            <a:chExt cx="1580040" cy="442800"/>
          </a:xfrm>
        </p:grpSpPr>
        <p:sp>
          <p:nvSpPr>
            <p:cNvPr id="695" name="Google Shape;743;p32"/>
            <p:cNvSpPr/>
            <p:nvPr/>
          </p:nvSpPr>
          <p:spPr>
            <a:xfrm rot="16200000">
              <a:off x="10094400" y="1004400"/>
              <a:ext cx="442800" cy="1580040"/>
            </a:xfrm>
            <a:prstGeom prst="snip2SameRect">
              <a:avLst>
                <a:gd name="adj1" fmla="val 16667"/>
                <a:gd name="adj2" fmla="val 0"/>
              </a:avLst>
            </a:prstGeom>
            <a:solidFill>
              <a:srgbClr val="f6b26b"/>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96" name="Google Shape;744;p32"/>
            <p:cNvSpPr/>
            <p:nvPr/>
          </p:nvSpPr>
          <p:spPr>
            <a:xfrm>
              <a:off x="9614520" y="1644840"/>
              <a:ext cx="1374840" cy="297720"/>
            </a:xfrm>
            <a:prstGeom prst="rect">
              <a:avLst/>
            </a:prstGeom>
            <a:solidFill>
              <a:srgbClr val="f6b26b"/>
            </a:solidFill>
            <a:ln w="0">
              <a:noFill/>
            </a:ln>
          </p:spPr>
          <p:style>
            <a:lnRef idx="0"/>
            <a:fillRef idx="0"/>
            <a:effectRef idx="0"/>
            <a:fontRef idx="minor"/>
          </p:style>
          <p:txBody>
            <a:bodyPr lIns="90000" rIns="90000" tIns="149040" bIns="149040" anchor="ctr">
              <a:noAutofit/>
            </a:bodyPr>
            <a:p>
              <a:pPr algn="ctr">
                <a:lnSpc>
                  <a:spcPct val="100000"/>
                </a:lnSpc>
                <a:tabLst>
                  <a:tab algn="l" pos="0"/>
                </a:tabLst>
              </a:pPr>
              <a:r>
                <a:rPr b="1" lang="en-US" sz="1400" strike="noStrike" u="none">
                  <a:solidFill>
                    <a:srgbClr val="000000"/>
                  </a:solidFill>
                  <a:effectLst/>
                  <a:uFillTx/>
                  <a:latin typeface="Helvetica Neue"/>
                  <a:ea typeface="Helvetica Neue"/>
                </a:rPr>
                <a:t>version: v2</a:t>
              </a:r>
              <a:endParaRPr b="0" lang="en-US" sz="14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Lab</a:t>
            </a:r>
            <a:endParaRPr b="0" lang="en-US" sz="3200" strike="noStrike" u="none">
              <a:solidFill>
                <a:srgbClr val="000000"/>
              </a:solidFill>
              <a:effectLst/>
              <a:uFillTx/>
              <a:latin typeface="Arial"/>
            </a:endParaRPr>
          </a:p>
        </p:txBody>
      </p:sp>
      <p:sp>
        <p:nvSpPr>
          <p:cNvPr id="698" name="PlaceHolder 2"/>
          <p:cNvSpPr>
            <a:spLocks noGrp="1"/>
          </p:cNvSpPr>
          <p:nvPr>
            <p:ph type="sldNum" idx="4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F5811A8E-CC7A-4BB6-AEE5-1DF411A2D9C1}"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699" name="Google Shape;752;p33"/>
          <p:cNvSpPr/>
          <p:nvPr/>
        </p:nvSpPr>
        <p:spPr>
          <a:xfrm>
            <a:off x="-11880" y="1232280"/>
            <a:ext cx="12203280" cy="5304600"/>
          </a:xfrm>
          <a:prstGeom prst="rect">
            <a:avLst/>
          </a:prstGeom>
          <a:gradFill rotWithShape="0">
            <a:gsLst>
              <a:gs pos="0">
                <a:srgbClr val="d9d9d9"/>
              </a:gs>
              <a:gs pos="100000">
                <a:srgbClr val="f3f3f3"/>
              </a:gs>
            </a:gsLst>
            <a:lin ang="5400000"/>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00" name="Google Shape;754;p33"/>
          <p:cNvSpPr/>
          <p:nvPr/>
        </p:nvSpPr>
        <p:spPr>
          <a:xfrm>
            <a:off x="0" y="1512000"/>
            <a:ext cx="12191400" cy="3054600"/>
          </a:xfrm>
          <a:prstGeom prst="rect">
            <a:avLst/>
          </a:prstGeom>
          <a:noFill/>
          <a:ln w="0">
            <a:noFill/>
          </a:ln>
        </p:spPr>
        <p:style>
          <a:lnRef idx="0"/>
          <a:fillRef idx="0"/>
          <a:effectRef idx="0"/>
          <a:fontRef idx="minor"/>
        </p:style>
        <p:txBody>
          <a:bodyPr lIns="90000" rIns="90000" tIns="46800" bIns="45000" anchor="ctr">
            <a:noAutofit/>
          </a:bodyPr>
          <a:p>
            <a:pPr marL="457200" algn="ctr">
              <a:lnSpc>
                <a:spcPct val="90000"/>
              </a:lnSpc>
              <a:tabLst>
                <a:tab algn="l" pos="0"/>
              </a:tabLst>
            </a:pPr>
            <a:r>
              <a:rPr b="1" lang="en-US" sz="5500" strike="noStrike" u="none">
                <a:solidFill>
                  <a:srgbClr val="980714"/>
                </a:solidFill>
                <a:effectLst/>
                <a:uFillTx/>
                <a:latin typeface="Calibri"/>
                <a:ea typeface="Calibri"/>
              </a:rPr>
              <a:t>Rolling Out Your App</a:t>
            </a:r>
            <a:endParaRPr b="0" lang="en-US" sz="5500" strike="noStrike" u="none">
              <a:solidFill>
                <a:srgbClr val="980714"/>
              </a:solidFill>
              <a:effectLst/>
              <a:uFillTx/>
              <a:latin typeface="Arial"/>
            </a:endParaRPr>
          </a:p>
        </p:txBody>
      </p:sp>
      <p:sp>
        <p:nvSpPr>
          <p:cNvPr id="701" name="Google Shape;755;p33"/>
          <p:cNvSpPr/>
          <p:nvPr/>
        </p:nvSpPr>
        <p:spPr>
          <a:xfrm>
            <a:off x="-18000" y="0"/>
            <a:ext cx="12203280" cy="323280"/>
          </a:xfrm>
          <a:prstGeom prst="rect">
            <a:avLst/>
          </a:prstGeom>
          <a:solidFill>
            <a:srgbClr val="d9d9d9"/>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02" name="Google Shape;756;p33"/>
          <p:cNvSpPr/>
          <p:nvPr/>
        </p:nvSpPr>
        <p:spPr>
          <a:xfrm>
            <a:off x="-11160" y="333000"/>
            <a:ext cx="12191400" cy="907560"/>
          </a:xfrm>
          <a:prstGeom prst="rect">
            <a:avLst/>
          </a:prstGeom>
          <a:noFill/>
          <a:ln w="2857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What is a canary deployment?</a:t>
            </a:r>
            <a:endParaRPr b="0" lang="en-US" sz="3200" strike="noStrike" u="none">
              <a:solidFill>
                <a:srgbClr val="000000"/>
              </a:solidFill>
              <a:effectLst/>
              <a:uFillTx/>
              <a:latin typeface="Arial"/>
            </a:endParaRPr>
          </a:p>
        </p:txBody>
      </p:sp>
      <p:sp>
        <p:nvSpPr>
          <p:cNvPr id="704" name="PlaceHolder 2"/>
          <p:cNvSpPr>
            <a:spLocks noGrp="1"/>
          </p:cNvSpPr>
          <p:nvPr>
            <p:ph/>
          </p:nvPr>
        </p:nvSpPr>
        <p:spPr>
          <a:xfrm>
            <a:off x="828000" y="1528200"/>
            <a:ext cx="10511280" cy="4679280"/>
          </a:xfrm>
          <a:prstGeom prst="rect">
            <a:avLst/>
          </a:prstGeom>
          <a:noFill/>
          <a:ln w="0">
            <a:noFill/>
          </a:ln>
        </p:spPr>
        <p:txBody>
          <a:bodyPr lIns="90000" rIns="90000" tIns="46800" bIns="45000" anchor="t">
            <a:noAutofit/>
          </a:bodyPr>
          <a:p>
            <a:pPr indent="0">
              <a:lnSpc>
                <a:spcPct val="90000"/>
              </a:lnSpc>
              <a:spcBef>
                <a:spcPts val="1001"/>
              </a:spcBef>
              <a:buNone/>
              <a:tabLst>
                <a:tab algn="l" pos="0"/>
              </a:tabLst>
            </a:pPr>
            <a:r>
              <a:rPr b="0" lang="en-US" sz="2400" strike="noStrike" u="none">
                <a:solidFill>
                  <a:srgbClr val="000000"/>
                </a:solidFill>
                <a:effectLst/>
                <a:uFillTx/>
                <a:latin typeface="Helvetica Neue Light"/>
                <a:ea typeface="Helvetica Neue Light"/>
              </a:rPr>
              <a:t>1. Squawking when a deployment breaks</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000000"/>
                </a:solidFill>
                <a:effectLst/>
                <a:uFillTx/>
                <a:latin typeface="Helvetica Neue Light"/>
                <a:ea typeface="Helvetica Neue Light"/>
              </a:rPr>
              <a:t>2. Deploying a new version of the application alongside the old version and directing a subset of traffic to the new version</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000000"/>
                </a:solidFill>
                <a:effectLst/>
                <a:uFillTx/>
                <a:latin typeface="Helvetica Neue Light"/>
                <a:ea typeface="Helvetica Neue Light"/>
              </a:rPr>
              <a:t>3. Deploying a new version of the application alongside the old version then scaling up the new version and scaling down the old version concurrently</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000000"/>
                </a:solidFill>
                <a:effectLst/>
                <a:uFillTx/>
                <a:latin typeface="Helvetica Neue Light"/>
                <a:ea typeface="Helvetica Neue Light"/>
              </a:rPr>
              <a:t>4. Deploying a new version to a 'staging' environment for testing before deploying it to production</a:t>
            </a:r>
            <a:endParaRPr b="0" lang="en-US" sz="2400" strike="noStrike" u="none">
              <a:solidFill>
                <a:srgbClr val="000000"/>
              </a:solidFill>
              <a:effectLst/>
              <a:uFillTx/>
              <a:latin typeface="Arial"/>
            </a:endParaRPr>
          </a:p>
        </p:txBody>
      </p:sp>
      <p:sp>
        <p:nvSpPr>
          <p:cNvPr id="705" name="PlaceHolder 3"/>
          <p:cNvSpPr>
            <a:spLocks noGrp="1"/>
          </p:cNvSpPr>
          <p:nvPr>
            <p:ph type="sldNum" idx="45"/>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9638A740-8A1D-4285-91FC-60A3095B950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What is one reason you would choose </a:t>
            </a:r>
            <a:endParaRPr b="0" lang="en-US" sz="3200" strike="noStrike" u="none">
              <a:solidFill>
                <a:srgbClr val="000000"/>
              </a:solidFill>
              <a:effectLst/>
              <a:uFillTx/>
              <a:latin typeface="Arial"/>
            </a:endParaRPr>
          </a:p>
          <a:p>
            <a:pPr indent="0">
              <a:lnSpc>
                <a:spcPct val="90000"/>
              </a:lnSpc>
              <a:buNone/>
              <a:tabLst>
                <a:tab algn="l" pos="0"/>
              </a:tabLst>
            </a:pPr>
            <a:r>
              <a:rPr b="0" lang="en-US" sz="3200" strike="noStrike" u="none">
                <a:solidFill>
                  <a:srgbClr val="233445"/>
                </a:solidFill>
                <a:effectLst/>
                <a:uFillTx/>
                <a:latin typeface="Helvetica Neue Light"/>
                <a:ea typeface="Helvetica Neue Light"/>
              </a:rPr>
              <a:t>a </a:t>
            </a:r>
            <a:r>
              <a:rPr b="1" lang="en-US" sz="3200" strike="noStrike" u="none">
                <a:solidFill>
                  <a:srgbClr val="233445"/>
                </a:solidFill>
                <a:effectLst/>
                <a:uFillTx/>
                <a:latin typeface="Helvetica Neue"/>
                <a:ea typeface="Helvetica Neue"/>
              </a:rPr>
              <a:t>recreate</a:t>
            </a:r>
            <a:r>
              <a:rPr b="0" lang="en-US" sz="3200" strike="noStrike" u="none">
                <a:solidFill>
                  <a:srgbClr val="233445"/>
                </a:solidFill>
                <a:effectLst/>
                <a:uFillTx/>
                <a:latin typeface="Helvetica Neue Light"/>
                <a:ea typeface="Helvetica Neue Light"/>
              </a:rPr>
              <a:t> instead of a </a:t>
            </a:r>
            <a:r>
              <a:rPr b="1" lang="en-US" sz="3200" strike="noStrike" u="none">
                <a:solidFill>
                  <a:srgbClr val="233445"/>
                </a:solidFill>
                <a:effectLst/>
                <a:uFillTx/>
                <a:latin typeface="Helvetica Neue"/>
                <a:ea typeface="Helvetica Neue"/>
              </a:rPr>
              <a:t>rolling</a:t>
            </a:r>
            <a:r>
              <a:rPr b="0" lang="en-US" sz="3200" strike="noStrike" u="none">
                <a:solidFill>
                  <a:srgbClr val="233445"/>
                </a:solidFill>
                <a:effectLst/>
                <a:uFillTx/>
                <a:latin typeface="Helvetica Neue Light"/>
                <a:ea typeface="Helvetica Neue Light"/>
              </a:rPr>
              <a:t> deployment?</a:t>
            </a:r>
            <a:endParaRPr b="0" lang="en-US" sz="3200" strike="noStrike" u="none">
              <a:solidFill>
                <a:srgbClr val="000000"/>
              </a:solidFill>
              <a:effectLst/>
              <a:uFillTx/>
              <a:latin typeface="Arial"/>
            </a:endParaRPr>
          </a:p>
        </p:txBody>
      </p:sp>
      <p:sp>
        <p:nvSpPr>
          <p:cNvPr id="707" name="PlaceHolder 2"/>
          <p:cNvSpPr>
            <a:spLocks noGrp="1"/>
          </p:cNvSpPr>
          <p:nvPr>
            <p:ph type="sldNum" idx="4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093C6C2-8484-4CEC-995D-658338CEA30F}"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TotalTime>
  <Application>LibreOffice/25.2.6.2$Linux_X86_64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2025-10-28T08:50:24Z</dcterms:modified>
  <cp:revision>2</cp:revision>
  <dc:subject/>
  <dc:title/>
</cp:coreProperties>
</file>

<file path=docProps/custom.xml><?xml version="1.0" encoding="utf-8"?>
<Properties xmlns="http://schemas.openxmlformats.org/officeDocument/2006/custom-properties" xmlns:vt="http://schemas.openxmlformats.org/officeDocument/2006/docPropsVTypes"/>
</file>