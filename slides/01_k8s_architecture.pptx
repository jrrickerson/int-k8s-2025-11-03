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5.xml.rels" ContentType="application/vnd.openxmlformats-package.relationships+xml"/>
  <Override PartName="/ppt/slideMasters/_rels/slideMaster1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13.xml" ContentType="application/vnd.openxmlformats-officedocument.presentationml.slideMaster+xml"/>
  <Override PartName="/ppt/slideMasters/slideMaster25.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37.xml" ContentType="application/vnd.openxmlformats-officedocument.theme+xml"/>
  <Override PartName="/ppt/slideLayouts/slideLayout22.xml" ContentType="application/vnd.openxmlformats-officedocument.presentationml.slideLayout+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_rels/slideLayout29.xml.rels" ContentType="application/vnd.openxmlformats-package.relationships+xml"/>
  <Override PartName="/ppt/slideLayouts/_rels/slideLayout31.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28.xml.rels" ContentType="application/vnd.openxmlformats-package.relationships+xml"/>
  <Override PartName="/ppt/slideLayouts/_rels/slideLayout30.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32.xml.rels" ContentType="application/vnd.openxmlformats-package.relationships+xml"/>
  <Override PartName="/ppt/slideLayouts/_rels/slideLayout33.xml.rels" ContentType="application/vnd.openxmlformats-package.relationships+xml"/>
  <Override PartName="/ppt/slideLayouts/_rels/slideLayout34.xml.rels" ContentType="application/vnd.openxmlformats-package.relationships+xml"/>
  <Override PartName="/ppt/slideLayouts/_rels/slideLayout35.xml.rels" ContentType="application/vnd.openxmlformats-package.relationships+xml"/>
  <Override PartName="/ppt/slideLayouts/_rels/slideLayout36.xml.rels" ContentType="application/vnd.openxmlformats-package.relationships+xml"/>
  <Override PartName="/ppt/slideLayouts/_rels/slideLayout26.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2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23.xml.rels" ContentType="application/vnd.openxmlformats-package.relationships+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29.xml" ContentType="application/vnd.openxmlformats-officedocument.presentationml.slideLayout+xml"/>
  <Override PartName="/ppt/slideLayouts/slideLayout3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32.xml" ContentType="application/vnd.openxmlformats-officedocument.presentationml.slideLayout+xml"/>
  <Override PartName="/ppt/slideLayouts/slideLayout13.xml" ContentType="application/vnd.openxmlformats-officedocument.presentationml.slideLayout+xml"/>
  <Override PartName="/ppt/slideLayouts/slideLayout9.xml" ContentType="application/vnd.openxmlformats-officedocument.presentationml.slideLayout+xml"/>
  <Override PartName="/ppt/slideLayouts/slideLayout33.xml" ContentType="application/vnd.openxmlformats-officedocument.presentationml.slideLayout+xml"/>
  <Override PartName="/ppt/slideLayouts/slideLayout30.xml" ContentType="application/vnd.openxmlformats-officedocument.presentationml.slideLayout+xml"/>
  <Override PartName="/ppt/slideLayouts/slideLayout6.xml" ContentType="application/vnd.openxmlformats-officedocument.presentationml.slideLayout+xml"/>
  <Override PartName="/ppt/slideLayouts/slideLayout28.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27.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xml" ContentType="application/vnd.openxmlformats-officedocument.presentationml.slideLayout+xml"/>
  <Override PartName="/ppt/slideLayouts/slideLayout2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_rels/presentation.xml.rels" ContentType="application/vnd.openxmlformats-package.relationships+xml"/>
  <Override PartName="/ppt/media/image1.jpeg" ContentType="image/jpeg"/>
  <Override PartName="/ppt/media/image6.png" ContentType="image/png"/>
  <Override PartName="/ppt/media/image2.jpeg" ContentType="image/jpeg"/>
  <Override PartName="/ppt/media/image4.png" ContentType="image/png"/>
  <Override PartName="/ppt/media/image3.png" ContentType="image/png"/>
  <Override PartName="/ppt/media/image5.png" ContentType="image/png"/>
  <Override PartName="/ppt/media/image7.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23.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23.xml" ContentType="application/vnd.openxmlformats-officedocument.presentationml.slide+xml"/>
  <Override PartName="/ppt/slides/slide6.xml" ContentType="application/vnd.openxmlformats-officedocument.presentationml.slide+xml"/>
  <Override PartName="/ppt/slides/slide2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notesSlide14.xml" ContentType="application/vnd.openxmlformats-officedocument.presentationml.notesSlide+xml"/>
  <Override PartName="/ppt/notesSlides/_rels/notesSlide6.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7.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23.xml.rels" ContentType="application/vnd.openxmlformats-package.relationships+xml"/>
  <Override PartName="/ppt/notesSlides/_rels/notesSlide8.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13.xml"/><Relationship Id="rId4" Type="http://schemas.openxmlformats.org/officeDocument/2006/relationships/slideMaster" Target="slideMasters/slideMaster2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7"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6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6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&lt;header&gt;</a:t>
            </a:r>
            <a:endParaRPr b="0" lang="en-US" sz="1400" strike="noStrike" u="none">
              <a:solidFill>
                <a:srgbClr val="000000"/>
              </a:solidFill>
              <a:effectLst/>
              <a:uFillTx/>
              <a:latin typeface="Times New Roman"/>
            </a:endParaRPr>
          </a:p>
        </p:txBody>
      </p:sp>
      <p:sp>
        <p:nvSpPr>
          <p:cNvPr id="170" name="PlaceHolder 4"/>
          <p:cNvSpPr>
            <a:spLocks noGrp="1"/>
          </p:cNvSpPr>
          <p:nvPr>
            <p:ph type="dt" idx="37"/>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71" name="PlaceHolder 5"/>
          <p:cNvSpPr>
            <a:spLocks noGrp="1"/>
          </p:cNvSpPr>
          <p:nvPr>
            <p:ph type="ftr" idx="38"/>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72" name="PlaceHolder 6"/>
          <p:cNvSpPr>
            <a:spLocks noGrp="1"/>
          </p:cNvSpPr>
          <p:nvPr>
            <p:ph type="sldNum" idx="39"/>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436A88EC-CB52-4563-9FB4-EAFB69906BB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hyperlink" Target="https://kubernetes.io/" TargetMode="External"/><Relationship Id="rId2" Type="http://schemas.openxmlformats.org/officeDocument/2006/relationships/hyperlink" Target="https://www.cncf.io/" TargetMode="External"/><Relationship Id="rId3" Type="http://schemas.openxmlformats.org/officeDocument/2006/relationships/hyperlink" Target="https://github.com/kubernetes/kubernetes" TargetMode="External"/><Relationship Id="rId4" Type="http://schemas.openxmlformats.org/officeDocument/2006/relationships/hyperlink" Target="https://github.com/kubernetes/kubernetes/blob/master/logo/logo.png" TargetMode="External"/><Relationship Id="rId5" Type="http://schemas.openxmlformats.org/officeDocument/2006/relationships/hyperlink" Target="https://github.com/cncf/artwork" TargetMode="External"/><Relationship Id="rId6" Type="http://schemas.openxmlformats.org/officeDocument/2006/relationships/slide" Target="../slides/slide3.xml"/><Relationship Id="rId7"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hyperlink" Target="https://kubernetes.io/docs/reference/generated/kubernetes-api/v1.14/" TargetMode="External"/><Relationship Id="rId2" Type="http://schemas.openxmlformats.org/officeDocument/2006/relationships/slide" Target="../slides/slide8.xml"/><Relationship Id="rId3"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hyperlink" Target="https://kubernetes.io/docs/concepts/overview/working-with-objects/namespaces/" TargetMode="External"/><Relationship Id="rId2" Type="http://schemas.openxmlformats.org/officeDocument/2006/relationships/slide" Target="../slides/slide19.xml"/><Relationship Id="rId3"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8" name="PlaceHolder 1"/>
          <p:cNvSpPr>
            <a:spLocks noGrp="1"/>
          </p:cNvSpPr>
          <p:nvPr>
            <p:ph type="sldImg"/>
          </p:nvPr>
        </p:nvSpPr>
        <p:spPr>
          <a:xfrm>
            <a:off x="685800" y="1143000"/>
            <a:ext cx="5485320" cy="3085200"/>
          </a:xfrm>
          <a:prstGeom prst="rect">
            <a:avLst/>
          </a:prstGeom>
          <a:ln w="0">
            <a:noFill/>
          </a:ln>
        </p:spPr>
      </p:sp>
      <p:sp>
        <p:nvSpPr>
          <p:cNvPr id="699"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00" name="PlaceHolder 3"/>
          <p:cNvSpPr>
            <a:spLocks noGrp="1"/>
          </p:cNvSpPr>
          <p:nvPr>
            <p:ph type="sldNum" idx="62"/>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E288D7F-CE7C-4580-8433-F97803AF0B0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1" name="PlaceHolder 1"/>
          <p:cNvSpPr>
            <a:spLocks noGrp="1"/>
          </p:cNvSpPr>
          <p:nvPr>
            <p:ph type="sldImg"/>
          </p:nvPr>
        </p:nvSpPr>
        <p:spPr>
          <a:xfrm>
            <a:off x="685800" y="1143000"/>
            <a:ext cx="5485320" cy="3085200"/>
          </a:xfrm>
          <a:prstGeom prst="rect">
            <a:avLst/>
          </a:prstGeom>
          <a:ln w="0">
            <a:noFill/>
          </a:ln>
        </p:spPr>
      </p:sp>
      <p:sp>
        <p:nvSpPr>
          <p:cNvPr id="702"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a:t>
            </a:r>
            <a:endParaRPr b="0" lang="en-US" sz="1100" strike="noStrike" u="none">
              <a:solidFill>
                <a:srgbClr val="000000"/>
              </a:solidFill>
              <a:effectLst/>
              <a:uFillTx/>
              <a:latin typeface="Arial"/>
            </a:endParaRPr>
          </a:p>
          <a:p>
            <a:pPr marL="216000" indent="-216000">
              <a:lnSpc>
                <a:spcPct val="100000"/>
              </a:lnSpc>
              <a:buNone/>
              <a:tabLst>
                <a:tab algn="l" pos="0"/>
              </a:tabLst>
            </a:pPr>
            <a:r>
              <a:rPr b="0" lang="en-US" sz="1100" strike="noStrike" u="sng">
                <a:solidFill>
                  <a:srgbClr val="000000"/>
                </a:solidFill>
                <a:effectLst/>
                <a:uFillTx/>
                <a:latin typeface="Arial"/>
                <a:ea typeface="Arial"/>
                <a:hlinkClick r:id="rId2"/>
              </a:rPr>
              <a:t>https://www.cncf.io/</a:t>
            </a:r>
            <a:endParaRPr b="0" lang="en-US" sz="1100" strike="noStrike" u="none">
              <a:solidFill>
                <a:srgbClr val="000000"/>
              </a:solidFill>
              <a:effectLst/>
              <a:uFillTx/>
              <a:latin typeface="Arial"/>
            </a:endParaRPr>
          </a:p>
          <a:p>
            <a:pPr marL="216000" indent="-216000">
              <a:lnSpc>
                <a:spcPct val="100000"/>
              </a:lnSpc>
              <a:buNone/>
              <a:tabLst>
                <a:tab algn="l" pos="0"/>
              </a:tabLst>
            </a:pPr>
            <a:r>
              <a:rPr b="0" lang="en-US" sz="1200" strike="noStrike" u="sng">
                <a:solidFill>
                  <a:srgbClr val="000000"/>
                </a:solidFill>
                <a:effectLst/>
                <a:uFillTx/>
                <a:latin typeface="Calibri"/>
                <a:ea typeface="Calibri"/>
                <a:hlinkClick r:id="rId3"/>
              </a:rPr>
              <a:t>https://github.com/kubernetes/kubernetes</a:t>
            </a:r>
            <a:r>
              <a:rPr b="0" lang="en-US" sz="1200" strike="noStrike" u="none">
                <a:solidFill>
                  <a:srgbClr val="000000"/>
                </a:solidFill>
                <a:effectLst/>
                <a:uFillTx/>
                <a:latin typeface="Calibri"/>
                <a:ea typeface="Calibri"/>
              </a:rPr>
              <a:t> </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100" strike="noStrike" u="sng">
                <a:solidFill>
                  <a:srgbClr val="000000"/>
                </a:solidFill>
                <a:effectLst/>
                <a:uFillTx/>
                <a:latin typeface="Arial"/>
                <a:ea typeface="Arial"/>
                <a:hlinkClick r:id="rId4"/>
              </a:rPr>
              <a:t>https://github.com/kubernetes/kubernetes/blob/master/logo/logo.png</a:t>
            </a:r>
            <a:endParaRPr b="0" lang="en-US" sz="1100" strike="noStrike" u="none">
              <a:solidFill>
                <a:srgbClr val="000000"/>
              </a:solidFill>
              <a:effectLst/>
              <a:uFillTx/>
              <a:latin typeface="Arial"/>
            </a:endParaRPr>
          </a:p>
          <a:p>
            <a:pPr marL="216000" indent="-216000">
              <a:lnSpc>
                <a:spcPct val="100000"/>
              </a:lnSpc>
              <a:buNone/>
              <a:tabLst>
                <a:tab algn="l" pos="0"/>
              </a:tabLst>
            </a:pPr>
            <a:r>
              <a:rPr b="0" lang="en-US" sz="1100" strike="noStrike" u="sng">
                <a:solidFill>
                  <a:srgbClr val="000000"/>
                </a:solidFill>
                <a:effectLst/>
                <a:uFillTx/>
                <a:latin typeface="Arial"/>
                <a:ea typeface="Arial"/>
                <a:hlinkClick r:id="rId5"/>
              </a:rPr>
              <a:t>https://github.com/cncf/artwork</a:t>
            </a:r>
            <a:endParaRPr b="0" lang="en-US" sz="11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p:txBody>
      </p:sp>
      <p:sp>
        <p:nvSpPr>
          <p:cNvPr id="703" name="PlaceHolder 3"/>
          <p:cNvSpPr>
            <a:spLocks noGrp="1"/>
          </p:cNvSpPr>
          <p:nvPr>
            <p:ph type="sldNum" idx="63"/>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23AD07A-3208-4358-B3B0-E64DF33774D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4" name="PlaceHolder 1"/>
          <p:cNvSpPr>
            <a:spLocks noGrp="1"/>
          </p:cNvSpPr>
          <p:nvPr>
            <p:ph type="sldImg"/>
          </p:nvPr>
        </p:nvSpPr>
        <p:spPr>
          <a:xfrm>
            <a:off x="685800" y="1143000"/>
            <a:ext cx="5485320" cy="3085200"/>
          </a:xfrm>
          <a:prstGeom prst="rect">
            <a:avLst/>
          </a:prstGeom>
          <a:ln w="0">
            <a:noFill/>
          </a:ln>
        </p:spPr>
      </p:sp>
      <p:sp>
        <p:nvSpPr>
          <p:cNvPr id="705"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Clusters consist of master and application nodes</a:t>
            </a:r>
            <a:endParaRPr b="0" lang="en-US" sz="1200" strike="noStrike" u="none">
              <a:solidFill>
                <a:srgbClr val="000000"/>
              </a:solidFill>
              <a:effectLst/>
              <a:uFillTx/>
              <a:latin typeface="Arial"/>
            </a:endParaRPr>
          </a:p>
        </p:txBody>
      </p:sp>
      <p:sp>
        <p:nvSpPr>
          <p:cNvPr id="706" name="PlaceHolder 3"/>
          <p:cNvSpPr>
            <a:spLocks noGrp="1"/>
          </p:cNvSpPr>
          <p:nvPr>
            <p:ph type="sldNum" idx="64"/>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2CA33FA-4CFE-4E4C-9367-95C1E8DEF7BD}"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7" name="PlaceHolder 1"/>
          <p:cNvSpPr>
            <a:spLocks noGrp="1"/>
          </p:cNvSpPr>
          <p:nvPr>
            <p:ph type="sldImg"/>
          </p:nvPr>
        </p:nvSpPr>
        <p:spPr>
          <a:xfrm>
            <a:off x="685800" y="1143000"/>
            <a:ext cx="5485320" cy="3085200"/>
          </a:xfrm>
          <a:prstGeom prst="rect">
            <a:avLst/>
          </a:prstGeom>
          <a:ln w="0">
            <a:noFill/>
          </a:ln>
        </p:spPr>
      </p:sp>
      <p:sp>
        <p:nvSpPr>
          <p:cNvPr id="708"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Clusters can be Huge! Pokemon GO runs lots of clusters with 1000's of nodes in each.</a:t>
            </a:r>
            <a:endParaRPr b="0" lang="en-US" sz="1200" strike="noStrike" u="none">
              <a:solidFill>
                <a:srgbClr val="000000"/>
              </a:solidFill>
              <a:effectLst/>
              <a:uFillTx/>
              <a:latin typeface="Arial"/>
            </a:endParaRPr>
          </a:p>
        </p:txBody>
      </p:sp>
      <p:sp>
        <p:nvSpPr>
          <p:cNvPr id="709" name="PlaceHolder 3"/>
          <p:cNvSpPr>
            <a:spLocks noGrp="1"/>
          </p:cNvSpPr>
          <p:nvPr>
            <p:ph type="sldNum" idx="65"/>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D41D424-4721-4A4E-9E37-26C0D98B9A20}"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0" name="PlaceHolder 1"/>
          <p:cNvSpPr>
            <a:spLocks noGrp="1"/>
          </p:cNvSpPr>
          <p:nvPr>
            <p:ph type="sldImg"/>
          </p:nvPr>
        </p:nvSpPr>
        <p:spPr>
          <a:xfrm>
            <a:off x="685800" y="1143000"/>
            <a:ext cx="5485320" cy="3085200"/>
          </a:xfrm>
          <a:prstGeom prst="rect">
            <a:avLst/>
          </a:prstGeom>
          <a:ln w="0">
            <a:noFill/>
          </a:ln>
        </p:spPr>
      </p:sp>
      <p:sp>
        <p:nvSpPr>
          <p:cNvPr id="711"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The Master nodes handle the scheduling of apps onto application nodes</a:t>
            </a:r>
            <a:endParaRPr b="0" lang="en-US" sz="1200" strike="noStrike" u="none">
              <a:solidFill>
                <a:srgbClr val="000000"/>
              </a:solidFill>
              <a:effectLst/>
              <a:uFillTx/>
              <a:latin typeface="Arial"/>
            </a:endParaRPr>
          </a:p>
        </p:txBody>
      </p:sp>
      <p:sp>
        <p:nvSpPr>
          <p:cNvPr id="712" name="PlaceHolder 3"/>
          <p:cNvSpPr>
            <a:spLocks noGrp="1"/>
          </p:cNvSpPr>
          <p:nvPr>
            <p:ph type="sldNum" idx="66"/>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0392471-1C01-4588-A933-CCA2D1D1097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3" name="PlaceHolder 1"/>
          <p:cNvSpPr>
            <a:spLocks noGrp="1"/>
          </p:cNvSpPr>
          <p:nvPr>
            <p:ph type="sldImg"/>
          </p:nvPr>
        </p:nvSpPr>
        <p:spPr>
          <a:xfrm>
            <a:off x="685800" y="1143000"/>
            <a:ext cx="5485320" cy="3085200"/>
          </a:xfrm>
          <a:prstGeom prst="rect">
            <a:avLst/>
          </a:prstGeom>
          <a:ln w="0">
            <a:noFill/>
          </a:ln>
        </p:spPr>
      </p:sp>
      <p:sp>
        <p:nvSpPr>
          <p:cNvPr id="714"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The plumbing of Kubernetes consists of many parts.</a:t>
            </a:r>
            <a:endParaRPr b="0" lang="en-US" sz="1200" strike="noStrike" u="none">
              <a:solidFill>
                <a:srgbClr val="000000"/>
              </a:solidFill>
              <a:effectLst/>
              <a:uFillTx/>
              <a:latin typeface="Arial"/>
            </a:endParaRPr>
          </a:p>
        </p:txBody>
      </p:sp>
      <p:sp>
        <p:nvSpPr>
          <p:cNvPr id="715" name="PlaceHolder 3"/>
          <p:cNvSpPr>
            <a:spLocks noGrp="1"/>
          </p:cNvSpPr>
          <p:nvPr>
            <p:ph type="sldNum" idx="67"/>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702BE37-4C68-4FA2-9C7D-BBC133E95B3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6" name="PlaceHolder 1"/>
          <p:cNvSpPr>
            <a:spLocks noGrp="1"/>
          </p:cNvSpPr>
          <p:nvPr>
            <p:ph type="sldImg"/>
          </p:nvPr>
        </p:nvSpPr>
        <p:spPr>
          <a:xfrm>
            <a:off x="685800" y="1143000"/>
            <a:ext cx="5485320" cy="3085200"/>
          </a:xfrm>
          <a:prstGeom prst="rect">
            <a:avLst/>
          </a:prstGeom>
          <a:ln w="0">
            <a:noFill/>
          </a:ln>
        </p:spPr>
      </p:sp>
      <p:sp>
        <p:nvSpPr>
          <p:cNvPr id="717"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sng">
                <a:solidFill>
                  <a:srgbClr val="000000"/>
                </a:solidFill>
                <a:effectLst/>
                <a:uFillTx/>
                <a:latin typeface="Calibri"/>
                <a:ea typeface="Calibri"/>
                <a:hlinkClick r:id="rId1"/>
              </a:rPr>
              <a:t>https://kubernetes.io/docs/reference/generated/kubernetes-api/v1.14/</a:t>
            </a:r>
            <a:r>
              <a:rPr b="0" lang="en-US" sz="1200" strike="noStrike" u="none">
                <a:solidFill>
                  <a:srgbClr val="000000"/>
                </a:solidFill>
                <a:effectLst/>
                <a:uFillTx/>
                <a:latin typeface="Calibri"/>
                <a:ea typeface="Calibri"/>
              </a:rPr>
              <a:t> </a:t>
            </a:r>
            <a:endParaRPr b="0" lang="en-US" sz="1200" strike="noStrike" u="none">
              <a:solidFill>
                <a:srgbClr val="000000"/>
              </a:solidFill>
              <a:effectLst/>
              <a:uFillTx/>
              <a:latin typeface="Arial"/>
            </a:endParaRPr>
          </a:p>
        </p:txBody>
      </p:sp>
      <p:sp>
        <p:nvSpPr>
          <p:cNvPr id="718" name="PlaceHolder 3"/>
          <p:cNvSpPr>
            <a:spLocks noGrp="1"/>
          </p:cNvSpPr>
          <p:nvPr>
            <p:ph type="sldNum" idx="68"/>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259FA0A-1DA4-4577-8906-5550660E1571}"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9" name="PlaceHolder 1"/>
          <p:cNvSpPr>
            <a:spLocks noGrp="1"/>
          </p:cNvSpPr>
          <p:nvPr>
            <p:ph type="sldImg"/>
          </p:nvPr>
        </p:nvSpPr>
        <p:spPr>
          <a:xfrm>
            <a:off x="685800" y="1143000"/>
            <a:ext cx="5485320" cy="3085200"/>
          </a:xfrm>
          <a:prstGeom prst="rect">
            <a:avLst/>
          </a:prstGeom>
          <a:ln w="0">
            <a:noFill/>
          </a:ln>
        </p:spPr>
      </p:sp>
      <p:sp>
        <p:nvSpPr>
          <p:cNvPr id="720"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21" name="PlaceHolder 3"/>
          <p:cNvSpPr>
            <a:spLocks noGrp="1"/>
          </p:cNvSpPr>
          <p:nvPr>
            <p:ph type="sldNum" idx="69"/>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B09D643-ECC5-4E33-BD2D-D161DE197D36}"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2" name="PlaceHolder 1"/>
          <p:cNvSpPr>
            <a:spLocks noGrp="1"/>
          </p:cNvSpPr>
          <p:nvPr>
            <p:ph type="sldImg"/>
          </p:nvPr>
        </p:nvSpPr>
        <p:spPr>
          <a:xfrm>
            <a:off x="685800" y="1143000"/>
            <a:ext cx="5485320" cy="3085200"/>
          </a:xfrm>
          <a:prstGeom prst="rect">
            <a:avLst/>
          </a:prstGeom>
          <a:ln w="0">
            <a:noFill/>
          </a:ln>
        </p:spPr>
      </p:sp>
      <p:sp>
        <p:nvSpPr>
          <p:cNvPr id="723"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24" name="PlaceHolder 3"/>
          <p:cNvSpPr>
            <a:spLocks noGrp="1"/>
          </p:cNvSpPr>
          <p:nvPr>
            <p:ph type="sldNum" idx="70"/>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AC6746E-6A6C-40F9-A116-E500E996B015}"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5" name="PlaceHolder 1"/>
          <p:cNvSpPr>
            <a:spLocks noGrp="1"/>
          </p:cNvSpPr>
          <p:nvPr>
            <p:ph type="sldImg"/>
          </p:nvPr>
        </p:nvSpPr>
        <p:spPr>
          <a:xfrm>
            <a:off x="685800" y="1143000"/>
            <a:ext cx="5485320" cy="3085200"/>
          </a:xfrm>
          <a:prstGeom prst="rect">
            <a:avLst/>
          </a:prstGeom>
          <a:ln w="0">
            <a:noFill/>
          </a:ln>
        </p:spPr>
      </p:sp>
      <p:sp>
        <p:nvSpPr>
          <p:cNvPr id="726"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27" name="PlaceHolder 3"/>
          <p:cNvSpPr>
            <a:spLocks noGrp="1"/>
          </p:cNvSpPr>
          <p:nvPr>
            <p:ph type="sldNum" idx="71"/>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80471700-58B0-4759-B9E8-551606DFBA1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8" name="PlaceHolder 1"/>
          <p:cNvSpPr>
            <a:spLocks noGrp="1"/>
          </p:cNvSpPr>
          <p:nvPr>
            <p:ph type="sldImg"/>
          </p:nvPr>
        </p:nvSpPr>
        <p:spPr>
          <a:xfrm>
            <a:off x="685800" y="1143000"/>
            <a:ext cx="5485320" cy="3085200"/>
          </a:xfrm>
          <a:prstGeom prst="rect">
            <a:avLst/>
          </a:prstGeom>
          <a:ln w="0">
            <a:noFill/>
          </a:ln>
        </p:spPr>
      </p:sp>
      <p:sp>
        <p:nvSpPr>
          <p:cNvPr id="729"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30" name="PlaceHolder 3"/>
          <p:cNvSpPr>
            <a:spLocks noGrp="1"/>
          </p:cNvSpPr>
          <p:nvPr>
            <p:ph type="sldNum" idx="72"/>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08AFB9E-5A71-4DF4-8A90-B5F86E3A2EE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1" name="PlaceHolder 1"/>
          <p:cNvSpPr>
            <a:spLocks noGrp="1"/>
          </p:cNvSpPr>
          <p:nvPr>
            <p:ph type="sldImg"/>
          </p:nvPr>
        </p:nvSpPr>
        <p:spPr>
          <a:xfrm>
            <a:off x="685800" y="1143000"/>
            <a:ext cx="5485320" cy="3085200"/>
          </a:xfrm>
          <a:prstGeom prst="rect">
            <a:avLst/>
          </a:prstGeom>
          <a:ln w="0">
            <a:noFill/>
          </a:ln>
        </p:spPr>
      </p:sp>
      <p:sp>
        <p:nvSpPr>
          <p:cNvPr id="732"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So we know the pieces, how do we use it? </a:t>
            </a:r>
            <a:endParaRPr b="0" lang="en-US" sz="12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The job of the master is to continuously reconcile the desired state and actual state. As a user, we just simply declare the desired state.</a:t>
            </a:r>
            <a:endParaRPr b="0" lang="en-US" sz="1200" strike="noStrike" u="none">
              <a:solidFill>
                <a:srgbClr val="000000"/>
              </a:solidFill>
              <a:effectLst/>
              <a:uFillTx/>
              <a:latin typeface="Arial"/>
            </a:endParaRPr>
          </a:p>
        </p:txBody>
      </p:sp>
      <p:sp>
        <p:nvSpPr>
          <p:cNvPr id="733" name="PlaceHolder 3"/>
          <p:cNvSpPr>
            <a:spLocks noGrp="1"/>
          </p:cNvSpPr>
          <p:nvPr>
            <p:ph type="sldNum" idx="73"/>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173D15D7-D665-41D1-930E-2D561DE6091A}"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4" name="PlaceHolder 1"/>
          <p:cNvSpPr>
            <a:spLocks noGrp="1"/>
          </p:cNvSpPr>
          <p:nvPr>
            <p:ph type="sldImg"/>
          </p:nvPr>
        </p:nvSpPr>
        <p:spPr>
          <a:xfrm>
            <a:off x="685800" y="1143000"/>
            <a:ext cx="5485320" cy="3085200"/>
          </a:xfrm>
          <a:prstGeom prst="rect">
            <a:avLst/>
          </a:prstGeom>
          <a:ln w="0">
            <a:noFill/>
          </a:ln>
        </p:spPr>
      </p:sp>
      <p:sp>
        <p:nvSpPr>
          <p:cNvPr id="735"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36" name="PlaceHolder 3"/>
          <p:cNvSpPr>
            <a:spLocks noGrp="1"/>
          </p:cNvSpPr>
          <p:nvPr>
            <p:ph type="sldNum" idx="74"/>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61D13D1D-2A71-45C7-AFBF-C3CDC960AC6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7" name="PlaceHolder 1"/>
          <p:cNvSpPr>
            <a:spLocks noGrp="1"/>
          </p:cNvSpPr>
          <p:nvPr>
            <p:ph type="sldImg"/>
          </p:nvPr>
        </p:nvSpPr>
        <p:spPr>
          <a:xfrm>
            <a:off x="685800" y="1143000"/>
            <a:ext cx="5485320" cy="3085200"/>
          </a:xfrm>
          <a:prstGeom prst="rect">
            <a:avLst/>
          </a:prstGeom>
          <a:ln w="0">
            <a:noFill/>
          </a:ln>
        </p:spPr>
      </p:sp>
      <p:sp>
        <p:nvSpPr>
          <p:cNvPr id="738"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The user declares their desired state for their app via the API. The desired state is described by a set of Object Manifests written in YAML that are uploaded to the K8s API, more on this in the next module. The user does not have to care about what steps must be taken to reach their desired state.</a:t>
            </a:r>
            <a:endParaRPr b="0" lang="en-US" sz="1200" strike="noStrike" u="none">
              <a:solidFill>
                <a:srgbClr val="000000"/>
              </a:solidFill>
              <a:effectLst/>
              <a:uFillTx/>
              <a:latin typeface="Arial"/>
            </a:endParaRPr>
          </a:p>
        </p:txBody>
      </p:sp>
      <p:sp>
        <p:nvSpPr>
          <p:cNvPr id="739" name="PlaceHolder 3"/>
          <p:cNvSpPr>
            <a:spLocks noGrp="1"/>
          </p:cNvSpPr>
          <p:nvPr>
            <p:ph type="sldNum" idx="75"/>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DA5F026-DFB1-49C7-9988-3EAB4377A729}"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0" name="PlaceHolder 1"/>
          <p:cNvSpPr>
            <a:spLocks noGrp="1"/>
          </p:cNvSpPr>
          <p:nvPr>
            <p:ph type="sldImg"/>
          </p:nvPr>
        </p:nvSpPr>
        <p:spPr>
          <a:xfrm>
            <a:off x="685800" y="1143000"/>
            <a:ext cx="5485320" cy="3085200"/>
          </a:xfrm>
          <a:prstGeom prst="rect">
            <a:avLst/>
          </a:prstGeom>
          <a:ln w="0">
            <a:noFill/>
          </a:ln>
        </p:spPr>
      </p:sp>
      <p:sp>
        <p:nvSpPr>
          <p:cNvPr id="741"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"Pods" are the most fundamental kubernetes object. We package up our app, put it inside a container, and deploy it on kubernetes inside of a pod. A pod has its own storage and IP address.</a:t>
            </a:r>
            <a:endParaRPr b="0" lang="en-US" sz="1200" strike="noStrike" u="none">
              <a:solidFill>
                <a:srgbClr val="000000"/>
              </a:solidFill>
              <a:effectLst/>
              <a:uFillTx/>
              <a:latin typeface="Arial"/>
            </a:endParaRPr>
          </a:p>
        </p:txBody>
      </p:sp>
      <p:sp>
        <p:nvSpPr>
          <p:cNvPr id="742" name="PlaceHolder 3"/>
          <p:cNvSpPr>
            <a:spLocks noGrp="1"/>
          </p:cNvSpPr>
          <p:nvPr>
            <p:ph type="sldNum" idx="76"/>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6513B35-AA47-4320-9D58-F173DCD596BE}"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3" name="PlaceHolder 1"/>
          <p:cNvSpPr>
            <a:spLocks noGrp="1"/>
          </p:cNvSpPr>
          <p:nvPr>
            <p:ph type="sldImg"/>
          </p:nvPr>
        </p:nvSpPr>
        <p:spPr>
          <a:xfrm>
            <a:off x="685800" y="1143000"/>
            <a:ext cx="5485320" cy="3085200"/>
          </a:xfrm>
          <a:prstGeom prst="rect">
            <a:avLst/>
          </a:prstGeom>
          <a:ln w="0">
            <a:noFill/>
          </a:ln>
        </p:spPr>
      </p:sp>
      <p:sp>
        <p:nvSpPr>
          <p:cNvPr id="744"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A Pod should only contain a single application. There are a couple exceptions to this which we will cover later. This is critical because the isolation of the application is at the pod level, so two containers in the same pod could disturb each other.</a:t>
            </a:r>
            <a:endParaRPr b="0" lang="en-US" sz="1200" strike="noStrike" u="none">
              <a:solidFill>
                <a:srgbClr val="000000"/>
              </a:solidFill>
              <a:effectLst/>
              <a:uFillTx/>
              <a:latin typeface="Arial"/>
            </a:endParaRPr>
          </a:p>
        </p:txBody>
      </p:sp>
      <p:sp>
        <p:nvSpPr>
          <p:cNvPr id="745" name="PlaceHolder 3"/>
          <p:cNvSpPr>
            <a:spLocks noGrp="1"/>
          </p:cNvSpPr>
          <p:nvPr>
            <p:ph type="sldNum" idx="77"/>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38CD0C8-FB48-42D4-A256-C9E942100613}"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6" name="PlaceHolder 1"/>
          <p:cNvSpPr>
            <a:spLocks noGrp="1"/>
          </p:cNvSpPr>
          <p:nvPr>
            <p:ph type="sldImg"/>
          </p:nvPr>
        </p:nvSpPr>
        <p:spPr>
          <a:xfrm>
            <a:off x="685800" y="1143000"/>
            <a:ext cx="5485320" cy="3085200"/>
          </a:xfrm>
          <a:prstGeom prst="rect">
            <a:avLst/>
          </a:prstGeom>
          <a:ln w="0">
            <a:noFill/>
          </a:ln>
        </p:spPr>
      </p:sp>
      <p:sp>
        <p:nvSpPr>
          <p:cNvPr id="747"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200" strike="noStrike" u="none">
                <a:solidFill>
                  <a:srgbClr val="000000"/>
                </a:solidFill>
                <a:effectLst/>
                <a:uFillTx/>
                <a:latin typeface="Calibri"/>
                <a:ea typeface="Calibri"/>
              </a:rPr>
              <a:t>If we want to scale-out our application, we must create more pods that run it. If we had the application running multiple times in a pod, we are not actually giving it any more resources. If we had different apps in a single pod, we would have to scale them together. </a:t>
            </a:r>
            <a:endParaRPr b="0" lang="en-US" sz="1200" strike="noStrike" u="none">
              <a:solidFill>
                <a:srgbClr val="000000"/>
              </a:solidFill>
              <a:effectLst/>
              <a:uFillTx/>
              <a:latin typeface="Arial"/>
            </a:endParaRPr>
          </a:p>
        </p:txBody>
      </p:sp>
      <p:sp>
        <p:nvSpPr>
          <p:cNvPr id="748" name="PlaceHolder 3"/>
          <p:cNvSpPr>
            <a:spLocks noGrp="1"/>
          </p:cNvSpPr>
          <p:nvPr>
            <p:ph type="sldNum" idx="78"/>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918E4EF-E9C5-452E-A250-B853014D5F4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9" name="PlaceHolder 1"/>
          <p:cNvSpPr>
            <a:spLocks noGrp="1"/>
          </p:cNvSpPr>
          <p:nvPr>
            <p:ph type="sldImg"/>
          </p:nvPr>
        </p:nvSpPr>
        <p:spPr>
          <a:xfrm>
            <a:off x="685800" y="1143000"/>
            <a:ext cx="5485320" cy="3085200"/>
          </a:xfrm>
          <a:prstGeom prst="rect">
            <a:avLst/>
          </a:prstGeom>
          <a:ln w="0">
            <a:noFill/>
          </a:ln>
        </p:spPr>
      </p:sp>
      <p:sp>
        <p:nvSpPr>
          <p:cNvPr id="750"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marL="216000" indent="-216000">
              <a:lnSpc>
                <a:spcPct val="100000"/>
              </a:lnSpc>
              <a:buNone/>
              <a:tabLst>
                <a:tab algn="l" pos="0"/>
              </a:tabLst>
            </a:pPr>
            <a:r>
              <a:rPr b="0" lang="en-US" sz="1100" strike="noStrike" u="sng">
                <a:solidFill>
                  <a:srgbClr val="000000"/>
                </a:solidFill>
                <a:effectLst/>
                <a:uFillTx/>
                <a:latin typeface="Arial"/>
                <a:ea typeface="Arial"/>
                <a:hlinkClick r:id="rId1"/>
              </a:rPr>
              <a:t>https://kubernetes.io/docs/concepts/overview/working-with-objects/namespaces/</a:t>
            </a:r>
            <a:endParaRPr b="0" lang="en-US" sz="1100" strike="noStrike" u="none">
              <a:solidFill>
                <a:srgbClr val="000000"/>
              </a:solidFill>
              <a:effectLst/>
              <a:uFillTx/>
              <a:latin typeface="Arial"/>
            </a:endParaRPr>
          </a:p>
          <a:p>
            <a:pPr marL="216000" indent="-216000">
              <a:lnSpc>
                <a:spcPct val="100000"/>
              </a:lnSpc>
              <a:buNone/>
              <a:tabLst>
                <a:tab algn="l" pos="0"/>
              </a:tabLst>
            </a:pPr>
            <a:endParaRPr b="0" lang="en-US" sz="1200" strike="noStrike" u="none">
              <a:solidFill>
                <a:srgbClr val="000000"/>
              </a:solidFill>
              <a:effectLst/>
              <a:uFillTx/>
              <a:latin typeface="Arial"/>
            </a:endParaRPr>
          </a:p>
          <a:p>
            <a:pPr marL="216000" indent="-216000">
              <a:lnSpc>
                <a:spcPct val="100000"/>
              </a:lnSpc>
              <a:buNone/>
              <a:tabLst>
                <a:tab algn="l" pos="0"/>
              </a:tabLst>
            </a:pPr>
            <a:r>
              <a:rPr b="0" lang="en-US" sz="1200" strike="noStrike" u="none">
                <a:solidFill>
                  <a:srgbClr val="000000"/>
                </a:solidFill>
                <a:effectLst/>
                <a:uFillTx/>
                <a:latin typeface="Calibri"/>
                <a:ea typeface="Calibri"/>
              </a:rPr>
              <a:t>You may use namespaces to separate resources for different teams or maybe environments such as dev, test, and prod. Kubernetes actually runs it's internal objects in a namespace called </a:t>
            </a:r>
            <a:r>
              <a:rPr b="0" i="1" lang="en-US" sz="1200" strike="noStrike" u="none">
                <a:solidFill>
                  <a:srgbClr val="000000"/>
                </a:solidFill>
                <a:effectLst/>
                <a:uFillTx/>
                <a:latin typeface="Calibri"/>
                <a:ea typeface="Calibri"/>
              </a:rPr>
              <a:t>kube-system</a:t>
            </a:r>
            <a:r>
              <a:rPr b="0" lang="en-US" sz="1200" strike="noStrike" u="none">
                <a:solidFill>
                  <a:srgbClr val="000000"/>
                </a:solidFill>
                <a:effectLst/>
                <a:uFillTx/>
                <a:latin typeface="Calibri"/>
                <a:ea typeface="Calibri"/>
              </a:rPr>
              <a:t>.</a:t>
            </a:r>
            <a:endParaRPr b="0" lang="en-US" sz="1200" strike="noStrike" u="none">
              <a:solidFill>
                <a:srgbClr val="000000"/>
              </a:solidFill>
              <a:effectLst/>
              <a:uFillTx/>
              <a:latin typeface="Arial"/>
            </a:endParaRPr>
          </a:p>
        </p:txBody>
      </p:sp>
      <p:sp>
        <p:nvSpPr>
          <p:cNvPr id="751" name="PlaceHolder 3"/>
          <p:cNvSpPr>
            <a:spLocks noGrp="1"/>
          </p:cNvSpPr>
          <p:nvPr>
            <p:ph type="sldNum" idx="79"/>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75A0227-717E-4B1A-B185-3CC1F3A29D62}"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2" name="PlaceHolder 1"/>
          <p:cNvSpPr>
            <a:spLocks noGrp="1"/>
          </p:cNvSpPr>
          <p:nvPr>
            <p:ph type="sldImg"/>
          </p:nvPr>
        </p:nvSpPr>
        <p:spPr>
          <a:xfrm>
            <a:off x="685800" y="1143000"/>
            <a:ext cx="5485320" cy="3085200"/>
          </a:xfrm>
          <a:prstGeom prst="rect">
            <a:avLst/>
          </a:prstGeom>
          <a:ln w="0">
            <a:noFill/>
          </a:ln>
        </p:spPr>
      </p:sp>
      <p:sp>
        <p:nvSpPr>
          <p:cNvPr id="753"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54" name="PlaceHolder 3"/>
          <p:cNvSpPr>
            <a:spLocks noGrp="1"/>
          </p:cNvSpPr>
          <p:nvPr>
            <p:ph type="sldNum" idx="80"/>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8A7B573-C819-4D35-94C7-FBCB7A1F9C68}"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5" name="PlaceHolder 1"/>
          <p:cNvSpPr>
            <a:spLocks noGrp="1"/>
          </p:cNvSpPr>
          <p:nvPr>
            <p:ph type="sldImg"/>
          </p:nvPr>
        </p:nvSpPr>
        <p:spPr>
          <a:xfrm>
            <a:off x="685800" y="1143000"/>
            <a:ext cx="5485320" cy="3085200"/>
          </a:xfrm>
          <a:prstGeom prst="rect">
            <a:avLst/>
          </a:prstGeom>
          <a:ln w="0">
            <a:noFill/>
          </a:ln>
        </p:spPr>
      </p:sp>
      <p:sp>
        <p:nvSpPr>
          <p:cNvPr id="756"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57" name="PlaceHolder 3"/>
          <p:cNvSpPr>
            <a:spLocks noGrp="1"/>
          </p:cNvSpPr>
          <p:nvPr>
            <p:ph type="sldNum" idx="81"/>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AC54F9B6-DBA4-48C6-AD14-71F1405AC4DB}"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8" name="PlaceHolder 1"/>
          <p:cNvSpPr>
            <a:spLocks noGrp="1"/>
          </p:cNvSpPr>
          <p:nvPr>
            <p:ph type="sldImg"/>
          </p:nvPr>
        </p:nvSpPr>
        <p:spPr>
          <a:xfrm>
            <a:off x="685800" y="1143000"/>
            <a:ext cx="5485320" cy="3085200"/>
          </a:xfrm>
          <a:prstGeom prst="rect">
            <a:avLst/>
          </a:prstGeom>
          <a:ln w="0">
            <a:noFill/>
          </a:ln>
        </p:spPr>
      </p:sp>
      <p:sp>
        <p:nvSpPr>
          <p:cNvPr id="759" name="PlaceHolder 2"/>
          <p:cNvSpPr>
            <a:spLocks noGrp="1"/>
          </p:cNvSpPr>
          <p:nvPr>
            <p:ph type="body"/>
          </p:nvPr>
        </p:nvSpPr>
        <p:spPr>
          <a:xfrm>
            <a:off x="685800" y="4400640"/>
            <a:ext cx="5485320" cy="3599640"/>
          </a:xfrm>
          <a:prstGeom prst="rect">
            <a:avLst/>
          </a:prstGeom>
          <a:noFill/>
          <a:ln w="0">
            <a:noFill/>
          </a:ln>
        </p:spPr>
        <p:txBody>
          <a:bodyPr lIns="0" rIns="0" tIns="0" bIns="0" anchor="t">
            <a:noAutofit/>
          </a:bodyPr>
          <a:p>
            <a:pPr indent="0">
              <a:buNone/>
            </a:pPr>
            <a:endParaRPr b="0" lang="en-US" sz="1800" strike="noStrike" u="none">
              <a:solidFill>
                <a:srgbClr val="000000"/>
              </a:solidFill>
              <a:effectLst/>
              <a:uFillTx/>
              <a:latin typeface="Arial"/>
            </a:endParaRPr>
          </a:p>
        </p:txBody>
      </p:sp>
      <p:sp>
        <p:nvSpPr>
          <p:cNvPr id="760" name="PlaceHolder 3"/>
          <p:cNvSpPr>
            <a:spLocks noGrp="1"/>
          </p:cNvSpPr>
          <p:nvPr>
            <p:ph type="sldNum" idx="82"/>
          </p:nvPr>
        </p:nvSpPr>
        <p:spPr>
          <a:xfrm>
            <a:off x="3884760" y="8685360"/>
            <a:ext cx="2970720" cy="457560"/>
          </a:xfrm>
          <a:prstGeom prst="rect">
            <a:avLst/>
          </a:prstGeom>
          <a:noFill/>
          <a:ln w="0">
            <a:noFill/>
          </a:ln>
        </p:spPr>
        <p:txBody>
          <a:bodyPr lIns="0" rIns="0" tIns="0" bIns="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39D60B7-1169-434F-9774-F15784E482E4}"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3.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13.xml"/><Relationship Id="rId2" Type="http://schemas.openxmlformats.org/officeDocument/2006/relationships/image" Target="../media/image2.jpeg"/>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3.png"/>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25.xml"/><Relationship Id="rId2" Type="http://schemas.openxmlformats.org/officeDocument/2006/relationships/image" Target="../media/image2.jpe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itle Content and 2 Content">
    <p:bg>
      <p:bgPr>
        <a:blipFill rotWithShape="0">
          <a:blip r:embed="rId2"/>
          <a:stretch/>
        </a:blip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bg>
      <p:bgPr>
        <a:blipFill rotWithShape="0">
          <a:blip r:embed="rId2"/>
          <a:stretch/>
        </a:blip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a:t>
            </a:r>
            <a:r>
              <a:rPr b="0" lang="en-US" sz="1800" strike="noStrike" u="none">
                <a:solidFill>
                  <a:srgbClr val="000000"/>
                </a:solidFill>
                <a:effectLst/>
                <a:uFillTx/>
                <a:latin typeface="Arial"/>
              </a:rPr>
              <a:t>title text format</a:t>
            </a:r>
            <a:endParaRPr b="0" lang="en-US" sz="1800" strike="noStrike" u="none">
              <a:solidFill>
                <a:srgbClr val="000000"/>
              </a:solidFill>
              <a:effectLst/>
              <a:uFillTx/>
              <a:latin typeface="Arial"/>
            </a:endParaRPr>
          </a:p>
        </p:txBody>
      </p:sp>
      <p:sp>
        <p:nvSpPr>
          <p:cNvPr id="5"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bg>
      <p:bgPr>
        <a:blipFill rotWithShape="0">
          <a:blip r:embed="rId2"/>
          <a:stretch/>
        </a:blip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li</a:t>
            </a: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k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o </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a:t>
            </a:r>
            <a:r>
              <a:rPr b="0" lang="en-US" sz="1800" strike="noStrike" u="none">
                <a:solidFill>
                  <a:srgbClr val="000000"/>
                </a:solidFill>
                <a:effectLst/>
                <a:uFillTx/>
                <a:latin typeface="Arial"/>
              </a:rPr>
              <a:t>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x</a:t>
            </a:r>
            <a:r>
              <a:rPr b="0" lang="en-US" sz="1800" strike="noStrike" u="none">
                <a:solidFill>
                  <a:srgbClr val="000000"/>
                </a:solidFill>
                <a:effectLst/>
                <a:uFillTx/>
                <a:latin typeface="Arial"/>
              </a:rPr>
              <a:t>t </a:t>
            </a:r>
            <a:r>
              <a:rPr b="0" lang="en-US" sz="1800" strike="noStrike" u="none">
                <a:solidFill>
                  <a:srgbClr val="000000"/>
                </a:solidFill>
                <a:effectLst/>
                <a:uFillTx/>
                <a:latin typeface="Arial"/>
              </a:rPr>
              <a:t>f</a:t>
            </a:r>
            <a:r>
              <a:rPr b="0" lang="en-US" sz="1800" strike="noStrike" u="none">
                <a:solidFill>
                  <a:srgbClr val="000000"/>
                </a:solidFill>
                <a:effectLst/>
                <a:uFillTx/>
                <a:latin typeface="Arial"/>
              </a:rPr>
              <a:t>o</a:t>
            </a:r>
            <a:r>
              <a:rPr b="0" lang="en-US" sz="1800" strike="noStrike" u="none">
                <a:solidFill>
                  <a:srgbClr val="000000"/>
                </a:solidFill>
                <a:effectLst/>
                <a:uFillTx/>
                <a:latin typeface="Arial"/>
              </a:rPr>
              <a:t>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a:t>
            </a:r>
            <a:r>
              <a:rPr b="0" lang="en-US" sz="1800" strike="noStrike" u="none">
                <a:solidFill>
                  <a:srgbClr val="000000"/>
                </a:solidFill>
                <a:effectLst/>
                <a:uFillTx/>
                <a:latin typeface="Arial"/>
              </a:rPr>
              <a:t>t</a:t>
            </a:r>
            <a:endParaRPr b="0" lang="en-US" sz="1800" strike="noStrike" u="none">
              <a:solidFill>
                <a:srgbClr val="000000"/>
              </a:solidFill>
              <a:effectLst/>
              <a:uFillTx/>
              <a:latin typeface="Arial"/>
            </a:endParaRPr>
          </a:p>
        </p:txBody>
      </p:sp>
      <p:sp>
        <p:nvSpPr>
          <p:cNvPr id="9"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bg>
      <p:bgPr>
        <a:blipFill rotWithShape="0">
          <a:blip r:embed="rId2"/>
          <a:stretch/>
        </a:blip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li</a:t>
            </a: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k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o </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a:t>
            </a:r>
            <a:r>
              <a:rPr b="0" lang="en-US" sz="1800" strike="noStrike" u="none">
                <a:solidFill>
                  <a:srgbClr val="000000"/>
                </a:solidFill>
                <a:effectLst/>
                <a:uFillTx/>
                <a:latin typeface="Arial"/>
              </a:rPr>
              <a:t>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x</a:t>
            </a:r>
            <a:r>
              <a:rPr b="0" lang="en-US" sz="1800" strike="noStrike" u="none">
                <a:solidFill>
                  <a:srgbClr val="000000"/>
                </a:solidFill>
                <a:effectLst/>
                <a:uFillTx/>
                <a:latin typeface="Arial"/>
              </a:rPr>
              <a:t>t </a:t>
            </a:r>
            <a:r>
              <a:rPr b="0" lang="en-US" sz="1800" strike="noStrike" u="none">
                <a:solidFill>
                  <a:srgbClr val="000000"/>
                </a:solidFill>
                <a:effectLst/>
                <a:uFillTx/>
                <a:latin typeface="Arial"/>
              </a:rPr>
              <a:t>f</a:t>
            </a:r>
            <a:r>
              <a:rPr b="0" lang="en-US" sz="1800" strike="noStrike" u="none">
                <a:solidFill>
                  <a:srgbClr val="000000"/>
                </a:solidFill>
                <a:effectLst/>
                <a:uFillTx/>
                <a:latin typeface="Arial"/>
              </a:rPr>
              <a:t>o</a:t>
            </a:r>
            <a:r>
              <a:rPr b="0" lang="en-US" sz="1800" strike="noStrike" u="none">
                <a:solidFill>
                  <a:srgbClr val="000000"/>
                </a:solidFill>
                <a:effectLst/>
                <a:uFillTx/>
                <a:latin typeface="Arial"/>
              </a:rPr>
              <a:t>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a:t>
            </a:r>
            <a:r>
              <a:rPr b="0" lang="en-US" sz="1800" strike="noStrike" u="none">
                <a:solidFill>
                  <a:srgbClr val="000000"/>
                </a:solidFill>
                <a:effectLst/>
                <a:uFillTx/>
                <a:latin typeface="Arial"/>
              </a:rPr>
              <a:t>t</a:t>
            </a:r>
            <a:endParaRPr b="0" lang="en-US" sz="1800" strike="noStrike" u="none">
              <a:solidFill>
                <a:srgbClr val="000000"/>
              </a:solidFill>
              <a:effectLst/>
              <a:uFillTx/>
              <a:latin typeface="Arial"/>
            </a:endParaRPr>
          </a:p>
        </p:txBody>
      </p:sp>
      <p:sp>
        <p:nvSpPr>
          <p:cNvPr id="1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bg>
      <p:bgPr>
        <a:blipFill rotWithShape="0">
          <a:blip r:embed="rId2"/>
          <a:stretch/>
        </a:blip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li</a:t>
            </a: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k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o </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a:t>
            </a:r>
            <a:r>
              <a:rPr b="0" lang="en-US" sz="1800" strike="noStrike" u="none">
                <a:solidFill>
                  <a:srgbClr val="000000"/>
                </a:solidFill>
                <a:effectLst/>
                <a:uFillTx/>
                <a:latin typeface="Arial"/>
              </a:rPr>
              <a:t>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x</a:t>
            </a:r>
            <a:r>
              <a:rPr b="0" lang="en-US" sz="1800" strike="noStrike" u="none">
                <a:solidFill>
                  <a:srgbClr val="000000"/>
                </a:solidFill>
                <a:effectLst/>
                <a:uFillTx/>
                <a:latin typeface="Arial"/>
              </a:rPr>
              <a:t>t </a:t>
            </a:r>
            <a:r>
              <a:rPr b="0" lang="en-US" sz="1800" strike="noStrike" u="none">
                <a:solidFill>
                  <a:srgbClr val="000000"/>
                </a:solidFill>
                <a:effectLst/>
                <a:uFillTx/>
                <a:latin typeface="Arial"/>
              </a:rPr>
              <a:t>f</a:t>
            </a:r>
            <a:r>
              <a:rPr b="0" lang="en-US" sz="1800" strike="noStrike" u="none">
                <a:solidFill>
                  <a:srgbClr val="000000"/>
                </a:solidFill>
                <a:effectLst/>
                <a:uFillTx/>
                <a:latin typeface="Arial"/>
              </a:rPr>
              <a:t>o</a:t>
            </a:r>
            <a:r>
              <a:rPr b="0" lang="en-US" sz="1800" strike="noStrike" u="none">
                <a:solidFill>
                  <a:srgbClr val="000000"/>
                </a:solidFill>
                <a:effectLst/>
                <a:uFillTx/>
                <a:latin typeface="Arial"/>
              </a:rPr>
              <a:t>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a:t>
            </a:r>
            <a:r>
              <a:rPr b="0" lang="en-US" sz="1800" strike="noStrike" u="none">
                <a:solidFill>
                  <a:srgbClr val="000000"/>
                </a:solidFill>
                <a:effectLst/>
                <a:uFillTx/>
                <a:latin typeface="Arial"/>
              </a:rPr>
              <a:t>t</a:t>
            </a:r>
            <a:endParaRPr b="0" lang="en-US" sz="1800" strike="noStrike" u="none">
              <a:solidFill>
                <a:srgbClr val="000000"/>
              </a:solidFill>
              <a:effectLst/>
              <a:uFillTx/>
              <a:latin typeface="Arial"/>
            </a:endParaRPr>
          </a:p>
        </p:txBody>
      </p:sp>
      <p:sp>
        <p:nvSpPr>
          <p:cNvPr id="17"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8"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9"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0"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1"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22"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bg>
      <p:bgPr>
        <a:blipFill rotWithShape="0">
          <a:blip r:embed="rId2"/>
          <a:stretch/>
        </a:blip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24"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bg>
      <p:bgPr>
        <a:blipFill rotWithShape="0">
          <a:blip r:embed="rId2"/>
          <a:stretch/>
        </a:blip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li</a:t>
            </a: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k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o </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a:t>
            </a:r>
            <a:r>
              <a:rPr b="0" lang="en-US" sz="1800" strike="noStrike" u="none">
                <a:solidFill>
                  <a:srgbClr val="000000"/>
                </a:solidFill>
                <a:effectLst/>
                <a:uFillTx/>
                <a:latin typeface="Arial"/>
              </a:rPr>
              <a:t>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x</a:t>
            </a:r>
            <a:r>
              <a:rPr b="0" lang="en-US" sz="1800" strike="noStrike" u="none">
                <a:solidFill>
                  <a:srgbClr val="000000"/>
                </a:solidFill>
                <a:effectLst/>
                <a:uFillTx/>
                <a:latin typeface="Arial"/>
              </a:rPr>
              <a:t>t </a:t>
            </a:r>
            <a:r>
              <a:rPr b="0" lang="en-US" sz="1800" strike="noStrike" u="none">
                <a:solidFill>
                  <a:srgbClr val="000000"/>
                </a:solidFill>
                <a:effectLst/>
                <a:uFillTx/>
                <a:latin typeface="Arial"/>
              </a:rPr>
              <a:t>f</a:t>
            </a:r>
            <a:r>
              <a:rPr b="0" lang="en-US" sz="1800" strike="noStrike" u="none">
                <a:solidFill>
                  <a:srgbClr val="000000"/>
                </a:solidFill>
                <a:effectLst/>
                <a:uFillTx/>
                <a:latin typeface="Arial"/>
              </a:rPr>
              <a:t>o</a:t>
            </a:r>
            <a:r>
              <a:rPr b="0" lang="en-US" sz="1800" strike="noStrike" u="none">
                <a:solidFill>
                  <a:srgbClr val="000000"/>
                </a:solidFill>
                <a:effectLst/>
                <a:uFillTx/>
                <a:latin typeface="Arial"/>
              </a:rPr>
              <a:t>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a:t>
            </a:r>
            <a:r>
              <a:rPr b="0" lang="en-US" sz="1800" strike="noStrike" u="none">
                <a:solidFill>
                  <a:srgbClr val="000000"/>
                </a:solidFill>
                <a:effectLst/>
                <a:uFillTx/>
                <a:latin typeface="Arial"/>
              </a:rPr>
              <a:t>t</a:t>
            </a:r>
            <a:endParaRPr b="0" lang="en-US" sz="1800" strike="noStrike" u="none">
              <a:solidFill>
                <a:srgbClr val="000000"/>
              </a:solidFill>
              <a:effectLst/>
              <a:uFillTx/>
              <a:latin typeface="Arial"/>
            </a:endParaRPr>
          </a:p>
        </p:txBody>
      </p:sp>
      <p:sp>
        <p:nvSpPr>
          <p:cNvPr id="26"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bg>
      <p:bgPr>
        <a:blipFill rotWithShape="0">
          <a:blip r:embed="rId2"/>
          <a:stretch/>
        </a:blip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a:t>
            </a:r>
            <a:r>
              <a:rPr b="0" lang="en-US" sz="1800" strike="noStrike" u="none">
                <a:solidFill>
                  <a:srgbClr val="000000"/>
                </a:solidFill>
                <a:effectLst/>
                <a:uFillTx/>
                <a:latin typeface="Arial"/>
              </a:rPr>
              <a:t>text format</a:t>
            </a:r>
            <a:endParaRPr b="0" lang="en-US" sz="1800" strike="noStrike" u="none">
              <a:solidFill>
                <a:srgbClr val="000000"/>
              </a:solidFill>
              <a:effectLst/>
              <a:uFillTx/>
              <a:latin typeface="Arial"/>
            </a:endParaRPr>
          </a:p>
        </p:txBody>
      </p:sp>
      <p:sp>
        <p:nvSpPr>
          <p:cNvPr id="28"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bg>
      <p:bgPr>
        <a:blipFill rotWithShape="0">
          <a:blip r:embed="rId2"/>
          <a:stretch/>
        </a:blipFill>
      </p:bgPr>
    </p:bg>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a:t>
            </a:r>
            <a:r>
              <a:rPr b="0" lang="en-US" sz="1800" strike="noStrike" u="none">
                <a:solidFill>
                  <a:srgbClr val="000000"/>
                </a:solidFill>
                <a:effectLst/>
                <a:uFillTx/>
                <a:latin typeface="Arial"/>
              </a:rPr>
              <a:t>text format</a:t>
            </a:r>
            <a:endParaRPr b="0" lang="en-US" sz="1800" strike="noStrike" u="none">
              <a:solidFill>
                <a:srgbClr val="000000"/>
              </a:solidFill>
              <a:effectLst/>
              <a:uFillTx/>
              <a:latin typeface="Arial"/>
            </a:endParaRPr>
          </a:p>
        </p:txBody>
      </p:sp>
      <p:sp>
        <p:nvSpPr>
          <p:cNvPr id="30"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1"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blipFill rotWithShape="0">
          <a:blip r:embed="rId2"/>
          <a:stretch/>
        </a:blip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li</a:t>
            </a:r>
            <a:r>
              <a:rPr b="0" lang="en-US" sz="1800" strike="noStrike" u="none">
                <a:solidFill>
                  <a:srgbClr val="000000"/>
                </a:solidFill>
                <a:effectLst/>
                <a:uFillTx/>
                <a:latin typeface="Arial"/>
              </a:rPr>
              <a:t>c</a:t>
            </a:r>
            <a:r>
              <a:rPr b="0" lang="en-US" sz="1800" strike="noStrike" u="none">
                <a:solidFill>
                  <a:srgbClr val="000000"/>
                </a:solidFill>
                <a:effectLst/>
                <a:uFillTx/>
                <a:latin typeface="Arial"/>
              </a:rPr>
              <a:t>k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o </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d</a:t>
            </a:r>
            <a:r>
              <a:rPr b="0" lang="en-US" sz="1800" strike="noStrike" u="none">
                <a:solidFill>
                  <a:srgbClr val="000000"/>
                </a:solidFill>
                <a:effectLst/>
                <a:uFillTx/>
                <a:latin typeface="Arial"/>
              </a:rPr>
              <a:t>it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h</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ti</a:t>
            </a:r>
            <a:r>
              <a:rPr b="0" lang="en-US" sz="1800" strike="noStrike" u="none">
                <a:solidFill>
                  <a:srgbClr val="000000"/>
                </a:solidFill>
                <a:effectLst/>
                <a:uFillTx/>
                <a:latin typeface="Arial"/>
              </a:rPr>
              <a:t>tl</a:t>
            </a:r>
            <a:r>
              <a:rPr b="0" lang="en-US" sz="1800" strike="noStrike" u="none">
                <a:solidFill>
                  <a:srgbClr val="000000"/>
                </a:solidFill>
                <a:effectLst/>
                <a:uFillTx/>
                <a:latin typeface="Arial"/>
              </a:rPr>
              <a:t>e </a:t>
            </a:r>
            <a:r>
              <a:rPr b="0" lang="en-US" sz="1800" strike="noStrike" u="none">
                <a:solidFill>
                  <a:srgbClr val="000000"/>
                </a:solidFill>
                <a:effectLst/>
                <a:uFillTx/>
                <a:latin typeface="Arial"/>
              </a:rPr>
              <a:t>t</a:t>
            </a:r>
            <a:r>
              <a:rPr b="0" lang="en-US" sz="1800" strike="noStrike" u="none">
                <a:solidFill>
                  <a:srgbClr val="000000"/>
                </a:solidFill>
                <a:effectLst/>
                <a:uFillTx/>
                <a:latin typeface="Arial"/>
              </a:rPr>
              <a:t>e</a:t>
            </a:r>
            <a:r>
              <a:rPr b="0" lang="en-US" sz="1800" strike="noStrike" u="none">
                <a:solidFill>
                  <a:srgbClr val="000000"/>
                </a:solidFill>
                <a:effectLst/>
                <a:uFillTx/>
                <a:latin typeface="Arial"/>
              </a:rPr>
              <a:t>x</a:t>
            </a:r>
            <a:r>
              <a:rPr b="0" lang="en-US" sz="1800" strike="noStrike" u="none">
                <a:solidFill>
                  <a:srgbClr val="000000"/>
                </a:solidFill>
                <a:effectLst/>
                <a:uFillTx/>
                <a:latin typeface="Arial"/>
              </a:rPr>
              <a:t>t </a:t>
            </a:r>
            <a:r>
              <a:rPr b="0" lang="en-US" sz="1800" strike="noStrike" u="none">
                <a:solidFill>
                  <a:srgbClr val="000000"/>
                </a:solidFill>
                <a:effectLst/>
                <a:uFillTx/>
                <a:latin typeface="Arial"/>
              </a:rPr>
              <a:t>f</a:t>
            </a:r>
            <a:r>
              <a:rPr b="0" lang="en-US" sz="1800" strike="noStrike" u="none">
                <a:solidFill>
                  <a:srgbClr val="000000"/>
                </a:solidFill>
                <a:effectLst/>
                <a:uFillTx/>
                <a:latin typeface="Arial"/>
              </a:rPr>
              <a:t>o</a:t>
            </a:r>
            <a:r>
              <a:rPr b="0" lang="en-US" sz="1800" strike="noStrike" u="none">
                <a:solidFill>
                  <a:srgbClr val="000000"/>
                </a:solidFill>
                <a:effectLst/>
                <a:uFillTx/>
                <a:latin typeface="Arial"/>
              </a:rPr>
              <a:t>r</a:t>
            </a:r>
            <a:r>
              <a:rPr b="0" lang="en-US" sz="1800" strike="noStrike" u="none">
                <a:solidFill>
                  <a:srgbClr val="000000"/>
                </a:solidFill>
                <a:effectLst/>
                <a:uFillTx/>
                <a:latin typeface="Arial"/>
              </a:rPr>
              <a:t>m</a:t>
            </a:r>
            <a:r>
              <a:rPr b="0" lang="en-US" sz="1800" strike="noStrike" u="none">
                <a:solidFill>
                  <a:srgbClr val="000000"/>
                </a:solidFill>
                <a:effectLst/>
                <a:uFillTx/>
                <a:latin typeface="Arial"/>
              </a:rPr>
              <a:t>a</a:t>
            </a:r>
            <a:r>
              <a:rPr b="0" lang="en-US" sz="1800" strike="noStrike" u="none">
                <a:solidFill>
                  <a:srgbClr val="000000"/>
                </a:solidFill>
                <a:effectLst/>
                <a:uFillTx/>
                <a:latin typeface="Arial"/>
              </a:rPr>
              <a:t>t</a:t>
            </a:r>
            <a:endParaRPr b="0" lang="en-US" sz="1800" strike="noStrike" u="none">
              <a:solidFill>
                <a:srgbClr val="000000"/>
              </a:solidFill>
              <a:effectLst/>
              <a:uFillTx/>
              <a:latin typeface="Arial"/>
            </a:endParaRPr>
          </a:p>
        </p:txBody>
      </p:sp>
      <p:sp>
        <p:nvSpPr>
          <p:cNvPr id="3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Centered Text">
    <p:bg>
      <p:bgPr>
        <a:blipFill rotWithShape="0">
          <a:blip r:embed="rId2"/>
          <a:stretch/>
        </a:blipFill>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c</a:t>
            </a:r>
            <a:r>
              <a:rPr b="0" lang="en-US" sz="4400" strike="noStrike" u="none">
                <a:solidFill>
                  <a:srgbClr val="000000"/>
                </a:solidFill>
                <a:effectLst/>
                <a:uFillTx/>
                <a:latin typeface="Arial"/>
              </a:rPr>
              <a:t>k</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d</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h</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i</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l</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 </a:t>
            </a:r>
            <a:r>
              <a:rPr b="0" lang="en-US" sz="4400" strike="noStrike" u="none">
                <a:solidFill>
                  <a:srgbClr val="000000"/>
                </a:solidFill>
                <a:effectLst/>
                <a:uFillTx/>
                <a:latin typeface="Arial"/>
              </a:rPr>
              <a:t>t</a:t>
            </a:r>
            <a:r>
              <a:rPr b="0" lang="en-US" sz="4400" strike="noStrike" u="none">
                <a:solidFill>
                  <a:srgbClr val="000000"/>
                </a:solidFill>
                <a:effectLst/>
                <a:uFillTx/>
                <a:latin typeface="Arial"/>
              </a:rPr>
              <a:t>e</a:t>
            </a:r>
            <a:r>
              <a:rPr b="0" lang="en-US" sz="4400" strike="noStrike" u="none">
                <a:solidFill>
                  <a:srgbClr val="000000"/>
                </a:solidFill>
                <a:effectLst/>
                <a:uFillTx/>
                <a:latin typeface="Arial"/>
              </a:rPr>
              <a:t>x</a:t>
            </a:r>
            <a:r>
              <a:rPr b="0" lang="en-US" sz="4400" strike="noStrike" u="none">
                <a:solidFill>
                  <a:srgbClr val="000000"/>
                </a:solidFill>
                <a:effectLst/>
                <a:uFillTx/>
                <a:latin typeface="Arial"/>
              </a:rPr>
              <a:t>t </a:t>
            </a:r>
            <a:r>
              <a:rPr b="0" lang="en-US" sz="4400" strike="noStrike" u="none">
                <a:solidFill>
                  <a:srgbClr val="000000"/>
                </a:solidFill>
                <a:effectLst/>
                <a:uFillTx/>
                <a:latin typeface="Arial"/>
              </a:rPr>
              <a:t>f</a:t>
            </a:r>
            <a:r>
              <a:rPr b="0" lang="en-US" sz="4400" strike="noStrike" u="none">
                <a:solidFill>
                  <a:srgbClr val="000000"/>
                </a:solidFill>
                <a:effectLst/>
                <a:uFillTx/>
                <a:latin typeface="Arial"/>
              </a:rPr>
              <a:t>o</a:t>
            </a:r>
            <a:r>
              <a:rPr b="0" lang="en-US" sz="4400" strike="noStrike" u="none">
                <a:solidFill>
                  <a:srgbClr val="000000"/>
                </a:solidFill>
                <a:effectLst/>
                <a:uFillTx/>
                <a:latin typeface="Arial"/>
              </a:rPr>
              <a:t>r</a:t>
            </a:r>
            <a:r>
              <a:rPr b="0" lang="en-US" sz="4400" strike="noStrike" u="none">
                <a:solidFill>
                  <a:srgbClr val="000000"/>
                </a:solidFill>
                <a:effectLst/>
                <a:uFillTx/>
                <a:latin typeface="Arial"/>
              </a:rPr>
              <a:t>m</a:t>
            </a:r>
            <a:r>
              <a:rPr b="0" lang="en-US" sz="4400" strike="noStrike" u="none">
                <a:solidFill>
                  <a:srgbClr val="000000"/>
                </a:solidFill>
                <a:effectLst/>
                <a:uFillTx/>
                <a:latin typeface="Arial"/>
              </a:rPr>
              <a:t>a</a:t>
            </a:r>
            <a:r>
              <a:rPr b="0" lang="en-US" sz="4400" strike="noStrike" u="none">
                <a:solidFill>
                  <a:srgbClr val="000000"/>
                </a:solidFill>
                <a:effectLst/>
                <a:uFillTx/>
                <a:latin typeface="Arial"/>
              </a:rPr>
              <a:t>t</a:t>
            </a:r>
            <a:endParaRPr b="0" lang="en-US" sz="4400" strike="noStrike" u="none">
              <a:solidFill>
                <a:srgbClr val="000000"/>
              </a:solidFill>
              <a:effectLst/>
              <a:uFillTx/>
              <a:latin typeface="Arial"/>
            </a:endParaRPr>
          </a:p>
        </p:txBody>
      </p:sp>
      <p:sp>
        <p:nvSpPr>
          <p:cNvPr id="35"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Title, 2 Content and Content">
    <p:bg>
      <p:bgPr>
        <a:blipFill rotWithShape="0">
          <a:blip r:embed="rId2"/>
          <a:stretch/>
        </a:blipFill>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37"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8"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9"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p:bg>
      <p:bgPr>
        <a:blipFill rotWithShape="0">
          <a:blip r:embed="rId2"/>
          <a:stretch/>
        </a:blipFill>
      </p:bgPr>
    </p:bg>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41"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2"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3"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4" name="PlaceHolder 5"/>
          <p:cNvSpPr>
            <a:spLocks noGrp="1"/>
          </p:cNvSpPr>
          <p:nvPr>
            <p:ph type="ftr" idx="1"/>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45" name="PlaceHolder 6"/>
          <p:cNvSpPr>
            <a:spLocks noGrp="1"/>
          </p:cNvSpPr>
          <p:nvPr>
            <p:ph type="sldNum" idx="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AC91CE2-4260-46E5-9FBD-06F0A31BBB1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
    <p:bg>
      <p:bgPr>
        <a:blipFill rotWithShape="0">
          <a:blip r:embed="rId2"/>
          <a:stretch/>
        </a:blip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47"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8"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49"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0" name="PlaceHolder 5"/>
          <p:cNvSpPr>
            <a:spLocks noGrp="1"/>
          </p:cNvSpPr>
          <p:nvPr>
            <p:ph type="ftr" idx="3"/>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1" name="PlaceHolder 6"/>
          <p:cNvSpPr>
            <a:spLocks noGrp="1"/>
          </p:cNvSpPr>
          <p:nvPr>
            <p:ph type="sldNum" idx="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AA1B30F-7C60-46F5-A790-4ED7D372A94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2">
    <p:bg>
      <p:bgPr>
        <a:blipFill rotWithShape="0">
          <a:blip r:embed="rId2"/>
          <a:stretch/>
        </a:blipFill>
      </p:bgPr>
    </p:bg>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a:t>
            </a:r>
            <a:r>
              <a:rPr b="0" lang="en-US" sz="1800" strike="noStrike" u="none">
                <a:solidFill>
                  <a:srgbClr val="000000"/>
                </a:solidFill>
                <a:effectLst/>
                <a:uFillTx/>
                <a:latin typeface="Arial"/>
              </a:rPr>
              <a:t>edit the </a:t>
            </a:r>
            <a:r>
              <a:rPr b="0" lang="en-US" sz="1800" strike="noStrike" u="none">
                <a:solidFill>
                  <a:srgbClr val="000000"/>
                </a:solidFill>
                <a:effectLst/>
                <a:uFillTx/>
                <a:latin typeface="Arial"/>
              </a:rPr>
              <a:t>title 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53"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4"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5" name="PlaceHolder 4"/>
          <p:cNvSpPr>
            <a:spLocks noGrp="1"/>
          </p:cNvSpPr>
          <p:nvPr>
            <p:ph type="ftr" idx="5"/>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56" name="PlaceHolder 5"/>
          <p:cNvSpPr>
            <a:spLocks noGrp="1"/>
          </p:cNvSpPr>
          <p:nvPr>
            <p:ph type="sldNum" idx="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9312422-266E-4656-A6C3-E0364346DF3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3">
    <p:bg>
      <p:bgPr>
        <a:blipFill rotWithShape="0">
          <a:blip r:embed="rId2"/>
          <a:stretch/>
        </a:blipFill>
      </p:bgPr>
    </p:bg>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58"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59"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0"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1"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2" name="PlaceHolder 6"/>
          <p:cNvSpPr>
            <a:spLocks noGrp="1"/>
          </p:cNvSpPr>
          <p:nvPr>
            <p:ph type="ftr" idx="7"/>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63" name="PlaceHolder 7"/>
          <p:cNvSpPr>
            <a:spLocks noGrp="1"/>
          </p:cNvSpPr>
          <p:nvPr>
            <p:ph type="sldNum" idx="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3F86E12-381F-4177-A3CE-4BF5191E1AC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4">
    <p:bg>
      <p:bgPr>
        <a:blipFill rotWithShape="0">
          <a:blip r:embed="rId2"/>
          <a:stretch/>
        </a:blipFill>
      </p:bgPr>
    </p:bg>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65"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6"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7"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8"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69"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0"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1" name="PlaceHolder 8"/>
          <p:cNvSpPr>
            <a:spLocks noGrp="1"/>
          </p:cNvSpPr>
          <p:nvPr>
            <p:ph type="ftr" idx="9"/>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2" name="PlaceHolder 9"/>
          <p:cNvSpPr>
            <a:spLocks noGrp="1"/>
          </p:cNvSpPr>
          <p:nvPr>
            <p:ph type="sldNum" idx="1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97A8670-DBBB-4B33-8465-D59CCD1F393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5">
    <p:bg>
      <p:bgPr>
        <a:blipFill rotWithShape="0">
          <a:blip r:embed="rId2"/>
          <a:stretch/>
        </a:blipFill>
      </p:bgPr>
    </p:bg>
    <p:spTree>
      <p:nvGrpSpPr>
        <p:cNvPr id="1" name=""/>
        <p:cNvGrpSpPr/>
        <p:nvPr/>
      </p:nvGrpSpPr>
      <p:grpSpPr>
        <a:xfrm>
          <a:off x="0" y="0"/>
          <a:ext cx="0" cy="0"/>
          <a:chOff x="0" y="0"/>
          <a:chExt cx="0" cy="0"/>
        </a:xfrm>
      </p:grpSpPr>
      <p:sp>
        <p:nvSpPr>
          <p:cNvPr id="73" name="PlaceHolder 1"/>
          <p:cNvSpPr>
            <a:spLocks noGrp="1"/>
          </p:cNvSpPr>
          <p:nvPr>
            <p:ph type="ftr" idx="11"/>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4" name="PlaceHolder 2"/>
          <p:cNvSpPr>
            <a:spLocks noGrp="1"/>
          </p:cNvSpPr>
          <p:nvPr>
            <p:ph type="sldNum" idx="1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D578070-4A14-460E-B747-3D8C809EA4A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75"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76"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6">
    <p:bg>
      <p:bgPr>
        <a:blipFill rotWithShape="0">
          <a:blip r:embed="rId2"/>
          <a:stretch/>
        </a:blipFill>
      </p:bgPr>
    </p:bg>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8" name="PlaceHolder 2"/>
          <p:cNvSpPr>
            <a:spLocks noGrp="1"/>
          </p:cNvSpPr>
          <p:nvPr>
            <p:ph type="ftr" idx="13"/>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79" name="PlaceHolder 3"/>
          <p:cNvSpPr>
            <a:spLocks noGrp="1"/>
          </p:cNvSpPr>
          <p:nvPr>
            <p:ph type="sldNum" idx="1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D57BD66-EB4B-450C-BC66-FF18B0947C3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80"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7">
    <p:bg>
      <p:bgPr>
        <a:blipFill rotWithShape="0">
          <a:blip r:embed="rId2"/>
          <a:stretch/>
        </a:blipFill>
      </p:bgPr>
    </p:bg>
    <p:spTree>
      <p:nvGrpSpPr>
        <p:cNvPr id="1" name=""/>
        <p:cNvGrpSpPr/>
        <p:nvPr/>
      </p:nvGrpSpPr>
      <p:grpSpPr>
        <a:xfrm>
          <a:off x="0" y="0"/>
          <a:ext cx="0" cy="0"/>
          <a:chOff x="0" y="0"/>
          <a:chExt cx="0" cy="0"/>
        </a:xfrm>
      </p:grpSpPr>
      <p:sp>
        <p:nvSpPr>
          <p:cNvPr id="8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2"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3" name="PlaceHolder 3"/>
          <p:cNvSpPr>
            <a:spLocks noGrp="1"/>
          </p:cNvSpPr>
          <p:nvPr>
            <p:ph type="ftr" idx="15"/>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4" name="PlaceHolder 4"/>
          <p:cNvSpPr>
            <a:spLocks noGrp="1"/>
          </p:cNvSpPr>
          <p:nvPr>
            <p:ph type="sldNum" idx="1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02C736A-4658-4A7B-BE02-1ED37332905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8">
    <p:bg>
      <p:bgPr>
        <a:blipFill rotWithShape="0">
          <a:blip r:embed="rId2"/>
          <a:stretch/>
        </a:blipFill>
      </p:bgPr>
    </p:bg>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6"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7"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8" name="PlaceHolder 4"/>
          <p:cNvSpPr>
            <a:spLocks noGrp="1"/>
          </p:cNvSpPr>
          <p:nvPr>
            <p:ph type="ftr" idx="17"/>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89" name="PlaceHolder 5"/>
          <p:cNvSpPr>
            <a:spLocks noGrp="1"/>
          </p:cNvSpPr>
          <p:nvPr>
            <p:ph type="sldNum" idx="1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96DB9A0-B92D-424B-B69E-843827FAA9D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9">
    <p:bg>
      <p:bgPr>
        <a:blipFill rotWithShape="0">
          <a:blip r:embed="rId2"/>
          <a:stretch/>
        </a:blipFill>
      </p:bgPr>
    </p:bg>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1" name="PlaceHolder 2"/>
          <p:cNvSpPr>
            <a:spLocks noGrp="1"/>
          </p:cNvSpPr>
          <p:nvPr>
            <p:ph type="ftr" idx="19"/>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92" name="PlaceHolder 3"/>
          <p:cNvSpPr>
            <a:spLocks noGrp="1"/>
          </p:cNvSpPr>
          <p:nvPr>
            <p:ph type="sldNum" idx="2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9C275209-8623-4355-B3EE-D2E08A76B22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93"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10">
    <p:bg>
      <p:bgPr>
        <a:blipFill rotWithShape="0">
          <a:blip r:embed="rId2"/>
          <a:stretch/>
        </a:blipFill>
      </p:bgPr>
    </p:bg>
    <p:spTree>
      <p:nvGrpSpPr>
        <p:cNvPr id="1" name=""/>
        <p:cNvGrpSpPr/>
        <p:nvPr/>
      </p:nvGrpSpPr>
      <p:grpSpPr>
        <a:xfrm>
          <a:off x="0" y="0"/>
          <a:ext cx="0" cy="0"/>
          <a:chOff x="0" y="0"/>
          <a:chExt cx="0" cy="0"/>
        </a:xfrm>
      </p:grpSpPr>
      <p:sp>
        <p:nvSpPr>
          <p:cNvPr id="94" name="PlaceHolder 1"/>
          <p:cNvSpPr>
            <a:spLocks noGrp="1"/>
          </p:cNvSpPr>
          <p:nvPr>
            <p:ph type="ftr" idx="21"/>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95" name="PlaceHolder 2"/>
          <p:cNvSpPr>
            <a:spLocks noGrp="1"/>
          </p:cNvSpPr>
          <p:nvPr>
            <p:ph type="sldNum" idx="2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D682D818-2B74-4591-992B-43B2CFD56DD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96" name="PlaceHolder 3"/>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97" name="PlaceHolder 4"/>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11">
    <p:bg>
      <p:bgPr>
        <a:blipFill rotWithShape="0">
          <a:blip r:embed="rId2"/>
          <a:stretch/>
        </a:blipFill>
      </p:bgPr>
    </p:bg>
    <p:spTree>
      <p:nvGrpSpPr>
        <p:cNvPr id="1" name=""/>
        <p:cNvGrpSpPr/>
        <p:nvPr/>
      </p:nvGrpSpPr>
      <p:grpSpPr>
        <a:xfrm>
          <a:off x="0" y="0"/>
          <a:ext cx="0" cy="0"/>
          <a:chOff x="0" y="0"/>
          <a:chExt cx="0" cy="0"/>
        </a:xfrm>
      </p:grpSpPr>
      <p:sp>
        <p:nvSpPr>
          <p:cNvPr id="98"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99"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0"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1"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2" name="PlaceHolder 5"/>
          <p:cNvSpPr>
            <a:spLocks noGrp="1"/>
          </p:cNvSpPr>
          <p:nvPr>
            <p:ph type="ftr" idx="23"/>
          </p:nvPr>
        </p:nvSpPr>
        <p:spPr>
          <a:xfrm>
            <a:off x="479160" y="6629400"/>
            <a:ext cx="3863880" cy="243720"/>
          </a:xfrm>
          <a:prstGeom prst="rect">
            <a:avLst/>
          </a:prstGeom>
          <a:noFill/>
          <a:ln w="0">
            <a:noFill/>
          </a:ln>
        </p:spPr>
        <p:txBody>
          <a:bodyPr lIns="0" rIns="0" tIns="0" bIns="0" anchor="t">
            <a:noAutofit/>
          </a:bodyPr>
          <a:lstStyle>
            <a:lvl1pPr indent="0" algn="ctr">
              <a:lnSpc>
                <a:spcPct val="100000"/>
              </a:lnSpc>
              <a:buNone/>
              <a:defRPr b="0" lang="en-US" sz="1400" strike="noStrike" u="none">
                <a:solidFill>
                  <a:srgbClr val="ffffff"/>
                </a:solidFill>
                <a:effectLst/>
                <a:uFillTx/>
                <a:latin typeface="Times New Roman"/>
              </a:defRPr>
            </a:lvl1pPr>
          </a:lstStyle>
          <a:p>
            <a:pPr indent="0" algn="ctr">
              <a:lnSpc>
                <a:spcPct val="100000"/>
              </a:lnSpc>
              <a:buNone/>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3" name="PlaceHolder 6"/>
          <p:cNvSpPr>
            <a:spLocks noGrp="1"/>
          </p:cNvSpPr>
          <p:nvPr>
            <p:ph type="sldNum" idx="2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6C4F97A-B967-4EAA-A599-5DCCC255593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Default 12">
    <p:bg>
      <p:bgPr>
        <a:blipFill rotWithShape="0">
          <a:blip r:embed="rId2"/>
          <a:stretch/>
        </a:blipFill>
      </p:bgPr>
    </p:bg>
    <p:spTree>
      <p:nvGrpSpPr>
        <p:cNvPr id="1" name=""/>
        <p:cNvGrpSpPr/>
        <p:nvPr/>
      </p:nvGrpSpPr>
      <p:grpSpPr>
        <a:xfrm>
          <a:off x="0" y="0"/>
          <a:ext cx="0" cy="0"/>
          <a:chOff x="0" y="0"/>
          <a:chExt cx="0" cy="0"/>
        </a:xfrm>
      </p:grpSpPr>
      <p:sp>
        <p:nvSpPr>
          <p:cNvPr id="104"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0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06"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7"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8" name="PlaceHolder 4"/>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09" name="PlaceHolder 5"/>
          <p:cNvSpPr>
            <a:spLocks noGrp="1"/>
          </p:cNvSpPr>
          <p:nvPr>
            <p:ph type="sldNum" idx="2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D6B7548-24DC-40F0-8192-3E2A6039772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Default 13">
    <p:bg>
      <p:bgPr>
        <a:blipFill rotWithShape="0">
          <a:blip r:embed="rId2"/>
          <a:stretch/>
        </a:blipFill>
      </p:bgPr>
    </p:bg>
    <p:spTree>
      <p:nvGrpSpPr>
        <p:cNvPr id="1" name=""/>
        <p:cNvGrpSpPr/>
        <p:nvPr/>
      </p:nvGrpSpPr>
      <p:grpSpPr>
        <a:xfrm>
          <a:off x="0" y="0"/>
          <a:ext cx="0" cy="0"/>
          <a:chOff x="0" y="0"/>
          <a:chExt cx="0" cy="0"/>
        </a:xfrm>
      </p:grpSpPr>
      <p:sp>
        <p:nvSpPr>
          <p:cNvPr id="110"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1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2"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3"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4" name="PlaceHolder 4"/>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5" name="PlaceHolder 5"/>
          <p:cNvSpPr>
            <a:spLocks noGrp="1"/>
          </p:cNvSpPr>
          <p:nvPr>
            <p:ph type="sldNum" idx="2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C3BED64-0AF2-4278-B13B-8EDF48E7AEF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Default 14">
    <p:bg>
      <p:bgPr>
        <a:blipFill rotWithShape="0">
          <a:blip r:embed="rId2"/>
          <a:stretch/>
        </a:blipFill>
      </p:bgPr>
    </p:bg>
    <p:spTree>
      <p:nvGrpSpPr>
        <p:cNvPr id="1" name=""/>
        <p:cNvGrpSpPr/>
        <p:nvPr/>
      </p:nvGrpSpPr>
      <p:grpSpPr>
        <a:xfrm>
          <a:off x="0" y="0"/>
          <a:ext cx="0" cy="0"/>
          <a:chOff x="0" y="0"/>
          <a:chExt cx="0" cy="0"/>
        </a:xfrm>
      </p:grpSpPr>
      <p:sp>
        <p:nvSpPr>
          <p:cNvPr id="116"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17"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8" name="PlaceHolder 2"/>
          <p:cNvSpPr>
            <a:spLocks noGrp="1"/>
          </p:cNvSpPr>
          <p:nvPr>
            <p:ph type="body"/>
          </p:nvPr>
        </p:nvSpPr>
        <p:spPr>
          <a:xfrm>
            <a:off x="609480" y="160452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9" name="PlaceHolder 3"/>
          <p:cNvSpPr>
            <a:spLocks noGrp="1"/>
          </p:cNvSpPr>
          <p:nvPr>
            <p:ph type="body"/>
          </p:nvPr>
        </p:nvSpPr>
        <p:spPr>
          <a:xfrm>
            <a:off x="609480" y="3682080"/>
            <a:ext cx="1097208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0" name="PlaceHolder 4"/>
          <p:cNvSpPr>
            <a:spLocks noGrp="1"/>
          </p:cNvSpPr>
          <p:nvPr>
            <p:ph type="sldNum" idx="27"/>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0833A35-080D-456E-AFA6-79D89AD0102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Default 15">
    <p:bg>
      <p:bgPr>
        <a:blipFill rotWithShape="0">
          <a:blip r:embed="rId2"/>
          <a:stretch/>
        </a:blipFill>
      </p:bgPr>
    </p:bg>
    <p:spTree>
      <p:nvGrpSpPr>
        <p:cNvPr id="1" name=""/>
        <p:cNvGrpSpPr/>
        <p:nvPr/>
      </p:nvGrpSpPr>
      <p:grpSpPr>
        <a:xfrm>
          <a:off x="0" y="0"/>
          <a:ext cx="0" cy="0"/>
          <a:chOff x="0" y="0"/>
          <a:chExt cx="0" cy="0"/>
        </a:xfrm>
      </p:grpSpPr>
      <p:sp>
        <p:nvSpPr>
          <p:cNvPr id="121"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2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4" name="PlaceHolder 3"/>
          <p:cNvSpPr>
            <a:spLocks noGrp="1"/>
          </p:cNvSpPr>
          <p:nvPr>
            <p:ph type="body"/>
          </p:nvPr>
        </p:nvSpPr>
        <p:spPr>
          <a:xfrm>
            <a:off x="623196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5"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6" name="PlaceHolder 5"/>
          <p:cNvSpPr>
            <a:spLocks noGrp="1"/>
          </p:cNvSpPr>
          <p:nvPr>
            <p:ph type="body"/>
          </p:nvPr>
        </p:nvSpPr>
        <p:spPr>
          <a:xfrm>
            <a:off x="623196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27" name="PlaceHolder 6"/>
          <p:cNvSpPr>
            <a:spLocks noGrp="1"/>
          </p:cNvSpPr>
          <p:nvPr>
            <p:ph type="sldNum" idx="2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5B77B8A-7DBB-4459-B852-75E6D5D568B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6">
    <p:bg>
      <p:bgPr>
        <a:blipFill rotWithShape="0">
          <a:blip r:embed="rId2"/>
          <a:stretch/>
        </a:blipFill>
      </p:bgPr>
    </p:bg>
    <p:spTree>
      <p:nvGrpSpPr>
        <p:cNvPr id="1" name=""/>
        <p:cNvGrpSpPr/>
        <p:nvPr/>
      </p:nvGrpSpPr>
      <p:grpSpPr>
        <a:xfrm>
          <a:off x="0" y="0"/>
          <a:ext cx="0" cy="0"/>
          <a:chOff x="0" y="0"/>
          <a:chExt cx="0" cy="0"/>
        </a:xfrm>
      </p:grpSpPr>
      <p:sp>
        <p:nvSpPr>
          <p:cNvPr id="128"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2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0" name="PlaceHolder 2"/>
          <p:cNvSpPr>
            <a:spLocks noGrp="1"/>
          </p:cNvSpPr>
          <p:nvPr>
            <p:ph type="body"/>
          </p:nvPr>
        </p:nvSpPr>
        <p:spPr>
          <a:xfrm>
            <a:off x="60948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1" name="PlaceHolder 3"/>
          <p:cNvSpPr>
            <a:spLocks noGrp="1"/>
          </p:cNvSpPr>
          <p:nvPr>
            <p:ph type="body"/>
          </p:nvPr>
        </p:nvSpPr>
        <p:spPr>
          <a:xfrm>
            <a:off x="431964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2" name="PlaceHolder 4"/>
          <p:cNvSpPr>
            <a:spLocks noGrp="1"/>
          </p:cNvSpPr>
          <p:nvPr>
            <p:ph type="body"/>
          </p:nvPr>
        </p:nvSpPr>
        <p:spPr>
          <a:xfrm>
            <a:off x="8029800" y="160452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3" name="PlaceHolder 5"/>
          <p:cNvSpPr>
            <a:spLocks noGrp="1"/>
          </p:cNvSpPr>
          <p:nvPr>
            <p:ph type="body"/>
          </p:nvPr>
        </p:nvSpPr>
        <p:spPr>
          <a:xfrm>
            <a:off x="60948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4" name="PlaceHolder 6"/>
          <p:cNvSpPr>
            <a:spLocks noGrp="1"/>
          </p:cNvSpPr>
          <p:nvPr>
            <p:ph type="body"/>
          </p:nvPr>
        </p:nvSpPr>
        <p:spPr>
          <a:xfrm>
            <a:off x="431964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5" name="PlaceHolder 7"/>
          <p:cNvSpPr>
            <a:spLocks noGrp="1"/>
          </p:cNvSpPr>
          <p:nvPr>
            <p:ph type="body"/>
          </p:nvPr>
        </p:nvSpPr>
        <p:spPr>
          <a:xfrm>
            <a:off x="8029800" y="3682080"/>
            <a:ext cx="3532680" cy="1896480"/>
          </a:xfrm>
          <a:prstGeom prst="rect">
            <a:avLst/>
          </a:prstGeom>
          <a:noFill/>
          <a:ln w="0">
            <a:noFill/>
          </a:ln>
        </p:spPr>
        <p:txBody>
          <a:bodyPr lIns="0" rIns="0" tIns="0" bIns="0" anchor="t">
            <a:normAutofit fontScale="6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6" name="PlaceHolder 8"/>
          <p:cNvSpPr>
            <a:spLocks noGrp="1"/>
          </p:cNvSpPr>
          <p:nvPr>
            <p:ph type="sldNum" idx="29"/>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EBDF61F-97F0-441E-9042-DF63C522854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17">
    <p:bg>
      <p:bgPr>
        <a:blipFill rotWithShape="0">
          <a:blip r:embed="rId2"/>
          <a:stretch/>
        </a:blipFill>
      </p:bgPr>
    </p:bg>
    <p:spTree>
      <p:nvGrpSpPr>
        <p:cNvPr id="1" name=""/>
        <p:cNvGrpSpPr/>
        <p:nvPr/>
      </p:nvGrpSpPr>
      <p:grpSpPr>
        <a:xfrm>
          <a:off x="0" y="0"/>
          <a:ext cx="0" cy="0"/>
          <a:chOff x="0" y="0"/>
          <a:chExt cx="0" cy="0"/>
        </a:xfrm>
      </p:grpSpPr>
      <p:sp>
        <p:nvSpPr>
          <p:cNvPr id="137" name="PlaceHolder 1"/>
          <p:cNvSpPr>
            <a:spLocks noGrp="1"/>
          </p:cNvSpPr>
          <p:nvPr>
            <p:ph type="sldNum" idx="3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746884D-BBF1-4449-B7B6-782358E4CE6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38"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39"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18">
    <p:bg>
      <p:bgPr>
        <a:blipFill rotWithShape="0">
          <a:blip r:embed="rId2"/>
          <a:stretch/>
        </a:blipFill>
      </p:bgPr>
    </p:bg>
    <p:spTree>
      <p:nvGrpSpPr>
        <p:cNvPr id="1" name=""/>
        <p:cNvGrpSpPr/>
        <p:nvPr/>
      </p:nvGrpSpPr>
      <p:grpSpPr>
        <a:xfrm>
          <a:off x="0" y="0"/>
          <a:ext cx="0" cy="0"/>
          <a:chOff x="0" y="0"/>
          <a:chExt cx="0" cy="0"/>
        </a:xfrm>
      </p:grpSpPr>
      <p:sp>
        <p:nvSpPr>
          <p:cNvPr id="140"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1"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2" name="PlaceHolder 2"/>
          <p:cNvSpPr>
            <a:spLocks noGrp="1"/>
          </p:cNvSpPr>
          <p:nvPr>
            <p:ph type="sldNum" idx="3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A5F79AD-3CC7-42D8-9806-2ED508BD211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43"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9">
    <p:bg>
      <p:bgPr>
        <a:blipFill rotWithShape="0">
          <a:blip r:embed="rId2"/>
          <a:stretch/>
        </a:blipFill>
      </p:bgPr>
    </p:bg>
    <p:spTree>
      <p:nvGrpSpPr>
        <p:cNvPr id="1" name=""/>
        <p:cNvGrpSpPr/>
        <p:nvPr/>
      </p:nvGrpSpPr>
      <p:grpSpPr>
        <a:xfrm>
          <a:off x="0" y="0"/>
          <a:ext cx="0" cy="0"/>
          <a:chOff x="0" y="0"/>
          <a:chExt cx="0" cy="0"/>
        </a:xfrm>
      </p:grpSpPr>
      <p:sp>
        <p:nvSpPr>
          <p:cNvPr id="144"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5"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46"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7" name="PlaceHolder 3"/>
          <p:cNvSpPr>
            <a:spLocks noGrp="1"/>
          </p:cNvSpPr>
          <p:nvPr>
            <p:ph type="sldNum" idx="3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B494FDB-317A-42AC-93AF-5D735CD05EF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0">
    <p:bg>
      <p:bgPr>
        <a:blipFill rotWithShape="0">
          <a:blip r:embed="rId2"/>
          <a:stretch/>
        </a:blipFill>
      </p:bgPr>
    </p:bg>
    <p:spTree>
      <p:nvGrpSpPr>
        <p:cNvPr id="1" name=""/>
        <p:cNvGrpSpPr/>
        <p:nvPr/>
      </p:nvGrpSpPr>
      <p:grpSpPr>
        <a:xfrm>
          <a:off x="0" y="0"/>
          <a:ext cx="0" cy="0"/>
          <a:chOff x="0" y="0"/>
          <a:chExt cx="0" cy="0"/>
        </a:xfrm>
      </p:grpSpPr>
      <p:sp>
        <p:nvSpPr>
          <p:cNvPr id="148"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49"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0" name="PlaceHolder 2"/>
          <p:cNvSpPr>
            <a:spLocks noGrp="1"/>
          </p:cNvSpPr>
          <p:nvPr>
            <p:ph type="body"/>
          </p:nvPr>
        </p:nvSpPr>
        <p:spPr>
          <a:xfrm>
            <a:off x="60948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1"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52" name="PlaceHolder 4"/>
          <p:cNvSpPr>
            <a:spLocks noGrp="1"/>
          </p:cNvSpPr>
          <p:nvPr>
            <p:ph type="sldNum" idx="33"/>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6CD098A-6881-49DF-B1B4-D0C29026CDD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21">
    <p:bg>
      <p:bgPr>
        <a:blipFill rotWithShape="0">
          <a:blip r:embed="rId2"/>
          <a:stretch/>
        </a:blipFill>
      </p:bgPr>
    </p:bg>
    <p:spTree>
      <p:nvGrpSpPr>
        <p:cNvPr id="1" name=""/>
        <p:cNvGrpSpPr/>
        <p:nvPr/>
      </p:nvGrpSpPr>
      <p:grpSpPr>
        <a:xfrm>
          <a:off x="0" y="0"/>
          <a:ext cx="0" cy="0"/>
          <a:chOff x="0" y="0"/>
          <a:chExt cx="0" cy="0"/>
        </a:xfrm>
      </p:grpSpPr>
      <p:sp>
        <p:nvSpPr>
          <p:cNvPr id="153"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54"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55" name="PlaceHolder 2"/>
          <p:cNvSpPr>
            <a:spLocks noGrp="1"/>
          </p:cNvSpPr>
          <p:nvPr>
            <p:ph type="sldNum" idx="3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3305066-1BAC-4293-85B8-603045697CC9}"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56"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mediaAndTx" preserve="1">
  <p:cSld name="Default 22">
    <p:bg>
      <p:bgPr>
        <a:blipFill rotWithShape="0">
          <a:blip r:embed="rId2"/>
          <a:stretch/>
        </a:blipFill>
      </p:bgPr>
    </p:bg>
    <p:spTree>
      <p:nvGrpSpPr>
        <p:cNvPr id="1" name=""/>
        <p:cNvGrpSpPr/>
        <p:nvPr/>
      </p:nvGrpSpPr>
      <p:grpSpPr>
        <a:xfrm>
          <a:off x="0" y="0"/>
          <a:ext cx="0" cy="0"/>
          <a:chOff x="0" y="0"/>
          <a:chExt cx="0" cy="0"/>
        </a:xfrm>
      </p:grpSpPr>
      <p:sp>
        <p:nvSpPr>
          <p:cNvPr id="157"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58" name="PlaceHolder 1"/>
          <p:cNvSpPr>
            <a:spLocks noGrp="1"/>
          </p:cNvSpPr>
          <p:nvPr>
            <p:ph type="sldNum" idx="3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2FB650C-97DA-4805-BB96-8FC3018CA735}"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59" name="PlaceHolder 2"/>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60" name="PlaceHolder 3"/>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Tx" preserve="1">
  <p:cSld name="Default 23">
    <p:bg>
      <p:bgPr>
        <a:blipFill rotWithShape="0">
          <a:blip r:embed="rId2"/>
          <a:stretch/>
        </a:blipFill>
      </p:bgPr>
    </p:bg>
    <p:spTree>
      <p:nvGrpSpPr>
        <p:cNvPr id="1" name=""/>
        <p:cNvGrpSpPr/>
        <p:nvPr/>
      </p:nvGrpSpPr>
      <p:grpSpPr>
        <a:xfrm>
          <a:off x="0" y="0"/>
          <a:ext cx="0" cy="0"/>
          <a:chOff x="0" y="0"/>
          <a:chExt cx="0" cy="0"/>
        </a:xfrm>
      </p:grpSpPr>
      <p:sp>
        <p:nvSpPr>
          <p:cNvPr id="161" name=""/>
          <p:cNvSpPr/>
          <p:nvPr/>
        </p:nvSpPr>
        <p:spPr>
          <a:xfrm>
            <a:off x="479160" y="6629400"/>
            <a:ext cx="3863880" cy="243720"/>
          </a:xfrm>
          <a:prstGeom prst="rect">
            <a:avLst/>
          </a:prstGeom>
          <a:noFill/>
          <a:ln w="0">
            <a:noFill/>
          </a:ln>
        </p:spPr>
        <p:style>
          <a:lnRef idx="0"/>
          <a:fillRef idx="0"/>
          <a:effectRef idx="0"/>
          <a:fontRef idx="minor"/>
        </p:style>
        <p:txBody>
          <a:bodyPr lIns="0" rIns="0" tIns="0" bIns="0" anchor="t">
            <a:noAutofit/>
          </a:bodyPr>
          <a:p>
            <a:pPr algn="ctr">
              <a:lnSpc>
                <a:spcPct val="100000"/>
              </a:lnSpc>
            </a:pPr>
            <a:r>
              <a:rPr b="0" lang="en-US" sz="1400" strike="noStrike" u="none">
                <a:solidFill>
                  <a:srgbClr val="ffffff"/>
                </a:solidFill>
                <a:effectLst/>
                <a:uFillTx/>
                <a:latin typeface="Times New Roman"/>
              </a:rPr>
              <a:t>&lt;footer&gt;</a:t>
            </a:r>
            <a:endParaRPr b="0" lang="en-US" sz="1400" strike="noStrike" u="none">
              <a:solidFill>
                <a:srgbClr val="000000"/>
              </a:solidFill>
              <a:effectLst/>
              <a:uFillTx/>
              <a:latin typeface="Arial"/>
            </a:endParaRPr>
          </a:p>
        </p:txBody>
      </p:sp>
      <p:sp>
        <p:nvSpPr>
          <p:cNvPr id="162"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63" name="PlaceHolder 2"/>
          <p:cNvSpPr>
            <a:spLocks noGrp="1"/>
          </p:cNvSpPr>
          <p:nvPr>
            <p:ph type="body"/>
          </p:nvPr>
        </p:nvSpPr>
        <p:spPr>
          <a:xfrm>
            <a:off x="609480" y="160452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4" name="PlaceHolder 3"/>
          <p:cNvSpPr>
            <a:spLocks noGrp="1"/>
          </p:cNvSpPr>
          <p:nvPr>
            <p:ph type="body"/>
          </p:nvPr>
        </p:nvSpPr>
        <p:spPr>
          <a:xfrm>
            <a:off x="6231960" y="1604520"/>
            <a:ext cx="535392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5" name="PlaceHolder 4"/>
          <p:cNvSpPr>
            <a:spLocks noGrp="1"/>
          </p:cNvSpPr>
          <p:nvPr>
            <p:ph type="body"/>
          </p:nvPr>
        </p:nvSpPr>
        <p:spPr>
          <a:xfrm>
            <a:off x="609480" y="3682080"/>
            <a:ext cx="5353920" cy="1896480"/>
          </a:xfrm>
          <a:prstGeom prst="rect">
            <a:avLst/>
          </a:prstGeom>
          <a:noFill/>
          <a:ln w="0">
            <a:noFill/>
          </a:ln>
        </p:spPr>
        <p:txBody>
          <a:bodyPr lIns="0" rIns="0" tIns="0" bIns="0" anchor="t">
            <a:normAutofit fontScale="92500" lnSpcReduction="19999"/>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66" name="PlaceHolder 5"/>
          <p:cNvSpPr>
            <a:spLocks noGrp="1"/>
          </p:cNvSpPr>
          <p:nvPr>
            <p:ph type="sldNum" idx="3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073BA78-98AA-4D08-B51E-449970AA438E}"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2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8.xml"/><Relationship Id="rId4"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hyperlink" Target="https://kubernetes.io" TargetMode="External"/><Relationship Id="rId2" Type="http://schemas.openxmlformats.org/officeDocument/2006/relationships/hyperlink" Target="https://kubernetes.io/docs/reference/kubectl/overview/" TargetMode="External"/><Relationship Id="rId3" Type="http://schemas.openxmlformats.org/officeDocument/2006/relationships/slideLayout" Target="../slideLayouts/slideLayout18.xml"/><Relationship Id="rId4" Type="http://schemas.openxmlformats.org/officeDocument/2006/relationships/notesSlide" Target="../notesSlides/notesSlide2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1"/>
          <a:stretch/>
        </a:blipFill>
      </p:bgPr>
    </p:bg>
    <p:spTree>
      <p:nvGrpSpPr>
        <p:cNvPr id="1" name=""/>
        <p:cNvGrpSpPr/>
        <p:nvPr/>
      </p:nvGrpSpPr>
      <p:grpSpPr>
        <a:xfrm>
          <a:off x="0" y="0"/>
          <a:ext cx="0" cy="0"/>
          <a:chOff x="0" y="0"/>
          <a:chExt cx="0" cy="0"/>
        </a:xfrm>
      </p:grpSpPr>
      <p:sp>
        <p:nvSpPr>
          <p:cNvPr id="173" name="Google Shape;70;p16"/>
          <p:cNvSpPr/>
          <p:nvPr/>
        </p:nvSpPr>
        <p:spPr>
          <a:xfrm>
            <a:off x="862560" y="478080"/>
            <a:ext cx="7875360" cy="101448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1" lang="en-US" sz="6000" strike="noStrike" u="none">
                <a:solidFill>
                  <a:srgbClr val="980714"/>
                </a:solidFill>
                <a:effectLst/>
                <a:uFillTx/>
                <a:latin typeface="Calibri"/>
                <a:ea typeface="Calibri"/>
              </a:rPr>
              <a:t>Kubernetes Overview</a:t>
            </a:r>
            <a:endParaRPr b="0" lang="en-US" sz="6000" strike="noStrike" u="none">
              <a:solidFill>
                <a:srgbClr val="980714"/>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952920" y="324000"/>
            <a:ext cx="11230920" cy="90612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Module Outline</a:t>
            </a:r>
            <a:endParaRPr b="0" lang="en-US" sz="3200" strike="noStrike" u="none">
              <a:solidFill>
                <a:srgbClr val="000000"/>
              </a:solidFill>
              <a:effectLst/>
              <a:uFillTx/>
              <a:latin typeface="Arial"/>
            </a:endParaRPr>
          </a:p>
        </p:txBody>
      </p:sp>
      <p:sp>
        <p:nvSpPr>
          <p:cNvPr id="175" name="PlaceHolder 2"/>
          <p:cNvSpPr>
            <a:spLocks noGrp="1"/>
          </p:cNvSpPr>
          <p:nvPr>
            <p:ph/>
          </p:nvPr>
        </p:nvSpPr>
        <p:spPr>
          <a:xfrm>
            <a:off x="828000" y="1528200"/>
            <a:ext cx="5535360" cy="4678920"/>
          </a:xfrm>
          <a:prstGeom prst="rect">
            <a:avLst/>
          </a:prstGeom>
          <a:noFill/>
          <a:ln w="0">
            <a:noFill/>
          </a:ln>
        </p:spPr>
        <p:txBody>
          <a:bodyPr lIns="90000" rIns="90000" tIns="46800" bIns="45000" anchor="t">
            <a:noAutofit/>
          </a:bodyPr>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Kubernetes Origins</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Kubernetes Architecture</a:t>
            </a:r>
            <a:endParaRPr b="0" lang="en-US" sz="3000" strike="noStrike" u="none">
              <a:solidFill>
                <a:srgbClr val="000000"/>
              </a:solidFill>
              <a:effectLst/>
              <a:uFillTx/>
              <a:latin typeface="Arial"/>
            </a:endParaRPr>
          </a:p>
        </p:txBody>
      </p:sp>
      <p:sp>
        <p:nvSpPr>
          <p:cNvPr id="176" name="PlaceHolder 3"/>
          <p:cNvSpPr>
            <a:spLocks noGrp="1"/>
          </p:cNvSpPr>
          <p:nvPr>
            <p:ph type="sldNum" idx="4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CC88D3D5-C2B2-4FD5-BC67-CE55B3594DB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177" name="PlaceHolder 4"/>
          <p:cNvSpPr>
            <a:spLocks noGrp="1"/>
          </p:cNvSpPr>
          <p:nvPr>
            <p:ph/>
          </p:nvPr>
        </p:nvSpPr>
        <p:spPr>
          <a:xfrm>
            <a:off x="6278760" y="1544400"/>
            <a:ext cx="6099480" cy="4678920"/>
          </a:xfrm>
          <a:prstGeom prst="rect">
            <a:avLst/>
          </a:prstGeom>
          <a:noFill/>
          <a:ln w="0">
            <a:noFill/>
          </a:ln>
        </p:spPr>
        <p:txBody>
          <a:bodyPr lIns="90000" rIns="90000" tIns="46800" bIns="45000" anchor="t">
            <a:noAutofit/>
          </a:bodyPr>
          <a:p>
            <a:pPr marL="457200" indent="-419040">
              <a:lnSpc>
                <a:spcPct val="100000"/>
              </a:lnSpc>
              <a:spcBef>
                <a:spcPts val="1001"/>
              </a:spcBef>
              <a:buClr>
                <a:srgbClr val="888888"/>
              </a:buClr>
              <a:buFont typeface="Helvetica Neue Light"/>
              <a:buChar char="●"/>
            </a:pPr>
            <a:r>
              <a:rPr b="0" lang="en-US" sz="3000" strike="noStrike" u="none">
                <a:solidFill>
                  <a:srgbClr val="888888"/>
                </a:solidFill>
                <a:effectLst/>
                <a:uFillTx/>
                <a:latin typeface="Helvetica Neue Light"/>
                <a:ea typeface="Helvetica Neue Light"/>
              </a:rPr>
              <a:t>Kubernetes API</a:t>
            </a:r>
            <a:endParaRPr b="0" lang="en-US" sz="3000" strike="noStrike" u="none">
              <a:solidFill>
                <a:srgbClr val="000000"/>
              </a:solidFill>
              <a:effectLst/>
              <a:uFillTx/>
              <a:latin typeface="Arial"/>
            </a:endParaRPr>
          </a:p>
          <a:p>
            <a:pPr marL="457200"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Demo: Kubectl</a:t>
            </a:r>
            <a:endParaRPr b="0" lang="en-US" sz="3000" strike="noStrike" u="none">
              <a:solidFill>
                <a:srgbClr val="000000"/>
              </a:solidFill>
              <a:effectLst/>
              <a:uFillTx/>
              <a:latin typeface="Arial"/>
            </a:endParaRPr>
          </a:p>
          <a:p>
            <a:pPr indent="0">
              <a:lnSpc>
                <a:spcPct val="100000"/>
              </a:lnSpc>
              <a:spcBef>
                <a:spcPts val="1001"/>
              </a:spcBef>
              <a:buNone/>
              <a:tabLst>
                <a:tab algn="l" pos="0"/>
              </a:tabLst>
            </a:pPr>
            <a:endParaRPr b="0" lang="en-US" sz="3000" strike="noStrike" u="none">
              <a:solidFill>
                <a:srgbClr val="000000"/>
              </a:solidFill>
              <a:effectLst/>
              <a:uFillTx/>
              <a:latin typeface="Arial"/>
            </a:endParaRPr>
          </a:p>
          <a:p>
            <a:pPr marL="457200" indent="-419040">
              <a:lnSpc>
                <a:spcPct val="100000"/>
              </a:lnSpc>
              <a:spcBef>
                <a:spcPts val="1001"/>
              </a:spcBef>
              <a:buClr>
                <a:srgbClr val="888888"/>
              </a:buClr>
              <a:buFont typeface="Helvetica Neue Light"/>
              <a:buChar char="●"/>
              <a:tabLst>
                <a:tab algn="l" pos="0"/>
              </a:tabLst>
            </a:pPr>
            <a:r>
              <a:rPr b="0" lang="en-US" sz="3000" strike="noStrike" u="none">
                <a:solidFill>
                  <a:srgbClr val="888888"/>
                </a:solidFill>
                <a:effectLst/>
                <a:uFillTx/>
                <a:latin typeface="Helvetica Neue Light"/>
                <a:ea typeface="Helvetica Neue Light"/>
              </a:rPr>
              <a:t>Lab: Kubernetes Basics</a:t>
            </a:r>
            <a:endParaRPr b="0" lang="en-US" sz="3000" strike="noStrike" u="none">
              <a:solidFill>
                <a:srgbClr val="000000"/>
              </a:solidFill>
              <a:effectLst/>
              <a:uFillTx/>
              <a:latin typeface="Arial"/>
            </a:endParaRPr>
          </a:p>
        </p:txBody>
      </p:sp>
      <p:sp>
        <p:nvSpPr>
          <p:cNvPr id="6" name="PlaceHolder 5"/>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(k8s)</a:t>
            </a:r>
            <a:endParaRPr b="0" lang="en-US" sz="3200" strike="noStrike" u="none">
              <a:solidFill>
                <a:srgbClr val="000000"/>
              </a:solidFill>
              <a:effectLst/>
              <a:uFillTx/>
              <a:latin typeface="Arial"/>
            </a:endParaRPr>
          </a:p>
        </p:txBody>
      </p:sp>
      <p:sp>
        <p:nvSpPr>
          <p:cNvPr id="179" name="PlaceHolder 2"/>
          <p:cNvSpPr>
            <a:spLocks noGrp="1"/>
          </p:cNvSpPr>
          <p:nvPr>
            <p:ph/>
          </p:nvPr>
        </p:nvSpPr>
        <p:spPr>
          <a:xfrm>
            <a:off x="828000" y="1512000"/>
            <a:ext cx="6972120" cy="467892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Open-source platform for automating deployment, scaling, and management of containerized applications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Greek for 'Captain' or 'Helmsman' (it's driving the container ship!)</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Created inside Google and open-sourced, now managed by CNCF</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180" name="PlaceHolder 3"/>
          <p:cNvSpPr>
            <a:spLocks noGrp="1"/>
          </p:cNvSpPr>
          <p:nvPr>
            <p:ph type="sldNum" idx="4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9B3FA4E-AC2D-40A2-8D4A-6B15DCC87B37}"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pic>
        <p:nvPicPr>
          <p:cNvPr id="181" name="Google Shape;88;p18" descr=""/>
          <p:cNvPicPr/>
          <p:nvPr/>
        </p:nvPicPr>
        <p:blipFill>
          <a:blip r:embed="rId1"/>
          <a:stretch/>
        </p:blipFill>
        <p:spPr>
          <a:xfrm>
            <a:off x="8609760" y="1423440"/>
            <a:ext cx="3110400" cy="3017880"/>
          </a:xfrm>
          <a:prstGeom prst="rect">
            <a:avLst/>
          </a:prstGeom>
          <a:noFill/>
          <a:ln w="0">
            <a:noFill/>
          </a:ln>
        </p:spPr>
      </p:pic>
      <p:pic>
        <p:nvPicPr>
          <p:cNvPr id="182" name="Google Shape;89;p18" descr=""/>
          <p:cNvPicPr/>
          <p:nvPr/>
        </p:nvPicPr>
        <p:blipFill>
          <a:blip r:embed="rId2"/>
          <a:stretch/>
        </p:blipFill>
        <p:spPr>
          <a:xfrm>
            <a:off x="8923320" y="4633560"/>
            <a:ext cx="2483280" cy="1799640"/>
          </a:xfrm>
          <a:prstGeom prst="rect">
            <a:avLst/>
          </a:prstGeom>
          <a:noFill/>
          <a:ln w="0">
            <a:noFill/>
          </a:ln>
        </p:spPr>
      </p:pic>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Clusters</a:t>
            </a:r>
            <a:endParaRPr b="0" lang="en-US" sz="3200" strike="noStrike" u="none">
              <a:solidFill>
                <a:srgbClr val="000000"/>
              </a:solidFill>
              <a:effectLst/>
              <a:uFillTx/>
              <a:latin typeface="Arial"/>
            </a:endParaRPr>
          </a:p>
        </p:txBody>
      </p:sp>
      <p:sp>
        <p:nvSpPr>
          <p:cNvPr id="184" name="PlaceHolder 2"/>
          <p:cNvSpPr>
            <a:spLocks noGrp="1"/>
          </p:cNvSpPr>
          <p:nvPr>
            <p:ph type="sldNum" idx="4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4BBBE1A7-B501-4ABE-B469-D1F708012208}"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185" name="Google Shape;97;p19"/>
          <p:cNvGrpSpPr/>
          <p:nvPr/>
        </p:nvGrpSpPr>
        <p:grpSpPr>
          <a:xfrm>
            <a:off x="1962000" y="3157920"/>
            <a:ext cx="1829880" cy="1263960"/>
            <a:chOff x="1962000" y="3157920"/>
            <a:chExt cx="1829880" cy="1263960"/>
          </a:xfrm>
        </p:grpSpPr>
        <p:sp>
          <p:nvSpPr>
            <p:cNvPr id="186" name="Google Shape;98;p19"/>
            <p:cNvSpPr/>
            <p:nvPr/>
          </p:nvSpPr>
          <p:spPr>
            <a:xfrm>
              <a:off x="2038320" y="3234240"/>
              <a:ext cx="1753560" cy="1187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7" name="Google Shape;99;p19"/>
            <p:cNvSpPr/>
            <p:nvPr/>
          </p:nvSpPr>
          <p:spPr>
            <a:xfrm>
              <a:off x="1962000" y="3157920"/>
              <a:ext cx="1753560" cy="11876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grpSp>
        <p:nvGrpSpPr>
          <p:cNvPr id="188" name="Google Shape;100;p19"/>
          <p:cNvGrpSpPr/>
          <p:nvPr/>
        </p:nvGrpSpPr>
        <p:grpSpPr>
          <a:xfrm>
            <a:off x="6485040" y="1530360"/>
            <a:ext cx="1829520" cy="1263960"/>
            <a:chOff x="6485040" y="1530360"/>
            <a:chExt cx="1829520" cy="1263960"/>
          </a:xfrm>
        </p:grpSpPr>
        <p:sp>
          <p:nvSpPr>
            <p:cNvPr id="189" name="Google Shape;101;p19"/>
            <p:cNvSpPr/>
            <p:nvPr/>
          </p:nvSpPr>
          <p:spPr>
            <a:xfrm>
              <a:off x="6561000" y="1606680"/>
              <a:ext cx="1753560" cy="1187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0" name="Google Shape;102;p19"/>
            <p:cNvSpPr/>
            <p:nvPr/>
          </p:nvSpPr>
          <p:spPr>
            <a:xfrm>
              <a:off x="6485040" y="1530360"/>
              <a:ext cx="1753560" cy="1187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191" name="Google Shape;103;p19"/>
          <p:cNvGrpSpPr/>
          <p:nvPr/>
        </p:nvGrpSpPr>
        <p:grpSpPr>
          <a:xfrm>
            <a:off x="6485040" y="3157920"/>
            <a:ext cx="1829520" cy="1263960"/>
            <a:chOff x="6485040" y="3157920"/>
            <a:chExt cx="1829520" cy="1263960"/>
          </a:xfrm>
        </p:grpSpPr>
        <p:sp>
          <p:nvSpPr>
            <p:cNvPr id="192" name="Google Shape;104;p19"/>
            <p:cNvSpPr/>
            <p:nvPr/>
          </p:nvSpPr>
          <p:spPr>
            <a:xfrm>
              <a:off x="6561000" y="3234240"/>
              <a:ext cx="1753560" cy="1187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3" name="Google Shape;105;p19"/>
            <p:cNvSpPr/>
            <p:nvPr/>
          </p:nvSpPr>
          <p:spPr>
            <a:xfrm>
              <a:off x="6485040" y="3157920"/>
              <a:ext cx="1753560" cy="1187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194" name="Google Shape;106;p19"/>
          <p:cNvGrpSpPr/>
          <p:nvPr/>
        </p:nvGrpSpPr>
        <p:grpSpPr>
          <a:xfrm>
            <a:off x="6485040" y="4785480"/>
            <a:ext cx="1829520" cy="1263960"/>
            <a:chOff x="6485040" y="4785480"/>
            <a:chExt cx="1829520" cy="1263960"/>
          </a:xfrm>
        </p:grpSpPr>
        <p:sp>
          <p:nvSpPr>
            <p:cNvPr id="195" name="Google Shape;107;p19"/>
            <p:cNvSpPr/>
            <p:nvPr/>
          </p:nvSpPr>
          <p:spPr>
            <a:xfrm>
              <a:off x="6561000" y="4861800"/>
              <a:ext cx="1753560" cy="1187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6" name="Google Shape;108;p19"/>
            <p:cNvSpPr/>
            <p:nvPr/>
          </p:nvSpPr>
          <p:spPr>
            <a:xfrm>
              <a:off x="6485040" y="4785480"/>
              <a:ext cx="1753560" cy="1187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Clusters</a:t>
            </a:r>
            <a:endParaRPr b="0" lang="en-US" sz="3200" strike="noStrike" u="none">
              <a:solidFill>
                <a:srgbClr val="000000"/>
              </a:solidFill>
              <a:effectLst/>
              <a:uFillTx/>
              <a:latin typeface="Arial"/>
            </a:endParaRPr>
          </a:p>
        </p:txBody>
      </p:sp>
      <p:sp>
        <p:nvSpPr>
          <p:cNvPr id="198" name="PlaceHolder 2"/>
          <p:cNvSpPr>
            <a:spLocks noGrp="1"/>
          </p:cNvSpPr>
          <p:nvPr>
            <p:ph type="sldNum" idx="43"/>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4E8F01E-918B-4E4D-BC54-9E0EB69EA9A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199" name="Google Shape;116;p20"/>
          <p:cNvGrpSpPr/>
          <p:nvPr/>
        </p:nvGrpSpPr>
        <p:grpSpPr>
          <a:xfrm>
            <a:off x="1571040" y="3305520"/>
            <a:ext cx="1385640" cy="958680"/>
            <a:chOff x="1571040" y="3305520"/>
            <a:chExt cx="1385640" cy="958680"/>
          </a:xfrm>
        </p:grpSpPr>
        <p:sp>
          <p:nvSpPr>
            <p:cNvPr id="200" name="Google Shape;117;p20"/>
            <p:cNvSpPr/>
            <p:nvPr/>
          </p:nvSpPr>
          <p:spPr>
            <a:xfrm>
              <a:off x="1639080" y="3371760"/>
              <a:ext cx="1317600" cy="8924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1" name="Google Shape;118;p20"/>
            <p:cNvSpPr/>
            <p:nvPr/>
          </p:nvSpPr>
          <p:spPr>
            <a:xfrm>
              <a:off x="1571040" y="3305520"/>
              <a:ext cx="1317600" cy="8924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grpSp>
        <p:nvGrpSpPr>
          <p:cNvPr id="202" name="Google Shape;119;p20"/>
          <p:cNvGrpSpPr/>
          <p:nvPr/>
        </p:nvGrpSpPr>
        <p:grpSpPr>
          <a:xfrm>
            <a:off x="3705120" y="2699640"/>
            <a:ext cx="1475280" cy="1022400"/>
            <a:chOff x="3705120" y="2699640"/>
            <a:chExt cx="1475280" cy="1022400"/>
          </a:xfrm>
        </p:grpSpPr>
        <p:sp>
          <p:nvSpPr>
            <p:cNvPr id="203" name="Google Shape;120;p20"/>
            <p:cNvSpPr/>
            <p:nvPr/>
          </p:nvSpPr>
          <p:spPr>
            <a:xfrm>
              <a:off x="3772440" y="2768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4" name="Google Shape;121;p20"/>
            <p:cNvSpPr/>
            <p:nvPr/>
          </p:nvSpPr>
          <p:spPr>
            <a:xfrm>
              <a:off x="3705120" y="269964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05" name="Google Shape;122;p20"/>
          <p:cNvGrpSpPr/>
          <p:nvPr/>
        </p:nvGrpSpPr>
        <p:grpSpPr>
          <a:xfrm>
            <a:off x="6936840" y="2699640"/>
            <a:ext cx="1488600" cy="1029960"/>
            <a:chOff x="6936840" y="2699640"/>
            <a:chExt cx="1488600" cy="1029960"/>
          </a:xfrm>
        </p:grpSpPr>
        <p:sp>
          <p:nvSpPr>
            <p:cNvPr id="206" name="Google Shape;123;p20"/>
            <p:cNvSpPr/>
            <p:nvPr/>
          </p:nvSpPr>
          <p:spPr>
            <a:xfrm>
              <a:off x="7017480" y="277596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7" name="Google Shape;124;p20"/>
            <p:cNvSpPr/>
            <p:nvPr/>
          </p:nvSpPr>
          <p:spPr>
            <a:xfrm>
              <a:off x="6936840" y="269964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08" name="Google Shape;125;p20"/>
          <p:cNvGrpSpPr/>
          <p:nvPr/>
        </p:nvGrpSpPr>
        <p:grpSpPr>
          <a:xfrm>
            <a:off x="5320800" y="2699640"/>
            <a:ext cx="1484280" cy="1029960"/>
            <a:chOff x="5320800" y="2699640"/>
            <a:chExt cx="1484280" cy="1029960"/>
          </a:xfrm>
        </p:grpSpPr>
        <p:sp>
          <p:nvSpPr>
            <p:cNvPr id="209" name="Google Shape;126;p20"/>
            <p:cNvSpPr/>
            <p:nvPr/>
          </p:nvSpPr>
          <p:spPr>
            <a:xfrm>
              <a:off x="5397120" y="277596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0" name="Google Shape;127;p20"/>
            <p:cNvSpPr/>
            <p:nvPr/>
          </p:nvSpPr>
          <p:spPr>
            <a:xfrm>
              <a:off x="5320800" y="269964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11" name="Google Shape;128;p20"/>
          <p:cNvGrpSpPr/>
          <p:nvPr/>
        </p:nvGrpSpPr>
        <p:grpSpPr>
          <a:xfrm>
            <a:off x="1562760" y="2228760"/>
            <a:ext cx="1393920" cy="968760"/>
            <a:chOff x="1562760" y="2228760"/>
            <a:chExt cx="1393920" cy="968760"/>
          </a:xfrm>
        </p:grpSpPr>
        <p:sp>
          <p:nvSpPr>
            <p:cNvPr id="212" name="Google Shape;129;p20"/>
            <p:cNvSpPr/>
            <p:nvPr/>
          </p:nvSpPr>
          <p:spPr>
            <a:xfrm>
              <a:off x="1639080" y="2305080"/>
              <a:ext cx="1317600" cy="8924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3" name="Google Shape;130;p20"/>
            <p:cNvSpPr/>
            <p:nvPr/>
          </p:nvSpPr>
          <p:spPr>
            <a:xfrm>
              <a:off x="1562760" y="2228760"/>
              <a:ext cx="1317600" cy="8924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grpSp>
        <p:nvGrpSpPr>
          <p:cNvPr id="214" name="Google Shape;131;p20"/>
          <p:cNvGrpSpPr/>
          <p:nvPr/>
        </p:nvGrpSpPr>
        <p:grpSpPr>
          <a:xfrm>
            <a:off x="3696120" y="1549080"/>
            <a:ext cx="1484280" cy="1029960"/>
            <a:chOff x="3696120" y="1549080"/>
            <a:chExt cx="1484280" cy="1029960"/>
          </a:xfrm>
        </p:grpSpPr>
        <p:sp>
          <p:nvSpPr>
            <p:cNvPr id="215" name="Google Shape;132;p20"/>
            <p:cNvSpPr/>
            <p:nvPr/>
          </p:nvSpPr>
          <p:spPr>
            <a:xfrm>
              <a:off x="3772440" y="1625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6" name="Google Shape;133;p20"/>
            <p:cNvSpPr/>
            <p:nvPr/>
          </p:nvSpPr>
          <p:spPr>
            <a:xfrm>
              <a:off x="3696120" y="154908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17" name="Google Shape;134;p20"/>
          <p:cNvGrpSpPr/>
          <p:nvPr/>
        </p:nvGrpSpPr>
        <p:grpSpPr>
          <a:xfrm>
            <a:off x="6928200" y="1549080"/>
            <a:ext cx="1488600" cy="1029960"/>
            <a:chOff x="6928200" y="1549080"/>
            <a:chExt cx="1488600" cy="1029960"/>
          </a:xfrm>
        </p:grpSpPr>
        <p:sp>
          <p:nvSpPr>
            <p:cNvPr id="218" name="Google Shape;135;p20"/>
            <p:cNvSpPr/>
            <p:nvPr/>
          </p:nvSpPr>
          <p:spPr>
            <a:xfrm>
              <a:off x="7008840" y="1625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9" name="Google Shape;136;p20"/>
            <p:cNvSpPr/>
            <p:nvPr/>
          </p:nvSpPr>
          <p:spPr>
            <a:xfrm>
              <a:off x="6928200" y="154908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20" name="Google Shape;137;p20"/>
          <p:cNvGrpSpPr/>
          <p:nvPr/>
        </p:nvGrpSpPr>
        <p:grpSpPr>
          <a:xfrm>
            <a:off x="5312160" y="1549080"/>
            <a:ext cx="1484280" cy="1029960"/>
            <a:chOff x="5312160" y="1549080"/>
            <a:chExt cx="1484280" cy="1029960"/>
          </a:xfrm>
        </p:grpSpPr>
        <p:sp>
          <p:nvSpPr>
            <p:cNvPr id="221" name="Google Shape;138;p20"/>
            <p:cNvSpPr/>
            <p:nvPr/>
          </p:nvSpPr>
          <p:spPr>
            <a:xfrm>
              <a:off x="5388480" y="1625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2" name="Google Shape;139;p20"/>
            <p:cNvSpPr/>
            <p:nvPr/>
          </p:nvSpPr>
          <p:spPr>
            <a:xfrm>
              <a:off x="5312160" y="154908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23" name="Google Shape;140;p20"/>
          <p:cNvGrpSpPr/>
          <p:nvPr/>
        </p:nvGrpSpPr>
        <p:grpSpPr>
          <a:xfrm>
            <a:off x="1562760" y="4382280"/>
            <a:ext cx="1393920" cy="948600"/>
            <a:chOff x="1562760" y="4382280"/>
            <a:chExt cx="1393920" cy="948600"/>
          </a:xfrm>
        </p:grpSpPr>
        <p:sp>
          <p:nvSpPr>
            <p:cNvPr id="224" name="Google Shape;141;p20"/>
            <p:cNvSpPr/>
            <p:nvPr/>
          </p:nvSpPr>
          <p:spPr>
            <a:xfrm>
              <a:off x="1639080" y="4438440"/>
              <a:ext cx="1317600" cy="8924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5" name="Google Shape;142;p20"/>
            <p:cNvSpPr/>
            <p:nvPr/>
          </p:nvSpPr>
          <p:spPr>
            <a:xfrm>
              <a:off x="1562760" y="4382280"/>
              <a:ext cx="1317600" cy="8924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grpSp>
        <p:nvGrpSpPr>
          <p:cNvPr id="226" name="Google Shape;143;p20"/>
          <p:cNvGrpSpPr/>
          <p:nvPr/>
        </p:nvGrpSpPr>
        <p:grpSpPr>
          <a:xfrm>
            <a:off x="3696120" y="3850200"/>
            <a:ext cx="1484280" cy="1014840"/>
            <a:chOff x="3696120" y="3850200"/>
            <a:chExt cx="1484280" cy="1014840"/>
          </a:xfrm>
        </p:grpSpPr>
        <p:sp>
          <p:nvSpPr>
            <p:cNvPr id="227" name="Google Shape;144;p20"/>
            <p:cNvSpPr/>
            <p:nvPr/>
          </p:nvSpPr>
          <p:spPr>
            <a:xfrm>
              <a:off x="3772440" y="3911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28" name="Google Shape;145;p20"/>
            <p:cNvSpPr/>
            <p:nvPr/>
          </p:nvSpPr>
          <p:spPr>
            <a:xfrm>
              <a:off x="3696120" y="385020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29" name="Google Shape;146;p20"/>
          <p:cNvGrpSpPr/>
          <p:nvPr/>
        </p:nvGrpSpPr>
        <p:grpSpPr>
          <a:xfrm>
            <a:off x="6928200" y="3850200"/>
            <a:ext cx="1488600" cy="1029960"/>
            <a:chOff x="6928200" y="3850200"/>
            <a:chExt cx="1488600" cy="1029960"/>
          </a:xfrm>
        </p:grpSpPr>
        <p:sp>
          <p:nvSpPr>
            <p:cNvPr id="230" name="Google Shape;147;p20"/>
            <p:cNvSpPr/>
            <p:nvPr/>
          </p:nvSpPr>
          <p:spPr>
            <a:xfrm>
              <a:off x="7008840" y="392652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1" name="Google Shape;148;p20"/>
            <p:cNvSpPr/>
            <p:nvPr/>
          </p:nvSpPr>
          <p:spPr>
            <a:xfrm>
              <a:off x="6928200" y="385020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32" name="Google Shape;149;p20"/>
          <p:cNvGrpSpPr/>
          <p:nvPr/>
        </p:nvGrpSpPr>
        <p:grpSpPr>
          <a:xfrm>
            <a:off x="5312160" y="3850200"/>
            <a:ext cx="1484280" cy="1029960"/>
            <a:chOff x="5312160" y="3850200"/>
            <a:chExt cx="1484280" cy="1029960"/>
          </a:xfrm>
        </p:grpSpPr>
        <p:sp>
          <p:nvSpPr>
            <p:cNvPr id="233" name="Google Shape;150;p20"/>
            <p:cNvSpPr/>
            <p:nvPr/>
          </p:nvSpPr>
          <p:spPr>
            <a:xfrm>
              <a:off x="5388480" y="392652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4" name="Google Shape;151;p20"/>
            <p:cNvSpPr/>
            <p:nvPr/>
          </p:nvSpPr>
          <p:spPr>
            <a:xfrm>
              <a:off x="5312160" y="385020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35" name="Google Shape;152;p20"/>
          <p:cNvGrpSpPr/>
          <p:nvPr/>
        </p:nvGrpSpPr>
        <p:grpSpPr>
          <a:xfrm>
            <a:off x="10177560" y="2699640"/>
            <a:ext cx="1492920" cy="1029960"/>
            <a:chOff x="10177560" y="2699640"/>
            <a:chExt cx="1492920" cy="1029960"/>
          </a:xfrm>
        </p:grpSpPr>
        <p:sp>
          <p:nvSpPr>
            <p:cNvPr id="236" name="Google Shape;153;p20"/>
            <p:cNvSpPr/>
            <p:nvPr/>
          </p:nvSpPr>
          <p:spPr>
            <a:xfrm>
              <a:off x="10262520" y="277596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7" name="Google Shape;154;p20"/>
            <p:cNvSpPr/>
            <p:nvPr/>
          </p:nvSpPr>
          <p:spPr>
            <a:xfrm>
              <a:off x="10177560" y="269964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38" name="Google Shape;155;p20"/>
          <p:cNvGrpSpPr/>
          <p:nvPr/>
        </p:nvGrpSpPr>
        <p:grpSpPr>
          <a:xfrm>
            <a:off x="8561520" y="2699640"/>
            <a:ext cx="1479960" cy="1029960"/>
            <a:chOff x="8561520" y="2699640"/>
            <a:chExt cx="1479960" cy="1029960"/>
          </a:xfrm>
        </p:grpSpPr>
        <p:sp>
          <p:nvSpPr>
            <p:cNvPr id="239" name="Google Shape;156;p20"/>
            <p:cNvSpPr/>
            <p:nvPr/>
          </p:nvSpPr>
          <p:spPr>
            <a:xfrm>
              <a:off x="8633520" y="277596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0" name="Google Shape;157;p20"/>
            <p:cNvSpPr/>
            <p:nvPr/>
          </p:nvSpPr>
          <p:spPr>
            <a:xfrm>
              <a:off x="8561520" y="269964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41" name="Google Shape;158;p20"/>
          <p:cNvGrpSpPr/>
          <p:nvPr/>
        </p:nvGrpSpPr>
        <p:grpSpPr>
          <a:xfrm>
            <a:off x="10168920" y="1549080"/>
            <a:ext cx="1492920" cy="1029960"/>
            <a:chOff x="10168920" y="1549080"/>
            <a:chExt cx="1492920" cy="1029960"/>
          </a:xfrm>
        </p:grpSpPr>
        <p:sp>
          <p:nvSpPr>
            <p:cNvPr id="242" name="Google Shape;159;p20"/>
            <p:cNvSpPr/>
            <p:nvPr/>
          </p:nvSpPr>
          <p:spPr>
            <a:xfrm>
              <a:off x="10253880" y="1625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3" name="Google Shape;160;p20"/>
            <p:cNvSpPr/>
            <p:nvPr/>
          </p:nvSpPr>
          <p:spPr>
            <a:xfrm>
              <a:off x="10168920" y="154908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44" name="Google Shape;161;p20"/>
          <p:cNvGrpSpPr/>
          <p:nvPr/>
        </p:nvGrpSpPr>
        <p:grpSpPr>
          <a:xfrm>
            <a:off x="8552880" y="1549080"/>
            <a:ext cx="1479600" cy="1029960"/>
            <a:chOff x="8552880" y="1549080"/>
            <a:chExt cx="1479600" cy="1029960"/>
          </a:xfrm>
        </p:grpSpPr>
        <p:sp>
          <p:nvSpPr>
            <p:cNvPr id="245" name="Google Shape;162;p20"/>
            <p:cNvSpPr/>
            <p:nvPr/>
          </p:nvSpPr>
          <p:spPr>
            <a:xfrm>
              <a:off x="8624520" y="1625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6" name="Google Shape;163;p20"/>
            <p:cNvSpPr/>
            <p:nvPr/>
          </p:nvSpPr>
          <p:spPr>
            <a:xfrm>
              <a:off x="8552880" y="154908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47" name="Google Shape;164;p20"/>
          <p:cNvGrpSpPr/>
          <p:nvPr/>
        </p:nvGrpSpPr>
        <p:grpSpPr>
          <a:xfrm>
            <a:off x="10168920" y="3850200"/>
            <a:ext cx="1492920" cy="1029960"/>
            <a:chOff x="10168920" y="3850200"/>
            <a:chExt cx="1492920" cy="1029960"/>
          </a:xfrm>
        </p:grpSpPr>
        <p:sp>
          <p:nvSpPr>
            <p:cNvPr id="248" name="Google Shape;165;p20"/>
            <p:cNvSpPr/>
            <p:nvPr/>
          </p:nvSpPr>
          <p:spPr>
            <a:xfrm>
              <a:off x="10253880" y="392652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9" name="Google Shape;166;p20"/>
            <p:cNvSpPr/>
            <p:nvPr/>
          </p:nvSpPr>
          <p:spPr>
            <a:xfrm>
              <a:off x="10168920" y="385020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50" name="Google Shape;167;p20"/>
          <p:cNvGrpSpPr/>
          <p:nvPr/>
        </p:nvGrpSpPr>
        <p:grpSpPr>
          <a:xfrm>
            <a:off x="8552880" y="3850200"/>
            <a:ext cx="1479600" cy="1029960"/>
            <a:chOff x="8552880" y="3850200"/>
            <a:chExt cx="1479600" cy="1029960"/>
          </a:xfrm>
        </p:grpSpPr>
        <p:sp>
          <p:nvSpPr>
            <p:cNvPr id="251" name="Google Shape;168;p20"/>
            <p:cNvSpPr/>
            <p:nvPr/>
          </p:nvSpPr>
          <p:spPr>
            <a:xfrm>
              <a:off x="8624520" y="392652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2" name="Google Shape;169;p20"/>
            <p:cNvSpPr/>
            <p:nvPr/>
          </p:nvSpPr>
          <p:spPr>
            <a:xfrm>
              <a:off x="8552880" y="385020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53" name="Google Shape;170;p20"/>
          <p:cNvGrpSpPr/>
          <p:nvPr/>
        </p:nvGrpSpPr>
        <p:grpSpPr>
          <a:xfrm>
            <a:off x="3700440" y="5000760"/>
            <a:ext cx="1479960" cy="1007280"/>
            <a:chOff x="3700440" y="5000760"/>
            <a:chExt cx="1479960" cy="1007280"/>
          </a:xfrm>
        </p:grpSpPr>
        <p:sp>
          <p:nvSpPr>
            <p:cNvPr id="254" name="Google Shape;171;p20"/>
            <p:cNvSpPr/>
            <p:nvPr/>
          </p:nvSpPr>
          <p:spPr>
            <a:xfrm>
              <a:off x="3772440" y="505440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5" name="Google Shape;172;p20"/>
            <p:cNvSpPr/>
            <p:nvPr/>
          </p:nvSpPr>
          <p:spPr>
            <a:xfrm>
              <a:off x="3700440" y="500076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56" name="Google Shape;173;p20"/>
          <p:cNvGrpSpPr/>
          <p:nvPr/>
        </p:nvGrpSpPr>
        <p:grpSpPr>
          <a:xfrm>
            <a:off x="6932520" y="5000760"/>
            <a:ext cx="1488600" cy="1029960"/>
            <a:chOff x="6932520" y="5000760"/>
            <a:chExt cx="1488600" cy="1029960"/>
          </a:xfrm>
        </p:grpSpPr>
        <p:sp>
          <p:nvSpPr>
            <p:cNvPr id="257" name="Google Shape;174;p20"/>
            <p:cNvSpPr/>
            <p:nvPr/>
          </p:nvSpPr>
          <p:spPr>
            <a:xfrm>
              <a:off x="7013160" y="507708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8" name="Google Shape;175;p20"/>
            <p:cNvSpPr/>
            <p:nvPr/>
          </p:nvSpPr>
          <p:spPr>
            <a:xfrm>
              <a:off x="6932520" y="500076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59" name="Google Shape;176;p20"/>
          <p:cNvGrpSpPr/>
          <p:nvPr/>
        </p:nvGrpSpPr>
        <p:grpSpPr>
          <a:xfrm>
            <a:off x="5316480" y="5000760"/>
            <a:ext cx="1484280" cy="1029960"/>
            <a:chOff x="5316480" y="5000760"/>
            <a:chExt cx="1484280" cy="1029960"/>
          </a:xfrm>
        </p:grpSpPr>
        <p:sp>
          <p:nvSpPr>
            <p:cNvPr id="260" name="Google Shape;177;p20"/>
            <p:cNvSpPr/>
            <p:nvPr/>
          </p:nvSpPr>
          <p:spPr>
            <a:xfrm>
              <a:off x="5392800" y="507708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1" name="Google Shape;178;p20"/>
            <p:cNvSpPr/>
            <p:nvPr/>
          </p:nvSpPr>
          <p:spPr>
            <a:xfrm>
              <a:off x="5316480" y="500076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62" name="Google Shape;179;p20"/>
          <p:cNvGrpSpPr/>
          <p:nvPr/>
        </p:nvGrpSpPr>
        <p:grpSpPr>
          <a:xfrm>
            <a:off x="10173240" y="5000760"/>
            <a:ext cx="1475280" cy="1029960"/>
            <a:chOff x="10173240" y="5000760"/>
            <a:chExt cx="1475280" cy="1029960"/>
          </a:xfrm>
        </p:grpSpPr>
        <p:sp>
          <p:nvSpPr>
            <p:cNvPr id="263" name="Google Shape;180;p20"/>
            <p:cNvSpPr/>
            <p:nvPr/>
          </p:nvSpPr>
          <p:spPr>
            <a:xfrm>
              <a:off x="10240560" y="507708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4" name="Google Shape;181;p20"/>
            <p:cNvSpPr/>
            <p:nvPr/>
          </p:nvSpPr>
          <p:spPr>
            <a:xfrm>
              <a:off x="10173240" y="500076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nvGrpSpPr>
          <p:cNvPr id="265" name="Google Shape;182;p20"/>
          <p:cNvGrpSpPr/>
          <p:nvPr/>
        </p:nvGrpSpPr>
        <p:grpSpPr>
          <a:xfrm>
            <a:off x="8557200" y="5000760"/>
            <a:ext cx="1479960" cy="1029960"/>
            <a:chOff x="8557200" y="5000760"/>
            <a:chExt cx="1479960" cy="1029960"/>
          </a:xfrm>
        </p:grpSpPr>
        <p:sp>
          <p:nvSpPr>
            <p:cNvPr id="266" name="Google Shape;183;p20"/>
            <p:cNvSpPr/>
            <p:nvPr/>
          </p:nvSpPr>
          <p:spPr>
            <a:xfrm>
              <a:off x="8629200" y="5077080"/>
              <a:ext cx="1407960" cy="95364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7" name="Google Shape;184;p20"/>
            <p:cNvSpPr/>
            <p:nvPr/>
          </p:nvSpPr>
          <p:spPr>
            <a:xfrm>
              <a:off x="8557200" y="5000760"/>
              <a:ext cx="1407960" cy="953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Clusters</a:t>
            </a:r>
            <a:endParaRPr b="0" lang="en-US" sz="3200" strike="noStrike" u="none">
              <a:solidFill>
                <a:srgbClr val="000000"/>
              </a:solidFill>
              <a:effectLst/>
              <a:uFillTx/>
              <a:latin typeface="Arial"/>
            </a:endParaRPr>
          </a:p>
        </p:txBody>
      </p:sp>
      <p:sp>
        <p:nvSpPr>
          <p:cNvPr id="269" name="PlaceHolder 2"/>
          <p:cNvSpPr>
            <a:spLocks noGrp="1"/>
          </p:cNvSpPr>
          <p:nvPr>
            <p:ph type="sldNum" idx="4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D67C2E8-6B33-4482-BD3C-E4410901CFBF}"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70" name="Google Shape;192;p21"/>
          <p:cNvGrpSpPr/>
          <p:nvPr/>
        </p:nvGrpSpPr>
        <p:grpSpPr>
          <a:xfrm>
            <a:off x="7779240" y="2984760"/>
            <a:ext cx="1958760" cy="1359000"/>
            <a:chOff x="7779240" y="2984760"/>
            <a:chExt cx="1958760" cy="1359000"/>
          </a:xfrm>
        </p:grpSpPr>
        <p:grpSp>
          <p:nvGrpSpPr>
            <p:cNvPr id="271" name="Google Shape;193;p21"/>
            <p:cNvGrpSpPr/>
            <p:nvPr/>
          </p:nvGrpSpPr>
          <p:grpSpPr>
            <a:xfrm>
              <a:off x="7779240" y="2984760"/>
              <a:ext cx="1958760" cy="1359000"/>
              <a:chOff x="7779240" y="2984760"/>
              <a:chExt cx="1958760" cy="1359000"/>
            </a:xfrm>
          </p:grpSpPr>
          <p:sp>
            <p:nvSpPr>
              <p:cNvPr id="272" name="Google Shape;194;p21"/>
              <p:cNvSpPr/>
              <p:nvPr/>
            </p:nvSpPr>
            <p:spPr>
              <a:xfrm>
                <a:off x="7879680" y="3085200"/>
                <a:ext cx="1858320" cy="125856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3" name="Google Shape;195;p21"/>
              <p:cNvSpPr/>
              <p:nvPr/>
            </p:nvSpPr>
            <p:spPr>
              <a:xfrm>
                <a:off x="7779240" y="2984760"/>
                <a:ext cx="1858320" cy="125856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274" name="Google Shape;196;p21"/>
            <p:cNvSpPr/>
            <p:nvPr/>
          </p:nvSpPr>
          <p:spPr>
            <a:xfrm>
              <a:off x="7903800" y="3179880"/>
              <a:ext cx="390960" cy="38556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76760" bIns="176760" anchor="ctr">
              <a:noAutofit/>
            </a:bodyPr>
            <a:p>
              <a:pPr>
                <a:lnSpc>
                  <a:spcPct val="100000"/>
                </a:lnSpc>
                <a:tabLst>
                  <a:tab algn="l" pos="0"/>
                </a:tabLst>
              </a:pPr>
              <a:r>
                <a:rPr b="0"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275" name="Google Shape;197;p21"/>
          <p:cNvGrpSpPr/>
          <p:nvPr/>
        </p:nvGrpSpPr>
        <p:grpSpPr>
          <a:xfrm>
            <a:off x="7779240" y="1428120"/>
            <a:ext cx="1958760" cy="1359360"/>
            <a:chOff x="7779240" y="1428120"/>
            <a:chExt cx="1958760" cy="1359360"/>
          </a:xfrm>
        </p:grpSpPr>
        <p:grpSp>
          <p:nvGrpSpPr>
            <p:cNvPr id="276" name="Google Shape;198;p21"/>
            <p:cNvGrpSpPr/>
            <p:nvPr/>
          </p:nvGrpSpPr>
          <p:grpSpPr>
            <a:xfrm>
              <a:off x="7779240" y="1428120"/>
              <a:ext cx="1958760" cy="1359360"/>
              <a:chOff x="7779240" y="1428120"/>
              <a:chExt cx="1958760" cy="1359360"/>
            </a:xfrm>
          </p:grpSpPr>
          <p:sp>
            <p:nvSpPr>
              <p:cNvPr id="277" name="Google Shape;199;p21"/>
              <p:cNvSpPr/>
              <p:nvPr/>
            </p:nvSpPr>
            <p:spPr>
              <a:xfrm>
                <a:off x="7879680" y="1528920"/>
                <a:ext cx="1858320" cy="125856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8" name="Google Shape;200;p21"/>
              <p:cNvSpPr/>
              <p:nvPr/>
            </p:nvSpPr>
            <p:spPr>
              <a:xfrm>
                <a:off x="7779240" y="1428120"/>
                <a:ext cx="1858320" cy="125856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279" name="Google Shape;201;p21"/>
            <p:cNvSpPr/>
            <p:nvPr/>
          </p:nvSpPr>
          <p:spPr>
            <a:xfrm>
              <a:off x="7903800" y="1590840"/>
              <a:ext cx="402840" cy="38556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76760" bIns="176760" anchor="ctr">
              <a:noAutofit/>
            </a:bodyPr>
            <a:p>
              <a:pPr>
                <a:lnSpc>
                  <a:spcPct val="100000"/>
                </a:lnSpc>
                <a:tabLst>
                  <a:tab algn="l" pos="0"/>
                </a:tabLst>
              </a:pPr>
              <a:r>
                <a:rPr b="0"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280" name="Google Shape;202;p21"/>
            <p:cNvSpPr/>
            <p:nvPr/>
          </p:nvSpPr>
          <p:spPr>
            <a:xfrm>
              <a:off x="7903800" y="2196720"/>
              <a:ext cx="402840" cy="385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6760" bIns="176760" anchor="ctr">
              <a:noAutofit/>
            </a:bodyPr>
            <a:p>
              <a:pPr>
                <a:lnSpc>
                  <a:spcPct val="100000"/>
                </a:lnSpc>
                <a:tabLst>
                  <a:tab algn="l" pos="0"/>
                </a:tabLst>
              </a:pPr>
              <a:r>
                <a:rPr b="0"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281" name="Google Shape;203;p21"/>
          <p:cNvGrpSpPr/>
          <p:nvPr/>
        </p:nvGrpSpPr>
        <p:grpSpPr>
          <a:xfrm>
            <a:off x="7779240" y="4605840"/>
            <a:ext cx="1958760" cy="1359000"/>
            <a:chOff x="7779240" y="4605840"/>
            <a:chExt cx="1958760" cy="1359000"/>
          </a:xfrm>
        </p:grpSpPr>
        <p:grpSp>
          <p:nvGrpSpPr>
            <p:cNvPr id="282" name="Google Shape;204;p21"/>
            <p:cNvGrpSpPr/>
            <p:nvPr/>
          </p:nvGrpSpPr>
          <p:grpSpPr>
            <a:xfrm>
              <a:off x="7779240" y="4605840"/>
              <a:ext cx="1958760" cy="1359000"/>
              <a:chOff x="7779240" y="4605840"/>
              <a:chExt cx="1958760" cy="1359000"/>
            </a:xfrm>
          </p:grpSpPr>
          <p:sp>
            <p:nvSpPr>
              <p:cNvPr id="283" name="Google Shape;205;p21"/>
              <p:cNvSpPr/>
              <p:nvPr/>
            </p:nvSpPr>
            <p:spPr>
              <a:xfrm>
                <a:off x="7879680" y="4706280"/>
                <a:ext cx="1858320" cy="125856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4" name="Google Shape;206;p21"/>
              <p:cNvSpPr/>
              <p:nvPr/>
            </p:nvSpPr>
            <p:spPr>
              <a:xfrm>
                <a:off x="7779240" y="4605840"/>
                <a:ext cx="1858320" cy="125856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285" name="Google Shape;207;p21"/>
            <p:cNvSpPr/>
            <p:nvPr/>
          </p:nvSpPr>
          <p:spPr>
            <a:xfrm>
              <a:off x="7903800" y="4745880"/>
              <a:ext cx="390960" cy="38556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76760" bIns="176760" anchor="ctr">
              <a:noAutofit/>
            </a:bodyPr>
            <a:p>
              <a:pPr>
                <a:lnSpc>
                  <a:spcPct val="100000"/>
                </a:lnSpc>
                <a:tabLst>
                  <a:tab algn="l" pos="0"/>
                </a:tabLst>
              </a:pPr>
              <a:r>
                <a:rPr b="0"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286" name="Google Shape;208;p21"/>
          <p:cNvGrpSpPr/>
          <p:nvPr/>
        </p:nvGrpSpPr>
        <p:grpSpPr>
          <a:xfrm>
            <a:off x="1821600" y="2506680"/>
            <a:ext cx="1556280" cy="745920"/>
            <a:chOff x="1821600" y="2506680"/>
            <a:chExt cx="1556280" cy="745920"/>
          </a:xfrm>
        </p:grpSpPr>
        <p:sp>
          <p:nvSpPr>
            <p:cNvPr id="287" name="Google Shape;209;p21"/>
            <p:cNvSpPr/>
            <p:nvPr/>
          </p:nvSpPr>
          <p:spPr>
            <a:xfrm>
              <a:off x="1897920" y="2582640"/>
              <a:ext cx="1479960" cy="669960"/>
            </a:xfrm>
            <a:prstGeom prst="wedgeRoundRectCallout">
              <a:avLst>
                <a:gd name="adj1" fmla="val -29863"/>
                <a:gd name="adj2" fmla="val 91227"/>
                <a:gd name="adj3" fmla="val 0"/>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8" name="Google Shape;210;p21"/>
            <p:cNvSpPr/>
            <p:nvPr/>
          </p:nvSpPr>
          <p:spPr>
            <a:xfrm>
              <a:off x="1821600" y="2506680"/>
              <a:ext cx="1479960" cy="669960"/>
            </a:xfrm>
            <a:prstGeom prst="wedgeRoundRectCallout">
              <a:avLst>
                <a:gd name="adj1" fmla="val -29863"/>
                <a:gd name="adj2" fmla="val 91227"/>
                <a:gd name="adj3" fmla="val 0"/>
              </a:avLst>
            </a:prstGeom>
            <a:solidFill>
              <a:srgbClr val="ffffff"/>
            </a:solidFill>
            <a:ln w="38100">
              <a:solidFill>
                <a:srgbClr val="000000"/>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Run 2 Yellow</a:t>
              </a:r>
              <a:endParaRPr b="0" lang="en-US" sz="1400" strike="noStrike" u="none">
                <a:solidFill>
                  <a:srgbClr val="000000"/>
                </a:solidFill>
                <a:effectLst/>
                <a:uFillTx/>
                <a:latin typeface="Arial"/>
              </a:endParaRPr>
            </a:p>
          </p:txBody>
        </p:sp>
      </p:grpSp>
      <p:sp>
        <p:nvSpPr>
          <p:cNvPr id="289" name="Google Shape;211;p21"/>
          <p:cNvSpPr/>
          <p:nvPr/>
        </p:nvSpPr>
        <p:spPr>
          <a:xfrm flipH="1" rot="10800000">
            <a:off x="5167440" y="1785600"/>
            <a:ext cx="2734920" cy="1503000"/>
          </a:xfrm>
          <a:custGeom>
            <a:avLst/>
            <a:gdLst>
              <a:gd name="textAreaLeft" fmla="*/ -360 w 2734920"/>
              <a:gd name="textAreaRight" fmla="*/ 2734920 w 2734920"/>
              <a:gd name="textAreaTop" fmla="*/ 0 h 1503000"/>
              <a:gd name="textAreaBottom" fmla="*/ 1503360 h 1503000"/>
            </a:gdLst>
            <a:ahLst/>
            <a:cxnLst/>
            <a:rect l="textAreaLeft" t="textAreaTop" r="textAreaRight" b="textAreaBottom"/>
            <a:pathLst>
              <a:path w="21600" h="21600">
                <a:moveTo>
                  <a:pt x="0" y="0"/>
                </a:moveTo>
                <a:lnTo>
                  <a:pt x="21600" y="21600"/>
                </a:lnTo>
              </a:path>
            </a:pathLst>
          </a:custGeom>
          <a:noFill/>
          <a:ln w="28575">
            <a:solidFill>
              <a:srgbClr val="f1c232"/>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0" name="Google Shape;212;p21"/>
          <p:cNvSpPr/>
          <p:nvPr/>
        </p:nvSpPr>
        <p:spPr>
          <a:xfrm>
            <a:off x="5087520" y="3311280"/>
            <a:ext cx="2815200" cy="60840"/>
          </a:xfrm>
          <a:custGeom>
            <a:avLst/>
            <a:gdLst>
              <a:gd name="textAreaLeft" fmla="*/ 0 w 2815200"/>
              <a:gd name="textAreaRight" fmla="*/ 2815560 w 2815200"/>
              <a:gd name="textAreaTop" fmla="*/ 0 h 60840"/>
              <a:gd name="textAreaBottom" fmla="*/ 61200 h 60840"/>
            </a:gdLst>
            <a:ahLst/>
            <a:cxnLst/>
            <a:rect l="textAreaLeft" t="textAreaTop" r="textAreaRight" b="textAreaBottom"/>
            <a:pathLst>
              <a:path w="21600" h="21600">
                <a:moveTo>
                  <a:pt x="0" y="0"/>
                </a:moveTo>
                <a:lnTo>
                  <a:pt x="21600" y="21600"/>
                </a:lnTo>
              </a:path>
            </a:pathLst>
          </a:custGeom>
          <a:noFill/>
          <a:ln w="28575">
            <a:solidFill>
              <a:srgbClr val="f1c232"/>
            </a:solidFill>
            <a:round/>
            <a:tailEnd len="med" type="triangle" w="med"/>
          </a:ln>
        </p:spPr>
        <p:style>
          <a:lnRef idx="0"/>
          <a:fillRef idx="0"/>
          <a:effectRef idx="0"/>
          <a:fontRef idx="minor"/>
        </p:style>
        <p:txBody>
          <a:bodyPr lIns="90000" rIns="90000" tIns="16200" bIns="16200" anchor="t">
            <a:noAutofit/>
          </a:bodyPr>
          <a:p>
            <a:endParaRPr b="0" lang="en-US" sz="1800" strike="noStrike" u="none">
              <a:solidFill>
                <a:srgbClr val="000000"/>
              </a:solidFill>
              <a:effectLst/>
              <a:uFillTx/>
              <a:latin typeface="Arial"/>
            </a:endParaRPr>
          </a:p>
        </p:txBody>
      </p:sp>
      <p:grpSp>
        <p:nvGrpSpPr>
          <p:cNvPr id="291" name="Google Shape;213;p21"/>
          <p:cNvGrpSpPr/>
          <p:nvPr/>
        </p:nvGrpSpPr>
        <p:grpSpPr>
          <a:xfrm>
            <a:off x="3388680" y="3177720"/>
            <a:ext cx="1933200" cy="1360800"/>
            <a:chOff x="3388680" y="3177720"/>
            <a:chExt cx="1933200" cy="1360800"/>
          </a:xfrm>
        </p:grpSpPr>
        <p:sp>
          <p:nvSpPr>
            <p:cNvPr id="292" name="Google Shape;214;p21"/>
            <p:cNvSpPr/>
            <p:nvPr/>
          </p:nvSpPr>
          <p:spPr>
            <a:xfrm>
              <a:off x="3470040" y="3284640"/>
              <a:ext cx="1851840" cy="1253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3" name="Google Shape;215;p21"/>
            <p:cNvSpPr/>
            <p:nvPr/>
          </p:nvSpPr>
          <p:spPr>
            <a:xfrm>
              <a:off x="3388680" y="3177720"/>
              <a:ext cx="1851840" cy="125388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pic>
        <p:nvPicPr>
          <p:cNvPr id="294" name="Google Shape;216;p21" descr=""/>
          <p:cNvPicPr/>
          <p:nvPr/>
        </p:nvPicPr>
        <p:blipFill>
          <a:blip r:embed="rId1"/>
          <a:stretch/>
        </p:blipFill>
        <p:spPr>
          <a:xfrm>
            <a:off x="911520" y="3254040"/>
            <a:ext cx="1166040" cy="1166040"/>
          </a:xfrm>
          <a:prstGeom prst="rect">
            <a:avLst/>
          </a:prstGeom>
          <a:noFill/>
          <a:ln w="0">
            <a:noFill/>
          </a:ln>
        </p:spPr>
      </p:pic>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Clusters</a:t>
            </a:r>
            <a:endParaRPr b="0" lang="en-US" sz="3200" strike="noStrike" u="none">
              <a:solidFill>
                <a:srgbClr val="000000"/>
              </a:solidFill>
              <a:effectLst/>
              <a:uFillTx/>
              <a:latin typeface="Arial"/>
            </a:endParaRPr>
          </a:p>
        </p:txBody>
      </p:sp>
      <p:sp>
        <p:nvSpPr>
          <p:cNvPr id="296" name="PlaceHolder 2"/>
          <p:cNvSpPr>
            <a:spLocks noGrp="1"/>
          </p:cNvSpPr>
          <p:nvPr>
            <p:ph type="sldNum" idx="4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9A388E4-59E4-418A-866E-44027B356CC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297" name="Google Shape;224;p22"/>
          <p:cNvGrpSpPr/>
          <p:nvPr/>
        </p:nvGrpSpPr>
        <p:grpSpPr>
          <a:xfrm>
            <a:off x="2601720" y="2088360"/>
            <a:ext cx="2242800" cy="3139560"/>
            <a:chOff x="2601720" y="2088360"/>
            <a:chExt cx="2242800" cy="3139560"/>
          </a:xfrm>
        </p:grpSpPr>
        <p:sp>
          <p:nvSpPr>
            <p:cNvPr id="298" name="Google Shape;225;p22"/>
            <p:cNvSpPr/>
            <p:nvPr/>
          </p:nvSpPr>
          <p:spPr>
            <a:xfrm>
              <a:off x="2677680" y="2164680"/>
              <a:ext cx="2166840" cy="3063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299" name="Google Shape;226;p22"/>
            <p:cNvGrpSpPr/>
            <p:nvPr/>
          </p:nvGrpSpPr>
          <p:grpSpPr>
            <a:xfrm>
              <a:off x="2601720" y="2088360"/>
              <a:ext cx="2166840" cy="3063240"/>
              <a:chOff x="2601720" y="2088360"/>
              <a:chExt cx="2166840" cy="3063240"/>
            </a:xfrm>
          </p:grpSpPr>
          <p:grpSp>
            <p:nvGrpSpPr>
              <p:cNvPr id="300" name="Google Shape;227;p22"/>
              <p:cNvGrpSpPr/>
              <p:nvPr/>
            </p:nvGrpSpPr>
            <p:grpSpPr>
              <a:xfrm>
                <a:off x="2601720" y="2088360"/>
                <a:ext cx="2166840" cy="3063240"/>
                <a:chOff x="2601720" y="2088360"/>
                <a:chExt cx="2166840" cy="3063240"/>
              </a:xfrm>
            </p:grpSpPr>
            <p:sp>
              <p:nvSpPr>
                <p:cNvPr id="301" name="Google Shape;228;p22"/>
                <p:cNvSpPr/>
                <p:nvPr/>
              </p:nvSpPr>
              <p:spPr>
                <a:xfrm>
                  <a:off x="2601720" y="2088360"/>
                  <a:ext cx="2166840" cy="30632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302" name="Google Shape;229;p22"/>
                <p:cNvSpPr/>
                <p:nvPr/>
              </p:nvSpPr>
              <p:spPr>
                <a:xfrm>
                  <a:off x="3005280" y="231624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303" name="Google Shape;230;p22"/>
                <p:cNvSpPr/>
                <p:nvPr/>
              </p:nvSpPr>
              <p:spPr>
                <a:xfrm>
                  <a:off x="3005280" y="272916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304" name="Google Shape;231;p22"/>
                <p:cNvSpPr/>
                <p:nvPr/>
              </p:nvSpPr>
              <p:spPr>
                <a:xfrm>
                  <a:off x="3005280" y="3508560"/>
                  <a:ext cx="1339200" cy="32544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81360" bIns="8136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305" name="Google Shape;232;p22"/>
                <p:cNvSpPr/>
                <p:nvPr/>
              </p:nvSpPr>
              <p:spPr>
                <a:xfrm>
                  <a:off x="3005280" y="311868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306" name="Google Shape;233;p22"/>
              <p:cNvSpPr/>
              <p:nvPr/>
            </p:nvSpPr>
            <p:spPr>
              <a:xfrm>
                <a:off x="266760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07" name="Google Shape;234;p22"/>
              <p:cNvSpPr/>
              <p:nvPr/>
            </p:nvSpPr>
            <p:spPr>
              <a:xfrm>
                <a:off x="372708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308" name="Google Shape;235;p22"/>
          <p:cNvGrpSpPr/>
          <p:nvPr/>
        </p:nvGrpSpPr>
        <p:grpSpPr>
          <a:xfrm>
            <a:off x="6615720" y="3008880"/>
            <a:ext cx="2348640" cy="1370880"/>
            <a:chOff x="6615720" y="3008880"/>
            <a:chExt cx="2348640" cy="1370880"/>
          </a:xfrm>
        </p:grpSpPr>
        <p:sp>
          <p:nvSpPr>
            <p:cNvPr id="309" name="Google Shape;236;p22"/>
            <p:cNvSpPr/>
            <p:nvPr/>
          </p:nvSpPr>
          <p:spPr>
            <a:xfrm>
              <a:off x="6692040" y="30898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10" name="Google Shape;237;p22"/>
            <p:cNvGrpSpPr/>
            <p:nvPr/>
          </p:nvGrpSpPr>
          <p:grpSpPr>
            <a:xfrm>
              <a:off x="6615720" y="3008880"/>
              <a:ext cx="2272320" cy="1289880"/>
              <a:chOff x="6615720" y="3008880"/>
              <a:chExt cx="2272320" cy="1289880"/>
            </a:xfrm>
          </p:grpSpPr>
          <p:sp>
            <p:nvSpPr>
              <p:cNvPr id="311" name="Google Shape;238;p22"/>
              <p:cNvSpPr/>
              <p:nvPr/>
            </p:nvSpPr>
            <p:spPr>
              <a:xfrm>
                <a:off x="6615720" y="30088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312" name="Google Shape;239;p22"/>
              <p:cNvSpPr/>
              <p:nvPr/>
            </p:nvSpPr>
            <p:spPr>
              <a:xfrm>
                <a:off x="6785280" y="313128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13" name="Google Shape;240;p22"/>
              <p:cNvSpPr/>
              <p:nvPr/>
            </p:nvSpPr>
            <p:spPr>
              <a:xfrm>
                <a:off x="668520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14" name="Google Shape;241;p22"/>
              <p:cNvSpPr/>
              <p:nvPr/>
            </p:nvSpPr>
            <p:spPr>
              <a:xfrm>
                <a:off x="779616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315" name="Google Shape;242;p22"/>
          <p:cNvGrpSpPr/>
          <p:nvPr/>
        </p:nvGrpSpPr>
        <p:grpSpPr>
          <a:xfrm>
            <a:off x="6615720" y="4515840"/>
            <a:ext cx="2348640" cy="1370520"/>
            <a:chOff x="6615720" y="4515840"/>
            <a:chExt cx="2348640" cy="1370520"/>
          </a:xfrm>
        </p:grpSpPr>
        <p:sp>
          <p:nvSpPr>
            <p:cNvPr id="316" name="Google Shape;243;p22"/>
            <p:cNvSpPr/>
            <p:nvPr/>
          </p:nvSpPr>
          <p:spPr>
            <a:xfrm>
              <a:off x="6692040" y="45964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17" name="Google Shape;244;p22"/>
            <p:cNvGrpSpPr/>
            <p:nvPr/>
          </p:nvGrpSpPr>
          <p:grpSpPr>
            <a:xfrm>
              <a:off x="6615720" y="4515840"/>
              <a:ext cx="2272320" cy="1289880"/>
              <a:chOff x="6615720" y="4515840"/>
              <a:chExt cx="2272320" cy="1289880"/>
            </a:xfrm>
          </p:grpSpPr>
          <p:sp>
            <p:nvSpPr>
              <p:cNvPr id="318" name="Google Shape;245;p22"/>
              <p:cNvSpPr/>
              <p:nvPr/>
            </p:nvSpPr>
            <p:spPr>
              <a:xfrm>
                <a:off x="6615720" y="451584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319" name="Google Shape;246;p22"/>
              <p:cNvSpPr/>
              <p:nvPr/>
            </p:nvSpPr>
            <p:spPr>
              <a:xfrm>
                <a:off x="6785280" y="463788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20" name="Google Shape;247;p22"/>
              <p:cNvSpPr/>
              <p:nvPr/>
            </p:nvSpPr>
            <p:spPr>
              <a:xfrm>
                <a:off x="668520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21" name="Google Shape;248;p22"/>
              <p:cNvSpPr/>
              <p:nvPr/>
            </p:nvSpPr>
            <p:spPr>
              <a:xfrm>
                <a:off x="779616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322" name="Google Shape;249;p22"/>
          <p:cNvGrpSpPr/>
          <p:nvPr/>
        </p:nvGrpSpPr>
        <p:grpSpPr>
          <a:xfrm>
            <a:off x="6615720" y="1502280"/>
            <a:ext cx="2348640" cy="1370520"/>
            <a:chOff x="6615720" y="1502280"/>
            <a:chExt cx="2348640" cy="1370520"/>
          </a:xfrm>
        </p:grpSpPr>
        <p:grpSp>
          <p:nvGrpSpPr>
            <p:cNvPr id="323" name="Google Shape;250;p22"/>
            <p:cNvGrpSpPr/>
            <p:nvPr/>
          </p:nvGrpSpPr>
          <p:grpSpPr>
            <a:xfrm>
              <a:off x="6615720" y="1502280"/>
              <a:ext cx="2348640" cy="1370520"/>
              <a:chOff x="6615720" y="1502280"/>
              <a:chExt cx="2348640" cy="1370520"/>
            </a:xfrm>
          </p:grpSpPr>
          <p:sp>
            <p:nvSpPr>
              <p:cNvPr id="324" name="Google Shape;251;p22"/>
              <p:cNvSpPr/>
              <p:nvPr/>
            </p:nvSpPr>
            <p:spPr>
              <a:xfrm>
                <a:off x="6692040" y="158292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25" name="Google Shape;252;p22"/>
              <p:cNvGrpSpPr/>
              <p:nvPr/>
            </p:nvGrpSpPr>
            <p:grpSpPr>
              <a:xfrm>
                <a:off x="6615720" y="1502280"/>
                <a:ext cx="2272320" cy="1289880"/>
                <a:chOff x="6615720" y="1502280"/>
                <a:chExt cx="2272320" cy="1289880"/>
              </a:xfrm>
            </p:grpSpPr>
            <p:sp>
              <p:nvSpPr>
                <p:cNvPr id="326" name="Google Shape;253;p22"/>
                <p:cNvSpPr/>
                <p:nvPr/>
              </p:nvSpPr>
              <p:spPr>
                <a:xfrm>
                  <a:off x="6615720" y="15022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327" name="Google Shape;254;p22"/>
                <p:cNvSpPr/>
                <p:nvPr/>
              </p:nvSpPr>
              <p:spPr>
                <a:xfrm>
                  <a:off x="6785280" y="16243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328" name="Google Shape;255;p22"/>
                <p:cNvSpPr/>
                <p:nvPr/>
              </p:nvSpPr>
              <p:spPr>
                <a:xfrm>
                  <a:off x="668520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29" name="Google Shape;256;p22"/>
                <p:cNvSpPr/>
                <p:nvPr/>
              </p:nvSpPr>
              <p:spPr>
                <a:xfrm>
                  <a:off x="779616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330" name="Google Shape;257;p22"/>
            <p:cNvSpPr/>
            <p:nvPr/>
          </p:nvSpPr>
          <p:spPr>
            <a:xfrm>
              <a:off x="7266960" y="16358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Google Shape;263;p23"/>
          <p:cNvSpPr/>
          <p:nvPr/>
        </p:nvSpPr>
        <p:spPr>
          <a:xfrm>
            <a:off x="6749640" y="2039400"/>
            <a:ext cx="4944600" cy="2984760"/>
          </a:xfrm>
          <a:prstGeom prst="rect">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2"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API</a:t>
            </a:r>
            <a:endParaRPr b="0" lang="en-US" sz="3200" strike="noStrike" u="none">
              <a:solidFill>
                <a:srgbClr val="000000"/>
              </a:solidFill>
              <a:effectLst/>
              <a:uFillTx/>
              <a:latin typeface="Arial"/>
            </a:endParaRPr>
          </a:p>
        </p:txBody>
      </p:sp>
      <p:sp>
        <p:nvSpPr>
          <p:cNvPr id="333" name="PlaceHolder 2"/>
          <p:cNvSpPr>
            <a:spLocks noGrp="1"/>
          </p:cNvSpPr>
          <p:nvPr>
            <p:ph type="sldNum" idx="4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E722D67D-4C4C-474B-AC72-4234A24454D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34" name="Google Shape;266;p23"/>
          <p:cNvSpPr/>
          <p:nvPr/>
        </p:nvSpPr>
        <p:spPr>
          <a:xfrm>
            <a:off x="6597360" y="1887120"/>
            <a:ext cx="4944600" cy="2984760"/>
          </a:xfrm>
          <a:prstGeom prst="rect">
            <a:avLst/>
          </a:prstGeom>
          <a:solidFill>
            <a:srgbClr val="ffffff"/>
          </a:solidFill>
          <a:ln w="38100">
            <a:solidFill>
              <a:srgbClr val="6aa84f"/>
            </a:solidFill>
            <a:round/>
          </a:ln>
        </p:spPr>
        <p:style>
          <a:lnRef idx="0"/>
          <a:fillRef idx="0"/>
          <a:effectRef idx="0"/>
          <a:fontRef idx="minor"/>
        </p:style>
        <p:txBody>
          <a:bodyPr lIns="90000" rIns="90000" tIns="91440" bIns="91440" anchor="t">
            <a:noAutofit/>
          </a:bodyPr>
          <a:p>
            <a:pPr>
              <a:lnSpc>
                <a:spcPct val="100000"/>
              </a:lnSpc>
              <a:tabLst>
                <a:tab algn="l" pos="0"/>
              </a:tabLst>
            </a:pPr>
            <a:r>
              <a:rPr b="1" lang="en-US" sz="3000" strike="noStrike" u="none">
                <a:solidFill>
                  <a:srgbClr val="000000"/>
                </a:solidFill>
                <a:effectLst/>
                <a:uFillTx/>
                <a:latin typeface="Helvetica Neue"/>
                <a:ea typeface="Helvetica Neue"/>
              </a:rPr>
              <a:t>kube-apiserver</a:t>
            </a:r>
            <a:endParaRPr b="0" lang="en-US" sz="3000" strike="noStrike" u="none">
              <a:solidFill>
                <a:srgbClr val="000000"/>
              </a:solidFill>
              <a:effectLst/>
              <a:uFillTx/>
              <a:latin typeface="Arial"/>
            </a:endParaRPr>
          </a:p>
          <a:p>
            <a:pPr>
              <a:lnSpc>
                <a:spcPct val="100000"/>
              </a:lnSpc>
              <a:tabLst>
                <a:tab algn="l" pos="0"/>
              </a:tabLst>
            </a:pPr>
            <a:endParaRPr b="0" lang="en-US" sz="30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Exposes a REST API</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JSON request format</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Only piece a user should talk to</a:t>
            </a:r>
            <a:endParaRPr b="0" lang="en-US" sz="2400" strike="noStrike" u="none">
              <a:solidFill>
                <a:srgbClr val="000000"/>
              </a:solidFill>
              <a:effectLst/>
              <a:uFillTx/>
              <a:latin typeface="Arial"/>
            </a:endParaRPr>
          </a:p>
        </p:txBody>
      </p:sp>
      <p:grpSp>
        <p:nvGrpSpPr>
          <p:cNvPr id="335" name="Google Shape;267;p23"/>
          <p:cNvGrpSpPr/>
          <p:nvPr/>
        </p:nvGrpSpPr>
        <p:grpSpPr>
          <a:xfrm>
            <a:off x="2601720" y="2088360"/>
            <a:ext cx="2242800" cy="3139560"/>
            <a:chOff x="2601720" y="2088360"/>
            <a:chExt cx="2242800" cy="3139560"/>
          </a:xfrm>
        </p:grpSpPr>
        <p:sp>
          <p:nvSpPr>
            <p:cNvPr id="336" name="Google Shape;268;p23"/>
            <p:cNvSpPr/>
            <p:nvPr/>
          </p:nvSpPr>
          <p:spPr>
            <a:xfrm>
              <a:off x="2677680" y="2164680"/>
              <a:ext cx="2166840" cy="3063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37" name="Google Shape;269;p23"/>
            <p:cNvGrpSpPr/>
            <p:nvPr/>
          </p:nvGrpSpPr>
          <p:grpSpPr>
            <a:xfrm>
              <a:off x="2601720" y="2088360"/>
              <a:ext cx="2166840" cy="3063240"/>
              <a:chOff x="2601720" y="2088360"/>
              <a:chExt cx="2166840" cy="3063240"/>
            </a:xfrm>
          </p:grpSpPr>
          <p:grpSp>
            <p:nvGrpSpPr>
              <p:cNvPr id="338" name="Google Shape;270;p23"/>
              <p:cNvGrpSpPr/>
              <p:nvPr/>
            </p:nvGrpSpPr>
            <p:grpSpPr>
              <a:xfrm>
                <a:off x="2601720" y="2088360"/>
                <a:ext cx="2166840" cy="3063240"/>
                <a:chOff x="2601720" y="2088360"/>
                <a:chExt cx="2166840" cy="3063240"/>
              </a:xfrm>
            </p:grpSpPr>
            <p:sp>
              <p:nvSpPr>
                <p:cNvPr id="339" name="Google Shape;271;p23"/>
                <p:cNvSpPr/>
                <p:nvPr/>
              </p:nvSpPr>
              <p:spPr>
                <a:xfrm>
                  <a:off x="2601720" y="2088360"/>
                  <a:ext cx="2166840" cy="30632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340" name="Google Shape;272;p23"/>
                <p:cNvSpPr/>
                <p:nvPr/>
              </p:nvSpPr>
              <p:spPr>
                <a:xfrm>
                  <a:off x="3005280" y="231624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341" name="Google Shape;273;p23"/>
                <p:cNvSpPr/>
                <p:nvPr/>
              </p:nvSpPr>
              <p:spPr>
                <a:xfrm>
                  <a:off x="3005280" y="272916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342" name="Google Shape;274;p23"/>
                <p:cNvSpPr/>
                <p:nvPr/>
              </p:nvSpPr>
              <p:spPr>
                <a:xfrm>
                  <a:off x="3005280" y="3508560"/>
                  <a:ext cx="1339200" cy="32544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81360" bIns="8136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343" name="Google Shape;275;p23"/>
                <p:cNvSpPr/>
                <p:nvPr/>
              </p:nvSpPr>
              <p:spPr>
                <a:xfrm>
                  <a:off x="3005280" y="311868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344" name="Google Shape;276;p23"/>
              <p:cNvSpPr/>
              <p:nvPr/>
            </p:nvSpPr>
            <p:spPr>
              <a:xfrm>
                <a:off x="266760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45" name="Google Shape;277;p23"/>
              <p:cNvSpPr/>
              <p:nvPr/>
            </p:nvSpPr>
            <p:spPr>
              <a:xfrm>
                <a:off x="372708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346" name="Google Shape;278;p23"/>
          <p:cNvSpPr/>
          <p:nvPr/>
        </p:nvSpPr>
        <p:spPr>
          <a:xfrm>
            <a:off x="2954880" y="2259000"/>
            <a:ext cx="1437120" cy="407880"/>
          </a:xfrm>
          <a:prstGeom prst="rect">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7" name="Google Shape;279;p23"/>
          <p:cNvSpPr/>
          <p:nvPr/>
        </p:nvSpPr>
        <p:spPr>
          <a:xfrm flipH="1" rot="10800000">
            <a:off x="4393440" y="2239560"/>
            <a:ext cx="2172240" cy="223920"/>
          </a:xfrm>
          <a:custGeom>
            <a:avLst/>
            <a:gdLst>
              <a:gd name="textAreaLeft" fmla="*/ 360 w 2172240"/>
              <a:gd name="textAreaRight" fmla="*/ 2172960 w 2172240"/>
              <a:gd name="textAreaTop" fmla="*/ 0 h 223920"/>
              <a:gd name="textAreaBottom" fmla="*/ 224280 h 223920"/>
            </a:gdLst>
            <a:ahLst/>
            <a:cxnLst/>
            <a:rect l="textAreaLeft" t="textAreaTop" r="textAreaRight" b="textAreaBottom"/>
            <a:pathLst>
              <a:path w="21600" h="21600">
                <a:moveTo>
                  <a:pt x="0" y="0"/>
                </a:moveTo>
                <a:lnTo>
                  <a:pt x="21600" y="21600"/>
                </a:lnTo>
              </a:path>
            </a:pathLst>
          </a:custGeom>
          <a:noFill/>
          <a:ln w="38100">
            <a:solidFill>
              <a:srgbClr val="6aa84f"/>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Google Shape;285;p24"/>
          <p:cNvSpPr/>
          <p:nvPr/>
        </p:nvSpPr>
        <p:spPr>
          <a:xfrm>
            <a:off x="6813000" y="2425320"/>
            <a:ext cx="4678200" cy="2034720"/>
          </a:xfrm>
          <a:prstGeom prst="rect">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9"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Scheduler</a:t>
            </a:r>
            <a:endParaRPr b="0" lang="en-US" sz="3200" strike="noStrike" u="none">
              <a:solidFill>
                <a:srgbClr val="000000"/>
              </a:solidFill>
              <a:effectLst/>
              <a:uFillTx/>
              <a:latin typeface="Arial"/>
            </a:endParaRPr>
          </a:p>
        </p:txBody>
      </p:sp>
      <p:sp>
        <p:nvSpPr>
          <p:cNvPr id="350" name="PlaceHolder 2"/>
          <p:cNvSpPr>
            <a:spLocks noGrp="1"/>
          </p:cNvSpPr>
          <p:nvPr>
            <p:ph type="sldNum" idx="47"/>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8B5A76D-1C3D-4CBC-AF5F-E1B15F28343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51" name="Google Shape;288;p24"/>
          <p:cNvSpPr/>
          <p:nvPr/>
        </p:nvSpPr>
        <p:spPr>
          <a:xfrm>
            <a:off x="6660720" y="2273040"/>
            <a:ext cx="4678200" cy="2034720"/>
          </a:xfrm>
          <a:prstGeom prst="rect">
            <a:avLst/>
          </a:prstGeom>
          <a:solidFill>
            <a:srgbClr val="ffffff"/>
          </a:solidFill>
          <a:ln w="38100">
            <a:solidFill>
              <a:srgbClr val="6aa84f"/>
            </a:solidFill>
            <a:round/>
          </a:ln>
        </p:spPr>
        <p:style>
          <a:lnRef idx="0"/>
          <a:fillRef idx="0"/>
          <a:effectRef idx="0"/>
          <a:fontRef idx="minor"/>
        </p:style>
        <p:txBody>
          <a:bodyPr lIns="90000" rIns="90000" tIns="91440" bIns="91440" anchor="t">
            <a:noAutofit/>
          </a:bodyPr>
          <a:p>
            <a:pPr>
              <a:lnSpc>
                <a:spcPct val="100000"/>
              </a:lnSpc>
              <a:tabLst>
                <a:tab algn="l" pos="0"/>
              </a:tabLst>
            </a:pPr>
            <a:r>
              <a:rPr b="1" lang="en-US" sz="3000" strike="noStrike" u="none">
                <a:solidFill>
                  <a:srgbClr val="000000"/>
                </a:solidFill>
                <a:effectLst/>
                <a:uFillTx/>
                <a:latin typeface="Helvetica Neue"/>
                <a:ea typeface="Helvetica Neue"/>
              </a:rPr>
              <a:t>kube-scheduler</a:t>
            </a:r>
            <a:endParaRPr b="0" lang="en-US" sz="3000" strike="noStrike" u="none">
              <a:solidFill>
                <a:srgbClr val="000000"/>
              </a:solidFill>
              <a:effectLst/>
              <a:uFillTx/>
              <a:latin typeface="Arial"/>
            </a:endParaRPr>
          </a:p>
          <a:p>
            <a:pPr>
              <a:lnSpc>
                <a:spcPct val="100000"/>
              </a:lnSpc>
              <a:tabLst>
                <a:tab algn="l" pos="0"/>
              </a:tabLst>
            </a:pPr>
            <a:endParaRPr b="0" lang="en-US" sz="30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Selects node for an app to run based on many factors</a:t>
            </a:r>
            <a:endParaRPr b="0" lang="en-US" sz="2400" strike="noStrike" u="none">
              <a:solidFill>
                <a:srgbClr val="000000"/>
              </a:solidFill>
              <a:effectLst/>
              <a:uFillTx/>
              <a:latin typeface="Arial"/>
            </a:endParaRPr>
          </a:p>
        </p:txBody>
      </p:sp>
      <p:grpSp>
        <p:nvGrpSpPr>
          <p:cNvPr id="352" name="Google Shape;289;p24"/>
          <p:cNvGrpSpPr/>
          <p:nvPr/>
        </p:nvGrpSpPr>
        <p:grpSpPr>
          <a:xfrm>
            <a:off x="2601720" y="2088360"/>
            <a:ext cx="2242800" cy="3139560"/>
            <a:chOff x="2601720" y="2088360"/>
            <a:chExt cx="2242800" cy="3139560"/>
          </a:xfrm>
        </p:grpSpPr>
        <p:sp>
          <p:nvSpPr>
            <p:cNvPr id="353" name="Google Shape;290;p24"/>
            <p:cNvSpPr/>
            <p:nvPr/>
          </p:nvSpPr>
          <p:spPr>
            <a:xfrm>
              <a:off x="2677680" y="2164680"/>
              <a:ext cx="2166840" cy="3063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54" name="Google Shape;291;p24"/>
            <p:cNvGrpSpPr/>
            <p:nvPr/>
          </p:nvGrpSpPr>
          <p:grpSpPr>
            <a:xfrm>
              <a:off x="2601720" y="2088360"/>
              <a:ext cx="2166840" cy="3063240"/>
              <a:chOff x="2601720" y="2088360"/>
              <a:chExt cx="2166840" cy="3063240"/>
            </a:xfrm>
          </p:grpSpPr>
          <p:grpSp>
            <p:nvGrpSpPr>
              <p:cNvPr id="355" name="Google Shape;292;p24"/>
              <p:cNvGrpSpPr/>
              <p:nvPr/>
            </p:nvGrpSpPr>
            <p:grpSpPr>
              <a:xfrm>
                <a:off x="2601720" y="2088360"/>
                <a:ext cx="2166840" cy="3063240"/>
                <a:chOff x="2601720" y="2088360"/>
                <a:chExt cx="2166840" cy="3063240"/>
              </a:xfrm>
            </p:grpSpPr>
            <p:sp>
              <p:nvSpPr>
                <p:cNvPr id="356" name="Google Shape;293;p24"/>
                <p:cNvSpPr/>
                <p:nvPr/>
              </p:nvSpPr>
              <p:spPr>
                <a:xfrm>
                  <a:off x="2601720" y="2088360"/>
                  <a:ext cx="2166840" cy="30632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357" name="Google Shape;294;p24"/>
                <p:cNvSpPr/>
                <p:nvPr/>
              </p:nvSpPr>
              <p:spPr>
                <a:xfrm>
                  <a:off x="3005280" y="231624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358" name="Google Shape;295;p24"/>
                <p:cNvSpPr/>
                <p:nvPr/>
              </p:nvSpPr>
              <p:spPr>
                <a:xfrm>
                  <a:off x="3005280" y="272916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359" name="Google Shape;296;p24"/>
                <p:cNvSpPr/>
                <p:nvPr/>
              </p:nvSpPr>
              <p:spPr>
                <a:xfrm>
                  <a:off x="3005280" y="3508560"/>
                  <a:ext cx="1339200" cy="32544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81360" bIns="8136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360" name="Google Shape;297;p24"/>
                <p:cNvSpPr/>
                <p:nvPr/>
              </p:nvSpPr>
              <p:spPr>
                <a:xfrm>
                  <a:off x="3005280" y="311868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361" name="Google Shape;298;p24"/>
              <p:cNvSpPr/>
              <p:nvPr/>
            </p:nvSpPr>
            <p:spPr>
              <a:xfrm>
                <a:off x="266760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62" name="Google Shape;299;p24"/>
              <p:cNvSpPr/>
              <p:nvPr/>
            </p:nvSpPr>
            <p:spPr>
              <a:xfrm>
                <a:off x="372708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363" name="Google Shape;300;p24"/>
          <p:cNvSpPr/>
          <p:nvPr/>
        </p:nvSpPr>
        <p:spPr>
          <a:xfrm>
            <a:off x="2954880" y="2675160"/>
            <a:ext cx="1437120" cy="407880"/>
          </a:xfrm>
          <a:prstGeom prst="rect">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4" name="Google Shape;301;p24"/>
          <p:cNvSpPr/>
          <p:nvPr/>
        </p:nvSpPr>
        <p:spPr>
          <a:xfrm flipH="1" rot="10800000">
            <a:off x="4393440" y="2653920"/>
            <a:ext cx="2228400" cy="225360"/>
          </a:xfrm>
          <a:custGeom>
            <a:avLst/>
            <a:gdLst>
              <a:gd name="textAreaLeft" fmla="*/ 360 w 2228400"/>
              <a:gd name="textAreaRight" fmla="*/ 2229120 w 2228400"/>
              <a:gd name="textAreaTop" fmla="*/ 0 h 225360"/>
              <a:gd name="textAreaBottom" fmla="*/ 225720 h 225360"/>
            </a:gdLst>
            <a:ahLst/>
            <a:cxnLst/>
            <a:rect l="textAreaLeft" t="textAreaTop" r="textAreaRight" b="textAreaBottom"/>
            <a:pathLst>
              <a:path w="21600" h="21600">
                <a:moveTo>
                  <a:pt x="0" y="0"/>
                </a:moveTo>
                <a:lnTo>
                  <a:pt x="21600" y="21600"/>
                </a:lnTo>
              </a:path>
            </a:pathLst>
          </a:custGeom>
          <a:noFill/>
          <a:ln w="38100">
            <a:solidFill>
              <a:srgbClr val="6aa84f"/>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Google Shape;307;p25"/>
          <p:cNvSpPr/>
          <p:nvPr/>
        </p:nvSpPr>
        <p:spPr>
          <a:xfrm>
            <a:off x="6612480" y="2273040"/>
            <a:ext cx="5399280" cy="2615760"/>
          </a:xfrm>
          <a:prstGeom prst="rect">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66"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Controller</a:t>
            </a:r>
            <a:endParaRPr b="0" lang="en-US" sz="3200" strike="noStrike" u="none">
              <a:solidFill>
                <a:srgbClr val="000000"/>
              </a:solidFill>
              <a:effectLst/>
              <a:uFillTx/>
              <a:latin typeface="Arial"/>
            </a:endParaRPr>
          </a:p>
        </p:txBody>
      </p:sp>
      <p:sp>
        <p:nvSpPr>
          <p:cNvPr id="367" name="PlaceHolder 2"/>
          <p:cNvSpPr>
            <a:spLocks noGrp="1"/>
          </p:cNvSpPr>
          <p:nvPr>
            <p:ph type="sldNum" idx="4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3C219BE-0FB3-4F29-9789-9169F08C71E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68" name="Google Shape;310;p25"/>
          <p:cNvSpPr/>
          <p:nvPr/>
        </p:nvSpPr>
        <p:spPr>
          <a:xfrm>
            <a:off x="6460200" y="2120400"/>
            <a:ext cx="5399280" cy="2615760"/>
          </a:xfrm>
          <a:prstGeom prst="rect">
            <a:avLst/>
          </a:prstGeom>
          <a:solidFill>
            <a:srgbClr val="ffffff"/>
          </a:solidFill>
          <a:ln w="38100">
            <a:solidFill>
              <a:srgbClr val="6aa84f"/>
            </a:solidFill>
            <a:round/>
          </a:ln>
        </p:spPr>
        <p:style>
          <a:lnRef idx="0"/>
          <a:fillRef idx="0"/>
          <a:effectRef idx="0"/>
          <a:fontRef idx="minor"/>
        </p:style>
        <p:txBody>
          <a:bodyPr lIns="90000" rIns="90000" tIns="91440" bIns="91440" anchor="t">
            <a:noAutofit/>
          </a:bodyPr>
          <a:p>
            <a:pPr>
              <a:lnSpc>
                <a:spcPct val="100000"/>
              </a:lnSpc>
              <a:tabLst>
                <a:tab algn="l" pos="0"/>
              </a:tabLst>
            </a:pPr>
            <a:r>
              <a:rPr b="1" lang="en-US" sz="3000" strike="noStrike" u="none">
                <a:solidFill>
                  <a:srgbClr val="000000"/>
                </a:solidFill>
                <a:effectLst/>
                <a:uFillTx/>
                <a:latin typeface="Helvetica Neue"/>
                <a:ea typeface="Helvetica Neue"/>
              </a:rPr>
              <a:t>kube-controller-manager</a:t>
            </a:r>
            <a:endParaRPr b="0" lang="en-US" sz="3000" strike="noStrike" u="none">
              <a:solidFill>
                <a:srgbClr val="000000"/>
              </a:solidFill>
              <a:effectLst/>
              <a:uFillTx/>
              <a:latin typeface="Arial"/>
            </a:endParaRPr>
          </a:p>
          <a:p>
            <a:pPr>
              <a:lnSpc>
                <a:spcPct val="100000"/>
              </a:lnSpc>
              <a:tabLst>
                <a:tab algn="l" pos="0"/>
              </a:tabLst>
            </a:pPr>
            <a:endParaRPr b="0" lang="en-US" sz="30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Components that watch for changes</a:t>
            </a:r>
            <a:endParaRPr b="0" lang="en-US" sz="2400" strike="noStrike" u="none">
              <a:solidFill>
                <a:srgbClr val="000000"/>
              </a:solidFill>
              <a:effectLst/>
              <a:uFillTx/>
              <a:latin typeface="Arial"/>
            </a:endParaRPr>
          </a:p>
          <a:p>
            <a:pPr>
              <a:lnSpc>
                <a:spcPct val="100000"/>
              </a:lnSpc>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Attempt to maintain desired state</a:t>
            </a:r>
            <a:endParaRPr b="0" lang="en-US" sz="2400" strike="noStrike" u="none">
              <a:solidFill>
                <a:srgbClr val="000000"/>
              </a:solidFill>
              <a:effectLst/>
              <a:uFillTx/>
              <a:latin typeface="Arial"/>
            </a:endParaRPr>
          </a:p>
        </p:txBody>
      </p:sp>
      <p:grpSp>
        <p:nvGrpSpPr>
          <p:cNvPr id="369" name="Google Shape;311;p25"/>
          <p:cNvGrpSpPr/>
          <p:nvPr/>
        </p:nvGrpSpPr>
        <p:grpSpPr>
          <a:xfrm>
            <a:off x="2601720" y="2088360"/>
            <a:ext cx="2242800" cy="3139560"/>
            <a:chOff x="2601720" y="2088360"/>
            <a:chExt cx="2242800" cy="3139560"/>
          </a:xfrm>
        </p:grpSpPr>
        <p:sp>
          <p:nvSpPr>
            <p:cNvPr id="370" name="Google Shape;312;p25"/>
            <p:cNvSpPr/>
            <p:nvPr/>
          </p:nvSpPr>
          <p:spPr>
            <a:xfrm>
              <a:off x="2677680" y="2164680"/>
              <a:ext cx="2166840" cy="3063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71" name="Google Shape;313;p25"/>
            <p:cNvGrpSpPr/>
            <p:nvPr/>
          </p:nvGrpSpPr>
          <p:grpSpPr>
            <a:xfrm>
              <a:off x="2601720" y="2088360"/>
              <a:ext cx="2166840" cy="3063240"/>
              <a:chOff x="2601720" y="2088360"/>
              <a:chExt cx="2166840" cy="3063240"/>
            </a:xfrm>
          </p:grpSpPr>
          <p:grpSp>
            <p:nvGrpSpPr>
              <p:cNvPr id="372" name="Google Shape;314;p25"/>
              <p:cNvGrpSpPr/>
              <p:nvPr/>
            </p:nvGrpSpPr>
            <p:grpSpPr>
              <a:xfrm>
                <a:off x="2601720" y="2088360"/>
                <a:ext cx="2166840" cy="3063240"/>
                <a:chOff x="2601720" y="2088360"/>
                <a:chExt cx="2166840" cy="3063240"/>
              </a:xfrm>
            </p:grpSpPr>
            <p:sp>
              <p:nvSpPr>
                <p:cNvPr id="373" name="Google Shape;315;p25"/>
                <p:cNvSpPr/>
                <p:nvPr/>
              </p:nvSpPr>
              <p:spPr>
                <a:xfrm>
                  <a:off x="2601720" y="2088360"/>
                  <a:ext cx="2166840" cy="30632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374" name="Google Shape;316;p25"/>
                <p:cNvSpPr/>
                <p:nvPr/>
              </p:nvSpPr>
              <p:spPr>
                <a:xfrm>
                  <a:off x="3005280" y="231624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375" name="Google Shape;317;p25"/>
                <p:cNvSpPr/>
                <p:nvPr/>
              </p:nvSpPr>
              <p:spPr>
                <a:xfrm>
                  <a:off x="3005280" y="272916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376" name="Google Shape;318;p25"/>
                <p:cNvSpPr/>
                <p:nvPr/>
              </p:nvSpPr>
              <p:spPr>
                <a:xfrm>
                  <a:off x="3005280" y="3508560"/>
                  <a:ext cx="1339200" cy="32544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81360" bIns="8136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377" name="Google Shape;319;p25"/>
                <p:cNvSpPr/>
                <p:nvPr/>
              </p:nvSpPr>
              <p:spPr>
                <a:xfrm>
                  <a:off x="3005280" y="311868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378" name="Google Shape;320;p25"/>
              <p:cNvSpPr/>
              <p:nvPr/>
            </p:nvSpPr>
            <p:spPr>
              <a:xfrm>
                <a:off x="266760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79" name="Google Shape;321;p25"/>
              <p:cNvSpPr/>
              <p:nvPr/>
            </p:nvSpPr>
            <p:spPr>
              <a:xfrm>
                <a:off x="372708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380" name="Google Shape;322;p25"/>
          <p:cNvGrpSpPr/>
          <p:nvPr/>
        </p:nvGrpSpPr>
        <p:grpSpPr>
          <a:xfrm>
            <a:off x="2944800" y="2522160"/>
            <a:ext cx="3479760" cy="944280"/>
            <a:chOff x="2944800" y="2522160"/>
            <a:chExt cx="3479760" cy="944280"/>
          </a:xfrm>
        </p:grpSpPr>
        <p:sp>
          <p:nvSpPr>
            <p:cNvPr id="381" name="Google Shape;323;p25"/>
            <p:cNvSpPr/>
            <p:nvPr/>
          </p:nvSpPr>
          <p:spPr>
            <a:xfrm>
              <a:off x="2944800" y="3058560"/>
              <a:ext cx="1437120" cy="407880"/>
            </a:xfrm>
            <a:prstGeom prst="rect">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2" name="Google Shape;324;p25"/>
            <p:cNvSpPr/>
            <p:nvPr/>
          </p:nvSpPr>
          <p:spPr>
            <a:xfrm flipH="1" rot="10800000">
              <a:off x="4383360" y="2522160"/>
              <a:ext cx="2041200" cy="740880"/>
            </a:xfrm>
            <a:custGeom>
              <a:avLst/>
              <a:gdLst>
                <a:gd name="textAreaLeft" fmla="*/ 360 w 2041200"/>
                <a:gd name="textAreaRight" fmla="*/ 2041920 w 2041200"/>
                <a:gd name="textAreaTop" fmla="*/ 0 h 740880"/>
                <a:gd name="textAreaBottom" fmla="*/ 741240 h 740880"/>
              </a:gdLst>
              <a:ahLst/>
              <a:cxnLst/>
              <a:rect l="textAreaLeft" t="textAreaTop" r="textAreaRight" b="textAreaBottom"/>
              <a:pathLst>
                <a:path w="21600" h="21600">
                  <a:moveTo>
                    <a:pt x="0" y="0"/>
                  </a:moveTo>
                  <a:lnTo>
                    <a:pt x="21600" y="21600"/>
                  </a:lnTo>
                </a:path>
              </a:pathLst>
            </a:custGeom>
            <a:noFill/>
            <a:ln w="38100">
              <a:solidFill>
                <a:srgbClr val="6aa84f"/>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Google Shape;330;p26"/>
          <p:cNvSpPr/>
          <p:nvPr/>
        </p:nvSpPr>
        <p:spPr>
          <a:xfrm>
            <a:off x="6890400" y="2393280"/>
            <a:ext cx="4663080" cy="2615760"/>
          </a:xfrm>
          <a:prstGeom prst="rect">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84"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State</a:t>
            </a:r>
            <a:endParaRPr b="0" lang="en-US" sz="3200" strike="noStrike" u="none">
              <a:solidFill>
                <a:srgbClr val="000000"/>
              </a:solidFill>
              <a:effectLst/>
              <a:uFillTx/>
              <a:latin typeface="Arial"/>
            </a:endParaRPr>
          </a:p>
        </p:txBody>
      </p:sp>
      <p:sp>
        <p:nvSpPr>
          <p:cNvPr id="385" name="PlaceHolder 2"/>
          <p:cNvSpPr>
            <a:spLocks noGrp="1"/>
          </p:cNvSpPr>
          <p:nvPr>
            <p:ph type="sldNum" idx="49"/>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3F933CD0-5876-43F9-8726-EF749CCCFB3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386" name="Google Shape;333;p26"/>
          <p:cNvSpPr/>
          <p:nvPr/>
        </p:nvSpPr>
        <p:spPr>
          <a:xfrm>
            <a:off x="6737760" y="2241000"/>
            <a:ext cx="4663080" cy="2615760"/>
          </a:xfrm>
          <a:prstGeom prst="rect">
            <a:avLst/>
          </a:prstGeom>
          <a:solidFill>
            <a:srgbClr val="ffffff"/>
          </a:solidFill>
          <a:ln w="38100">
            <a:solidFill>
              <a:srgbClr val="6aa84f"/>
            </a:solidFill>
            <a:round/>
          </a:ln>
        </p:spPr>
        <p:style>
          <a:lnRef idx="0"/>
          <a:fillRef idx="0"/>
          <a:effectRef idx="0"/>
          <a:fontRef idx="minor"/>
        </p:style>
        <p:txBody>
          <a:bodyPr lIns="90000" rIns="90000" tIns="91440" bIns="91440" anchor="t">
            <a:noAutofit/>
          </a:bodyPr>
          <a:p>
            <a:pPr>
              <a:lnSpc>
                <a:spcPct val="100000"/>
              </a:lnSpc>
              <a:tabLst>
                <a:tab algn="l" pos="0"/>
              </a:tabLst>
            </a:pPr>
            <a:r>
              <a:rPr b="1" lang="en-US" sz="3000" strike="noStrike" u="none">
                <a:solidFill>
                  <a:srgbClr val="000000"/>
                </a:solidFill>
                <a:effectLst/>
                <a:uFillTx/>
                <a:latin typeface="Helvetica Neue"/>
                <a:ea typeface="Helvetica Neue"/>
              </a:rPr>
              <a:t>etcd</a:t>
            </a:r>
            <a:endParaRPr b="0" lang="en-US" sz="3000" strike="noStrike" u="none">
              <a:solidFill>
                <a:srgbClr val="000000"/>
              </a:solidFill>
              <a:effectLst/>
              <a:uFillTx/>
              <a:latin typeface="Arial"/>
            </a:endParaRPr>
          </a:p>
          <a:p>
            <a:pPr>
              <a:lnSpc>
                <a:spcPct val="100000"/>
              </a:lnSpc>
              <a:tabLst>
                <a:tab algn="l" pos="0"/>
              </a:tabLst>
            </a:pPr>
            <a:endParaRPr b="0" lang="en-US" sz="30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Backing store for cluster data</a:t>
            </a:r>
            <a:endParaRPr b="0" lang="en-US" sz="2400" strike="noStrike" u="none">
              <a:solidFill>
                <a:srgbClr val="000000"/>
              </a:solidFill>
              <a:effectLst/>
              <a:uFillTx/>
              <a:latin typeface="Arial"/>
            </a:endParaRPr>
          </a:p>
          <a:p>
            <a:pPr marL="457200">
              <a:lnSpc>
                <a:spcPct val="100000"/>
              </a:lnSpc>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Open-source, distributed key-value store</a:t>
            </a:r>
            <a:endParaRPr b="0" lang="en-US" sz="2400" strike="noStrike" u="none">
              <a:solidFill>
                <a:srgbClr val="000000"/>
              </a:solidFill>
              <a:effectLst/>
              <a:uFillTx/>
              <a:latin typeface="Arial"/>
            </a:endParaRPr>
          </a:p>
        </p:txBody>
      </p:sp>
      <p:grpSp>
        <p:nvGrpSpPr>
          <p:cNvPr id="387" name="Google Shape;334;p26"/>
          <p:cNvGrpSpPr/>
          <p:nvPr/>
        </p:nvGrpSpPr>
        <p:grpSpPr>
          <a:xfrm>
            <a:off x="2601720" y="2088360"/>
            <a:ext cx="2242800" cy="3139560"/>
            <a:chOff x="2601720" y="2088360"/>
            <a:chExt cx="2242800" cy="3139560"/>
          </a:xfrm>
        </p:grpSpPr>
        <p:sp>
          <p:nvSpPr>
            <p:cNvPr id="388" name="Google Shape;335;p26"/>
            <p:cNvSpPr/>
            <p:nvPr/>
          </p:nvSpPr>
          <p:spPr>
            <a:xfrm>
              <a:off x="2677680" y="2164680"/>
              <a:ext cx="2166840" cy="3063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389" name="Google Shape;336;p26"/>
            <p:cNvGrpSpPr/>
            <p:nvPr/>
          </p:nvGrpSpPr>
          <p:grpSpPr>
            <a:xfrm>
              <a:off x="2601720" y="2088360"/>
              <a:ext cx="2166840" cy="3063240"/>
              <a:chOff x="2601720" y="2088360"/>
              <a:chExt cx="2166840" cy="3063240"/>
            </a:xfrm>
          </p:grpSpPr>
          <p:grpSp>
            <p:nvGrpSpPr>
              <p:cNvPr id="390" name="Google Shape;337;p26"/>
              <p:cNvGrpSpPr/>
              <p:nvPr/>
            </p:nvGrpSpPr>
            <p:grpSpPr>
              <a:xfrm>
                <a:off x="2601720" y="2088360"/>
                <a:ext cx="2166840" cy="3063240"/>
                <a:chOff x="2601720" y="2088360"/>
                <a:chExt cx="2166840" cy="3063240"/>
              </a:xfrm>
            </p:grpSpPr>
            <p:sp>
              <p:nvSpPr>
                <p:cNvPr id="391" name="Google Shape;338;p26"/>
                <p:cNvSpPr/>
                <p:nvPr/>
              </p:nvSpPr>
              <p:spPr>
                <a:xfrm>
                  <a:off x="2601720" y="2088360"/>
                  <a:ext cx="2166840" cy="30632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392" name="Google Shape;339;p26"/>
                <p:cNvSpPr/>
                <p:nvPr/>
              </p:nvSpPr>
              <p:spPr>
                <a:xfrm>
                  <a:off x="3005280" y="231624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393" name="Google Shape;340;p26"/>
                <p:cNvSpPr/>
                <p:nvPr/>
              </p:nvSpPr>
              <p:spPr>
                <a:xfrm>
                  <a:off x="3005280" y="272916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394" name="Google Shape;341;p26"/>
                <p:cNvSpPr/>
                <p:nvPr/>
              </p:nvSpPr>
              <p:spPr>
                <a:xfrm>
                  <a:off x="3005280" y="3508560"/>
                  <a:ext cx="1339200" cy="32544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81360" bIns="8136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395" name="Google Shape;342;p26"/>
                <p:cNvSpPr/>
                <p:nvPr/>
              </p:nvSpPr>
              <p:spPr>
                <a:xfrm>
                  <a:off x="3005280" y="311868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396" name="Google Shape;343;p26"/>
              <p:cNvSpPr/>
              <p:nvPr/>
            </p:nvSpPr>
            <p:spPr>
              <a:xfrm>
                <a:off x="266760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397" name="Google Shape;344;p26"/>
              <p:cNvSpPr/>
              <p:nvPr/>
            </p:nvSpPr>
            <p:spPr>
              <a:xfrm>
                <a:off x="372708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398" name="Google Shape;345;p26"/>
          <p:cNvGrpSpPr/>
          <p:nvPr/>
        </p:nvGrpSpPr>
        <p:grpSpPr>
          <a:xfrm>
            <a:off x="2954880" y="2625840"/>
            <a:ext cx="3713760" cy="1260000"/>
            <a:chOff x="2954880" y="2625840"/>
            <a:chExt cx="3713760" cy="1260000"/>
          </a:xfrm>
        </p:grpSpPr>
        <p:sp>
          <p:nvSpPr>
            <p:cNvPr id="399" name="Google Shape;346;p26"/>
            <p:cNvSpPr/>
            <p:nvPr/>
          </p:nvSpPr>
          <p:spPr>
            <a:xfrm>
              <a:off x="2954880" y="3477960"/>
              <a:ext cx="1437120" cy="407880"/>
            </a:xfrm>
            <a:prstGeom prst="rect">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00" name="Google Shape;347;p26"/>
            <p:cNvSpPr/>
            <p:nvPr/>
          </p:nvSpPr>
          <p:spPr>
            <a:xfrm flipH="1" rot="10800000">
              <a:off x="4392720" y="2625840"/>
              <a:ext cx="2275560" cy="1056600"/>
            </a:xfrm>
            <a:custGeom>
              <a:avLst/>
              <a:gdLst>
                <a:gd name="textAreaLeft" fmla="*/ -360 w 2275560"/>
                <a:gd name="textAreaRight" fmla="*/ 2275560 w 2275560"/>
                <a:gd name="textAreaTop" fmla="*/ 0 h 1056600"/>
                <a:gd name="textAreaBottom" fmla="*/ 1056960 h 1056600"/>
              </a:gdLst>
              <a:ahLst/>
              <a:cxnLst/>
              <a:rect l="textAreaLeft" t="textAreaTop" r="textAreaRight" b="textAreaBottom"/>
              <a:pathLst>
                <a:path w="21600" h="21600">
                  <a:moveTo>
                    <a:pt x="0" y="0"/>
                  </a:moveTo>
                  <a:lnTo>
                    <a:pt x="21600" y="21600"/>
                  </a:lnTo>
                </a:path>
              </a:pathLst>
            </a:custGeom>
            <a:noFill/>
            <a:ln w="38100">
              <a:solidFill>
                <a:srgbClr val="6aa84f"/>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Google Shape;353;p27"/>
          <p:cNvSpPr/>
          <p:nvPr/>
        </p:nvSpPr>
        <p:spPr>
          <a:xfrm>
            <a:off x="7450200" y="2023200"/>
            <a:ext cx="3957120" cy="4026600"/>
          </a:xfrm>
          <a:prstGeom prst="rect">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402" name="Google Shape;354;p27"/>
          <p:cNvGrpSpPr/>
          <p:nvPr/>
        </p:nvGrpSpPr>
        <p:grpSpPr>
          <a:xfrm>
            <a:off x="3824640" y="2743200"/>
            <a:ext cx="2575440" cy="2285280"/>
            <a:chOff x="3824640" y="2743200"/>
            <a:chExt cx="2575440" cy="2285280"/>
          </a:xfrm>
        </p:grpSpPr>
        <p:sp>
          <p:nvSpPr>
            <p:cNvPr id="403" name="Google Shape;355;p27"/>
            <p:cNvSpPr/>
            <p:nvPr/>
          </p:nvSpPr>
          <p:spPr>
            <a:xfrm>
              <a:off x="3908160" y="2877840"/>
              <a:ext cx="2491920" cy="21506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04" name="Google Shape;356;p27"/>
            <p:cNvGrpSpPr/>
            <p:nvPr/>
          </p:nvGrpSpPr>
          <p:grpSpPr>
            <a:xfrm>
              <a:off x="3824640" y="2743200"/>
              <a:ext cx="2491920" cy="2150640"/>
              <a:chOff x="3824640" y="2743200"/>
              <a:chExt cx="2491920" cy="2150640"/>
            </a:xfrm>
          </p:grpSpPr>
          <p:sp>
            <p:nvSpPr>
              <p:cNvPr id="405" name="Google Shape;357;p27"/>
              <p:cNvSpPr/>
              <p:nvPr/>
            </p:nvSpPr>
            <p:spPr>
              <a:xfrm>
                <a:off x="3824640" y="2743200"/>
                <a:ext cx="2491920" cy="215064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406" name="Google Shape;358;p27"/>
              <p:cNvSpPr/>
              <p:nvPr/>
            </p:nvSpPr>
            <p:spPr>
              <a:xfrm>
                <a:off x="4010400" y="2946600"/>
                <a:ext cx="411120" cy="5828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07" name="Google Shape;359;p27"/>
              <p:cNvSpPr/>
              <p:nvPr/>
            </p:nvSpPr>
            <p:spPr>
              <a:xfrm>
                <a:off x="3900600" y="3762360"/>
                <a:ext cx="1121400" cy="41544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408" name="Google Shape;360;p27"/>
              <p:cNvSpPr/>
              <p:nvPr/>
            </p:nvSpPr>
            <p:spPr>
              <a:xfrm>
                <a:off x="5119200" y="3762360"/>
                <a:ext cx="1121400" cy="41544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409"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Kubelet Agent</a:t>
            </a:r>
            <a:endParaRPr b="0" lang="en-US" sz="3200" strike="noStrike" u="none">
              <a:solidFill>
                <a:srgbClr val="000000"/>
              </a:solidFill>
              <a:effectLst/>
              <a:uFillTx/>
              <a:latin typeface="Arial"/>
            </a:endParaRPr>
          </a:p>
        </p:txBody>
      </p:sp>
      <p:sp>
        <p:nvSpPr>
          <p:cNvPr id="410" name="PlaceHolder 2"/>
          <p:cNvSpPr>
            <a:spLocks noGrp="1"/>
          </p:cNvSpPr>
          <p:nvPr>
            <p:ph type="sldNum" idx="5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50FFF475-13E9-4A91-8D79-AA27D3E2110A}"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411" name="Google Shape;363;p27"/>
          <p:cNvSpPr/>
          <p:nvPr/>
        </p:nvSpPr>
        <p:spPr>
          <a:xfrm>
            <a:off x="1431000" y="4346640"/>
            <a:ext cx="903600" cy="382320"/>
          </a:xfrm>
          <a:prstGeom prst="rect">
            <a:avLst/>
          </a:prstGeom>
          <a:noFill/>
          <a:ln w="28575">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2" name="Google Shape;364;p27"/>
          <p:cNvSpPr/>
          <p:nvPr/>
        </p:nvSpPr>
        <p:spPr>
          <a:xfrm>
            <a:off x="3861720" y="3657600"/>
            <a:ext cx="1160280" cy="685080"/>
          </a:xfrm>
          <a:prstGeom prst="rect">
            <a:avLst/>
          </a:prstGeom>
          <a:noFill/>
          <a:ln w="28575">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3" name="Google Shape;365;p27"/>
          <p:cNvSpPr/>
          <p:nvPr/>
        </p:nvSpPr>
        <p:spPr>
          <a:xfrm flipH="1" rot="10800000">
            <a:off x="4577040" y="2669040"/>
            <a:ext cx="2731680" cy="957600"/>
          </a:xfrm>
          <a:prstGeom prst="bentConnector3">
            <a:avLst>
              <a:gd name="adj1" fmla="val -172"/>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14" name="Google Shape;366;p27"/>
          <p:cNvSpPr/>
          <p:nvPr/>
        </p:nvSpPr>
        <p:spPr>
          <a:xfrm>
            <a:off x="7297560" y="1870920"/>
            <a:ext cx="3957120" cy="4026600"/>
          </a:xfrm>
          <a:prstGeom prst="rect">
            <a:avLst/>
          </a:prstGeom>
          <a:solidFill>
            <a:srgbClr val="ffffff"/>
          </a:solidFill>
          <a:ln w="38100">
            <a:solidFill>
              <a:srgbClr val="6aa84f"/>
            </a:solidFill>
            <a:round/>
          </a:ln>
        </p:spPr>
        <p:style>
          <a:lnRef idx="0"/>
          <a:fillRef idx="0"/>
          <a:effectRef idx="0"/>
          <a:fontRef idx="minor"/>
        </p:style>
        <p:txBody>
          <a:bodyPr lIns="90000" rIns="90000" tIns="91440" bIns="91440" anchor="t">
            <a:noAutofit/>
          </a:bodyPr>
          <a:p>
            <a:pPr>
              <a:lnSpc>
                <a:spcPct val="100000"/>
              </a:lnSpc>
              <a:tabLst>
                <a:tab algn="l" pos="0"/>
              </a:tabLst>
            </a:pPr>
            <a:r>
              <a:rPr b="1" lang="en-US" sz="3000" strike="noStrike" u="none">
                <a:solidFill>
                  <a:srgbClr val="000000"/>
                </a:solidFill>
                <a:effectLst/>
                <a:uFillTx/>
                <a:latin typeface="Helvetica Neue"/>
                <a:ea typeface="Helvetica Neue"/>
              </a:rPr>
              <a:t>Kubelet</a:t>
            </a:r>
            <a:endParaRPr b="0" lang="en-US" sz="3000" strike="noStrike" u="none">
              <a:solidFill>
                <a:srgbClr val="000000"/>
              </a:solidFill>
              <a:effectLst/>
              <a:uFillTx/>
              <a:latin typeface="Arial"/>
            </a:endParaRPr>
          </a:p>
          <a:p>
            <a:pPr>
              <a:lnSpc>
                <a:spcPct val="100000"/>
              </a:lnSpc>
              <a:tabLst>
                <a:tab algn="l" pos="0"/>
              </a:tabLst>
            </a:pPr>
            <a:endParaRPr b="0" lang="en-US" sz="30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Agent running on each node</a:t>
            </a:r>
            <a:endParaRPr b="0" lang="en-US" sz="2400" strike="noStrike" u="none">
              <a:solidFill>
                <a:srgbClr val="000000"/>
              </a:solidFill>
              <a:effectLst/>
              <a:uFillTx/>
              <a:latin typeface="Arial"/>
            </a:endParaRPr>
          </a:p>
          <a:p>
            <a:pPr marL="457200">
              <a:lnSpc>
                <a:spcPct val="100000"/>
              </a:lnSpc>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Runs containers on the node</a:t>
            </a:r>
            <a:endParaRPr b="0" lang="en-US" sz="2400" strike="noStrike" u="none">
              <a:solidFill>
                <a:srgbClr val="000000"/>
              </a:solidFill>
              <a:effectLst/>
              <a:uFillTx/>
              <a:latin typeface="Arial"/>
            </a:endParaRPr>
          </a:p>
          <a:p>
            <a:pPr marL="457200">
              <a:lnSpc>
                <a:spcPct val="100000"/>
              </a:lnSpc>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Reports status back to Master</a:t>
            </a:r>
            <a:endParaRPr b="0" lang="en-US" sz="2400" strike="noStrike" u="none">
              <a:solidFill>
                <a:srgbClr val="000000"/>
              </a:solidFill>
              <a:effectLst/>
              <a:uFillTx/>
              <a:latin typeface="Arial"/>
            </a:endParaRPr>
          </a:p>
        </p:txBody>
      </p:sp>
      <p:grpSp>
        <p:nvGrpSpPr>
          <p:cNvPr id="415" name="Google Shape;367;p27"/>
          <p:cNvGrpSpPr/>
          <p:nvPr/>
        </p:nvGrpSpPr>
        <p:grpSpPr>
          <a:xfrm>
            <a:off x="1099440" y="1600200"/>
            <a:ext cx="2242800" cy="3885480"/>
            <a:chOff x="1099440" y="1600200"/>
            <a:chExt cx="2242800" cy="3885480"/>
          </a:xfrm>
        </p:grpSpPr>
        <p:sp>
          <p:nvSpPr>
            <p:cNvPr id="416" name="Google Shape;368;p27"/>
            <p:cNvSpPr/>
            <p:nvPr/>
          </p:nvSpPr>
          <p:spPr>
            <a:xfrm>
              <a:off x="1175400" y="1694520"/>
              <a:ext cx="2166840" cy="379116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17" name="Google Shape;369;p27"/>
            <p:cNvGrpSpPr/>
            <p:nvPr/>
          </p:nvGrpSpPr>
          <p:grpSpPr>
            <a:xfrm>
              <a:off x="1099440" y="1600200"/>
              <a:ext cx="2166840" cy="3791160"/>
              <a:chOff x="1099440" y="1600200"/>
              <a:chExt cx="2166840" cy="3791160"/>
            </a:xfrm>
          </p:grpSpPr>
          <p:grpSp>
            <p:nvGrpSpPr>
              <p:cNvPr id="418" name="Google Shape;370;p27"/>
              <p:cNvGrpSpPr/>
              <p:nvPr/>
            </p:nvGrpSpPr>
            <p:grpSpPr>
              <a:xfrm>
                <a:off x="1099440" y="1600200"/>
                <a:ext cx="2166840" cy="3791160"/>
                <a:chOff x="1099440" y="1600200"/>
                <a:chExt cx="2166840" cy="3791160"/>
              </a:xfrm>
            </p:grpSpPr>
            <p:sp>
              <p:nvSpPr>
                <p:cNvPr id="419" name="Google Shape;371;p27"/>
                <p:cNvSpPr/>
                <p:nvPr/>
              </p:nvSpPr>
              <p:spPr>
                <a:xfrm>
                  <a:off x="1099440" y="1600200"/>
                  <a:ext cx="2166840" cy="379116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420" name="Google Shape;372;p27"/>
                <p:cNvSpPr/>
                <p:nvPr/>
              </p:nvSpPr>
              <p:spPr>
                <a:xfrm>
                  <a:off x="1502640" y="1882080"/>
                  <a:ext cx="1339200" cy="3639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64160" bIns="16416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421" name="Google Shape;373;p27"/>
                <p:cNvSpPr/>
                <p:nvPr/>
              </p:nvSpPr>
              <p:spPr>
                <a:xfrm>
                  <a:off x="1502640" y="2393280"/>
                  <a:ext cx="1339200" cy="36360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64160" bIns="16416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422" name="Google Shape;374;p27"/>
                <p:cNvSpPr/>
                <p:nvPr/>
              </p:nvSpPr>
              <p:spPr>
                <a:xfrm>
                  <a:off x="1502640" y="3357720"/>
                  <a:ext cx="1339200" cy="40320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100800" bIns="10080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423" name="Google Shape;375;p27"/>
                <p:cNvSpPr/>
                <p:nvPr/>
              </p:nvSpPr>
              <p:spPr>
                <a:xfrm>
                  <a:off x="1502640" y="2875320"/>
                  <a:ext cx="1339200" cy="36360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64160" bIns="16416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424" name="Google Shape;376;p27"/>
              <p:cNvSpPr/>
              <p:nvPr/>
            </p:nvSpPr>
            <p:spPr>
              <a:xfrm>
                <a:off x="1165320" y="4321800"/>
                <a:ext cx="975240" cy="36360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64160" bIns="16416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425" name="Google Shape;377;p27"/>
              <p:cNvSpPr/>
              <p:nvPr/>
            </p:nvSpPr>
            <p:spPr>
              <a:xfrm>
                <a:off x="2224800" y="4321800"/>
                <a:ext cx="975240" cy="36360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64160" bIns="16416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426" name="Google Shape;378;p27"/>
          <p:cNvSpPr/>
          <p:nvPr/>
        </p:nvSpPr>
        <p:spPr>
          <a:xfrm>
            <a:off x="1128600" y="4114800"/>
            <a:ext cx="1066320" cy="685080"/>
          </a:xfrm>
          <a:prstGeom prst="rect">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7" name="Google Shape;379;p27"/>
          <p:cNvSpPr/>
          <p:nvPr/>
        </p:nvSpPr>
        <p:spPr>
          <a:xfrm rot="16200000">
            <a:off x="3419280" y="920880"/>
            <a:ext cx="2122560" cy="5636880"/>
          </a:xfrm>
          <a:prstGeom prst="bentConnector4">
            <a:avLst>
              <a:gd name="adj1" fmla="val -34356"/>
              <a:gd name="adj2" fmla="val 87320"/>
            </a:avLst>
          </a:prstGeom>
          <a:noFill/>
          <a:ln w="38100">
            <a:solidFill>
              <a:srgbClr val="6aa84f"/>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Desired vs Actual State</a:t>
            </a:r>
            <a:endParaRPr b="0" lang="en-US" sz="3200" strike="noStrike" u="none">
              <a:solidFill>
                <a:srgbClr val="000000"/>
              </a:solidFill>
              <a:effectLst/>
              <a:uFillTx/>
              <a:latin typeface="Arial"/>
            </a:endParaRPr>
          </a:p>
        </p:txBody>
      </p:sp>
      <p:sp>
        <p:nvSpPr>
          <p:cNvPr id="429" name="PlaceHolder 2"/>
          <p:cNvSpPr>
            <a:spLocks noGrp="1"/>
          </p:cNvSpPr>
          <p:nvPr>
            <p:ph type="sldNum" idx="5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7093FA2-4A8E-4B06-A91E-D4CCC1D1038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430" name="Google Shape;387;p28"/>
          <p:cNvGrpSpPr/>
          <p:nvPr/>
        </p:nvGrpSpPr>
        <p:grpSpPr>
          <a:xfrm>
            <a:off x="8520840" y="3008880"/>
            <a:ext cx="2348640" cy="1370880"/>
            <a:chOff x="8520840" y="3008880"/>
            <a:chExt cx="2348640" cy="1370880"/>
          </a:xfrm>
        </p:grpSpPr>
        <p:sp>
          <p:nvSpPr>
            <p:cNvPr id="431" name="Google Shape;388;p28"/>
            <p:cNvSpPr/>
            <p:nvPr/>
          </p:nvSpPr>
          <p:spPr>
            <a:xfrm>
              <a:off x="8597160" y="30898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32" name="Google Shape;389;p28"/>
            <p:cNvGrpSpPr/>
            <p:nvPr/>
          </p:nvGrpSpPr>
          <p:grpSpPr>
            <a:xfrm>
              <a:off x="8520840" y="3008880"/>
              <a:ext cx="2272320" cy="1289880"/>
              <a:chOff x="8520840" y="3008880"/>
              <a:chExt cx="2272320" cy="1289880"/>
            </a:xfrm>
          </p:grpSpPr>
          <p:sp>
            <p:nvSpPr>
              <p:cNvPr id="433" name="Google Shape;390;p28"/>
              <p:cNvSpPr/>
              <p:nvPr/>
            </p:nvSpPr>
            <p:spPr>
              <a:xfrm>
                <a:off x="8520840" y="30088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434" name="Google Shape;391;p28"/>
              <p:cNvSpPr/>
              <p:nvPr/>
            </p:nvSpPr>
            <p:spPr>
              <a:xfrm>
                <a:off x="858996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435" name="Google Shape;392;p28"/>
              <p:cNvSpPr/>
              <p:nvPr/>
            </p:nvSpPr>
            <p:spPr>
              <a:xfrm>
                <a:off x="970128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436" name="Google Shape;393;p28"/>
          <p:cNvGrpSpPr/>
          <p:nvPr/>
        </p:nvGrpSpPr>
        <p:grpSpPr>
          <a:xfrm>
            <a:off x="8520840" y="4515840"/>
            <a:ext cx="2348640" cy="1370520"/>
            <a:chOff x="8520840" y="4515840"/>
            <a:chExt cx="2348640" cy="1370520"/>
          </a:xfrm>
        </p:grpSpPr>
        <p:sp>
          <p:nvSpPr>
            <p:cNvPr id="437" name="Google Shape;394;p28"/>
            <p:cNvSpPr/>
            <p:nvPr/>
          </p:nvSpPr>
          <p:spPr>
            <a:xfrm>
              <a:off x="8597160" y="45964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38" name="Google Shape;395;p28"/>
            <p:cNvGrpSpPr/>
            <p:nvPr/>
          </p:nvGrpSpPr>
          <p:grpSpPr>
            <a:xfrm>
              <a:off x="8520840" y="4515840"/>
              <a:ext cx="2272320" cy="1289880"/>
              <a:chOff x="8520840" y="4515840"/>
              <a:chExt cx="2272320" cy="1289880"/>
            </a:xfrm>
          </p:grpSpPr>
          <p:sp>
            <p:nvSpPr>
              <p:cNvPr id="439" name="Google Shape;396;p28"/>
              <p:cNvSpPr/>
              <p:nvPr/>
            </p:nvSpPr>
            <p:spPr>
              <a:xfrm>
                <a:off x="8520840" y="451584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440" name="Google Shape;397;p28"/>
              <p:cNvSpPr/>
              <p:nvPr/>
            </p:nvSpPr>
            <p:spPr>
              <a:xfrm>
                <a:off x="8690040" y="463788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41" name="Google Shape;398;p28"/>
              <p:cNvSpPr/>
              <p:nvPr/>
            </p:nvSpPr>
            <p:spPr>
              <a:xfrm>
                <a:off x="858996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442" name="Google Shape;399;p28"/>
              <p:cNvSpPr/>
              <p:nvPr/>
            </p:nvSpPr>
            <p:spPr>
              <a:xfrm>
                <a:off x="970128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443" name="Google Shape;400;p28"/>
          <p:cNvGrpSpPr/>
          <p:nvPr/>
        </p:nvGrpSpPr>
        <p:grpSpPr>
          <a:xfrm>
            <a:off x="8520840" y="1502280"/>
            <a:ext cx="2348640" cy="1370520"/>
            <a:chOff x="8520840" y="1502280"/>
            <a:chExt cx="2348640" cy="1370520"/>
          </a:xfrm>
        </p:grpSpPr>
        <p:grpSp>
          <p:nvGrpSpPr>
            <p:cNvPr id="444" name="Google Shape;401;p28"/>
            <p:cNvGrpSpPr/>
            <p:nvPr/>
          </p:nvGrpSpPr>
          <p:grpSpPr>
            <a:xfrm>
              <a:off x="8520840" y="1502280"/>
              <a:ext cx="2348640" cy="1370520"/>
              <a:chOff x="8520840" y="1502280"/>
              <a:chExt cx="2348640" cy="1370520"/>
            </a:xfrm>
          </p:grpSpPr>
          <p:sp>
            <p:nvSpPr>
              <p:cNvPr id="445" name="Google Shape;402;p28"/>
              <p:cNvSpPr/>
              <p:nvPr/>
            </p:nvSpPr>
            <p:spPr>
              <a:xfrm>
                <a:off x="8597160" y="158292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46" name="Google Shape;403;p28"/>
              <p:cNvGrpSpPr/>
              <p:nvPr/>
            </p:nvGrpSpPr>
            <p:grpSpPr>
              <a:xfrm>
                <a:off x="8520840" y="1502280"/>
                <a:ext cx="2272320" cy="1289880"/>
                <a:chOff x="8520840" y="1502280"/>
                <a:chExt cx="2272320" cy="1289880"/>
              </a:xfrm>
            </p:grpSpPr>
            <p:sp>
              <p:nvSpPr>
                <p:cNvPr id="447" name="Google Shape;404;p28"/>
                <p:cNvSpPr/>
                <p:nvPr/>
              </p:nvSpPr>
              <p:spPr>
                <a:xfrm>
                  <a:off x="8520840" y="15022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448" name="Google Shape;405;p28"/>
                <p:cNvSpPr/>
                <p:nvPr/>
              </p:nvSpPr>
              <p:spPr>
                <a:xfrm>
                  <a:off x="8690040" y="16243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49" name="Google Shape;406;p28"/>
                <p:cNvSpPr/>
                <p:nvPr/>
              </p:nvSpPr>
              <p:spPr>
                <a:xfrm>
                  <a:off x="858996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450" name="Google Shape;407;p28"/>
                <p:cNvSpPr/>
                <p:nvPr/>
              </p:nvSpPr>
              <p:spPr>
                <a:xfrm>
                  <a:off x="970128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451" name="Google Shape;408;p28"/>
            <p:cNvSpPr/>
            <p:nvPr/>
          </p:nvSpPr>
          <p:spPr>
            <a:xfrm>
              <a:off x="9147240" y="162432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pic>
        <p:nvPicPr>
          <p:cNvPr id="452" name="Google Shape;409;p28" descr=""/>
          <p:cNvPicPr/>
          <p:nvPr/>
        </p:nvPicPr>
        <p:blipFill>
          <a:blip r:embed="rId1"/>
          <a:stretch/>
        </p:blipFill>
        <p:spPr>
          <a:xfrm>
            <a:off x="378000" y="3254040"/>
            <a:ext cx="1166040" cy="1166040"/>
          </a:xfrm>
          <a:prstGeom prst="rect">
            <a:avLst/>
          </a:prstGeom>
          <a:noFill/>
          <a:ln w="0">
            <a:noFill/>
          </a:ln>
        </p:spPr>
      </p:pic>
      <p:grpSp>
        <p:nvGrpSpPr>
          <p:cNvPr id="453" name="Google Shape;410;p28"/>
          <p:cNvGrpSpPr/>
          <p:nvPr/>
        </p:nvGrpSpPr>
        <p:grpSpPr>
          <a:xfrm>
            <a:off x="1288080" y="1623240"/>
            <a:ext cx="1351800" cy="1539720"/>
            <a:chOff x="1288080" y="1623240"/>
            <a:chExt cx="1351800" cy="1539720"/>
          </a:xfrm>
        </p:grpSpPr>
        <p:grpSp>
          <p:nvGrpSpPr>
            <p:cNvPr id="454" name="Google Shape;411;p28"/>
            <p:cNvGrpSpPr/>
            <p:nvPr/>
          </p:nvGrpSpPr>
          <p:grpSpPr>
            <a:xfrm>
              <a:off x="1288080" y="1623240"/>
              <a:ext cx="1351800" cy="1539720"/>
              <a:chOff x="1288080" y="1623240"/>
              <a:chExt cx="1351800" cy="1539720"/>
            </a:xfrm>
          </p:grpSpPr>
          <p:sp>
            <p:nvSpPr>
              <p:cNvPr id="455" name="Google Shape;412;p28"/>
              <p:cNvSpPr/>
              <p:nvPr/>
            </p:nvSpPr>
            <p:spPr>
              <a:xfrm>
                <a:off x="1364400" y="1699560"/>
                <a:ext cx="1275480" cy="1463400"/>
              </a:xfrm>
              <a:prstGeom prst="wedgeRoundRectCallout">
                <a:avLst>
                  <a:gd name="adj1" fmla="val -40997"/>
                  <a:gd name="adj2" fmla="val 74630"/>
                  <a:gd name="adj3" fmla="val 0"/>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6" name="Google Shape;413;p28"/>
              <p:cNvSpPr/>
              <p:nvPr/>
            </p:nvSpPr>
            <p:spPr>
              <a:xfrm>
                <a:off x="1288080" y="1623240"/>
                <a:ext cx="1275480" cy="1463400"/>
              </a:xfrm>
              <a:prstGeom prst="wedgeRoundRectCallout">
                <a:avLst>
                  <a:gd name="adj1" fmla="val -40997"/>
                  <a:gd name="adj2" fmla="val 74630"/>
                  <a:gd name="adj3" fmla="val 0"/>
                </a:avLst>
              </a:prstGeom>
              <a:solidFill>
                <a:srgbClr val="ffffff"/>
              </a:solidFill>
              <a:ln w="38100">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457" name="Google Shape;414;p28"/>
            <p:cNvSpPr/>
            <p:nvPr/>
          </p:nvSpPr>
          <p:spPr>
            <a:xfrm>
              <a:off x="1465200" y="18151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58" name="Google Shape;415;p28"/>
            <p:cNvSpPr/>
            <p:nvPr/>
          </p:nvSpPr>
          <p:spPr>
            <a:xfrm>
              <a:off x="1998720" y="18151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59" name="Google Shape;416;p28"/>
            <p:cNvSpPr/>
            <p:nvPr/>
          </p:nvSpPr>
          <p:spPr>
            <a:xfrm>
              <a:off x="1465200" y="23486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60" name="Google Shape;417;p28"/>
            <p:cNvSpPr/>
            <p:nvPr/>
          </p:nvSpPr>
          <p:spPr>
            <a:xfrm>
              <a:off x="1998720" y="23486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461" name="Google Shape;418;p28"/>
          <p:cNvGrpSpPr/>
          <p:nvPr/>
        </p:nvGrpSpPr>
        <p:grpSpPr>
          <a:xfrm>
            <a:off x="3322800" y="3087360"/>
            <a:ext cx="2246760" cy="1370520"/>
            <a:chOff x="3322800" y="3087360"/>
            <a:chExt cx="2246760" cy="1370520"/>
          </a:xfrm>
        </p:grpSpPr>
        <p:sp>
          <p:nvSpPr>
            <p:cNvPr id="462" name="Google Shape;419;p28"/>
            <p:cNvSpPr/>
            <p:nvPr/>
          </p:nvSpPr>
          <p:spPr>
            <a:xfrm>
              <a:off x="3445560" y="3195360"/>
              <a:ext cx="2124000" cy="126252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3" name="Google Shape;420;p28"/>
            <p:cNvSpPr/>
            <p:nvPr/>
          </p:nvSpPr>
          <p:spPr>
            <a:xfrm>
              <a:off x="3322800" y="3087360"/>
              <a:ext cx="2124000" cy="126252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grpSp>
        <p:nvGrpSpPr>
          <p:cNvPr id="464" name="Google Shape;421;p28"/>
          <p:cNvGrpSpPr/>
          <p:nvPr/>
        </p:nvGrpSpPr>
        <p:grpSpPr>
          <a:xfrm>
            <a:off x="5830200" y="1739160"/>
            <a:ext cx="1351440" cy="1539360"/>
            <a:chOff x="5830200" y="1739160"/>
            <a:chExt cx="1351440" cy="1539360"/>
          </a:xfrm>
        </p:grpSpPr>
        <p:grpSp>
          <p:nvGrpSpPr>
            <p:cNvPr id="465" name="Google Shape;422;p28"/>
            <p:cNvGrpSpPr/>
            <p:nvPr/>
          </p:nvGrpSpPr>
          <p:grpSpPr>
            <a:xfrm>
              <a:off x="5830200" y="1739160"/>
              <a:ext cx="1351440" cy="1539360"/>
              <a:chOff x="5830200" y="1739160"/>
              <a:chExt cx="1351440" cy="1539360"/>
            </a:xfrm>
          </p:grpSpPr>
          <p:sp>
            <p:nvSpPr>
              <p:cNvPr id="466" name="Google Shape;423;p28"/>
              <p:cNvSpPr/>
              <p:nvPr/>
            </p:nvSpPr>
            <p:spPr>
              <a:xfrm>
                <a:off x="5906160" y="1815120"/>
                <a:ext cx="1275480" cy="1463400"/>
              </a:xfrm>
              <a:prstGeom prst="wedgeRoundRectCallout">
                <a:avLst>
                  <a:gd name="adj1" fmla="val -40997"/>
                  <a:gd name="adj2" fmla="val 74630"/>
                  <a:gd name="adj3" fmla="val 0"/>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7" name="Google Shape;424;p28"/>
              <p:cNvSpPr/>
              <p:nvPr/>
            </p:nvSpPr>
            <p:spPr>
              <a:xfrm>
                <a:off x="5830200" y="1739160"/>
                <a:ext cx="1275480" cy="1463400"/>
              </a:xfrm>
              <a:prstGeom prst="wedgeRoundRectCallout">
                <a:avLst>
                  <a:gd name="adj1" fmla="val -40997"/>
                  <a:gd name="adj2" fmla="val 74630"/>
                  <a:gd name="adj3" fmla="val 0"/>
                </a:avLst>
              </a:prstGeom>
              <a:solidFill>
                <a:srgbClr val="ffffff"/>
              </a:solidFill>
              <a:ln w="38100">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468" name="Google Shape;425;p28"/>
            <p:cNvSpPr/>
            <p:nvPr/>
          </p:nvSpPr>
          <p:spPr>
            <a:xfrm>
              <a:off x="6007320" y="193104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69" name="Google Shape;426;p28"/>
            <p:cNvSpPr/>
            <p:nvPr/>
          </p:nvSpPr>
          <p:spPr>
            <a:xfrm>
              <a:off x="6540480" y="193104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70" name="Google Shape;427;p28"/>
            <p:cNvSpPr/>
            <p:nvPr/>
          </p:nvSpPr>
          <p:spPr>
            <a:xfrm>
              <a:off x="6007320" y="246456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471" name="Google Shape;428;p28"/>
            <p:cNvSpPr/>
            <p:nvPr/>
          </p:nvSpPr>
          <p:spPr>
            <a:xfrm>
              <a:off x="6540480" y="246456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472" name="Google Shape;429;p28"/>
          <p:cNvSpPr/>
          <p:nvPr/>
        </p:nvSpPr>
        <p:spPr>
          <a:xfrm>
            <a:off x="7182720" y="1739160"/>
            <a:ext cx="788400" cy="14238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6000" strike="noStrike" u="none">
                <a:solidFill>
                  <a:srgbClr val="000000"/>
                </a:solidFill>
                <a:effectLst/>
                <a:uFillTx/>
                <a:latin typeface="Helvetica Neue"/>
                <a:ea typeface="Helvetica Neue"/>
              </a:rPr>
              <a:t>?</a:t>
            </a:r>
            <a:endParaRPr b="0" lang="en-US" sz="6000" strike="noStrike" u="none">
              <a:solidFill>
                <a:srgbClr val="000000"/>
              </a:solidFill>
              <a:effectLst/>
              <a:uFillTx/>
              <a:latin typeface="Arial"/>
            </a:endParaRPr>
          </a:p>
        </p:txBody>
      </p:sp>
      <p:grpSp>
        <p:nvGrpSpPr>
          <p:cNvPr id="473" name="Google Shape;430;p28"/>
          <p:cNvGrpSpPr/>
          <p:nvPr/>
        </p:nvGrpSpPr>
        <p:grpSpPr>
          <a:xfrm>
            <a:off x="8621640" y="3067920"/>
            <a:ext cx="540360" cy="490680"/>
            <a:chOff x="8621640" y="3067920"/>
            <a:chExt cx="540360" cy="490680"/>
          </a:xfrm>
        </p:grpSpPr>
        <p:sp>
          <p:nvSpPr>
            <p:cNvPr id="474" name="Google Shape;431;p28"/>
            <p:cNvSpPr/>
            <p:nvPr/>
          </p:nvSpPr>
          <p:spPr>
            <a:xfrm>
              <a:off x="8621640" y="3067920"/>
              <a:ext cx="540360" cy="490680"/>
            </a:xfrm>
            <a:prstGeom prst="snip1Rect">
              <a:avLst>
                <a:gd name="adj" fmla="val 16667"/>
              </a:avLst>
            </a:prstGeom>
            <a:solidFill>
              <a:srgbClr val="f1c232">
                <a:alpha val="27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5" name="Google Shape;432;p28"/>
            <p:cNvSpPr/>
            <p:nvPr/>
          </p:nvSpPr>
          <p:spPr>
            <a:xfrm>
              <a:off x="8697960" y="314388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nvGrpSpPr>
          <p:cNvPr id="476" name="Google Shape;433;p28"/>
          <p:cNvGrpSpPr/>
          <p:nvPr/>
        </p:nvGrpSpPr>
        <p:grpSpPr>
          <a:xfrm>
            <a:off x="6464880" y="1857960"/>
            <a:ext cx="540360" cy="490680"/>
            <a:chOff x="6464880" y="1857960"/>
            <a:chExt cx="540360" cy="490680"/>
          </a:xfrm>
        </p:grpSpPr>
        <p:sp>
          <p:nvSpPr>
            <p:cNvPr id="477" name="Google Shape;434;p28"/>
            <p:cNvSpPr/>
            <p:nvPr/>
          </p:nvSpPr>
          <p:spPr>
            <a:xfrm>
              <a:off x="6464880" y="1857960"/>
              <a:ext cx="540360" cy="490680"/>
            </a:xfrm>
            <a:prstGeom prst="snip1Rect">
              <a:avLst>
                <a:gd name="adj" fmla="val 16667"/>
              </a:avLst>
            </a:prstGeom>
            <a:solidFill>
              <a:srgbClr val="f1c232">
                <a:alpha val="27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78" name="Google Shape;435;p28"/>
            <p:cNvSpPr/>
            <p:nvPr/>
          </p:nvSpPr>
          <p:spPr>
            <a:xfrm>
              <a:off x="6541200" y="19339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464"/>
                                        </p:tgtEl>
                                        <p:attrNameLst>
                                          <p:attrName>style.visibility</p:attrName>
                                        </p:attrNameLst>
                                      </p:cBhvr>
                                      <p:to>
                                        <p:strVal val="visible"/>
                                      </p:to>
                                    </p:set>
                                    <p:animEffect filter="fade" transition="in">
                                      <p:cBhvr additive="repl">
                                        <p:cTn id="7" dur="1000"/>
                                        <p:tgtEl>
                                          <p:spTgt spid="464"/>
                                        </p:tgtEl>
                                      </p:cBhvr>
                                    </p:animEffect>
                                  </p:childTnLst>
                                </p:cTn>
                              </p:par>
                              <p:par>
                                <p:cTn id="8" nodeType="withEffect" fill="hold" presetClass="entr" presetID="10">
                                  <p:stCondLst>
                                    <p:cond delay="0"/>
                                  </p:stCondLst>
                                  <p:childTnLst>
                                    <p:set>
                                      <p:cBhvr>
                                        <p:cTn id="9" dur="1" fill="hold">
                                          <p:stCondLst>
                                            <p:cond delay="0"/>
                                          </p:stCondLst>
                                        </p:cTn>
                                        <p:tgtEl>
                                          <p:spTgt spid="472"/>
                                        </p:tgtEl>
                                        <p:attrNameLst>
                                          <p:attrName>style.visibility</p:attrName>
                                        </p:attrNameLst>
                                      </p:cBhvr>
                                      <p:to>
                                        <p:strVal val="visible"/>
                                      </p:to>
                                    </p:set>
                                    <p:animEffect filter="fade" transition="in">
                                      <p:cBhvr additive="repl">
                                        <p:cTn id="10" dur="1000"/>
                                        <p:tgtEl>
                                          <p:spTgt spid="472"/>
                                        </p:tgtEl>
                                      </p:cBhvr>
                                    </p:animEffect>
                                  </p:childTnLst>
                                </p:cTn>
                              </p:par>
                            </p:childTnLst>
                          </p:cTn>
                        </p:par>
                      </p:childTnLst>
                    </p:cTn>
                  </p:par>
                  <p:par>
                    <p:cTn id="11" fill="hold">
                      <p:stCondLst>
                        <p:cond delay="indefinite"/>
                      </p:stCondLst>
                      <p:childTnLst>
                        <p:par>
                          <p:cTn id="12" fill="hold">
                            <p:stCondLst>
                              <p:cond delay="0"/>
                            </p:stCondLst>
                            <p:childTnLst>
                              <p:par>
                                <p:cTn id="13" nodeType="clickEffect" fill="hold" presetClass="exit" presetID="10">
                                  <p:stCondLst>
                                    <p:cond delay="0"/>
                                  </p:stCondLst>
                                  <p:childTnLst>
                                    <p:animEffect filter="fade" transition="out">
                                      <p:cBhvr additive="repl">
                                        <p:cTn id="14" dur="1000"/>
                                        <p:tgtEl>
                                          <p:spTgt spid="472"/>
                                        </p:tgtEl>
                                      </p:cBhvr>
                                    </p:animEffect>
                                    <p:set>
                                      <p:cBhvr>
                                        <p:cTn id="15" dur="1" fill="hold">
                                          <p:stCondLst>
                                            <p:cond delay="1000"/>
                                          </p:stCondLst>
                                        </p:cTn>
                                        <p:tgtEl>
                                          <p:spTgt spid="472"/>
                                        </p:tgtEl>
                                        <p:attrNameLst>
                                          <p:attrName>style.visibility</p:attrName>
                                        </p:attrNameLst>
                                      </p:cBhvr>
                                      <p:to>
                                        <p:strVal val="hidden"/>
                                      </p:to>
                                    </p:set>
                                  </p:childTnLst>
                                </p:cTn>
                              </p:par>
                            </p:childTnLst>
                          </p:cTn>
                        </p:par>
                        <p:par>
                          <p:cTn id="16" fill="hold">
                            <p:stCondLst>
                              <p:cond delay="1000"/>
                            </p:stCondLst>
                            <p:childTnLst>
                              <p:par>
                                <p:cTn id="17" nodeType="afterEffect" fill="hold" presetClass="entr" presetID="10">
                                  <p:stCondLst>
                                    <p:cond delay="0"/>
                                  </p:stCondLst>
                                  <p:childTnLst>
                                    <p:set>
                                      <p:cBhvr>
                                        <p:cTn id="18" dur="1" fill="hold">
                                          <p:stCondLst>
                                            <p:cond delay="0"/>
                                          </p:stCondLst>
                                        </p:cTn>
                                        <p:tgtEl>
                                          <p:spTgt spid="476"/>
                                        </p:tgtEl>
                                        <p:attrNameLst>
                                          <p:attrName>style.visibility</p:attrName>
                                        </p:attrNameLst>
                                      </p:cBhvr>
                                      <p:to>
                                        <p:strVal val="visible"/>
                                      </p:to>
                                    </p:set>
                                    <p:animEffect filter="fade" transition="in">
                                      <p:cBhvr additive="repl">
                                        <p:cTn id="19" dur="1000"/>
                                        <p:tgtEl>
                                          <p:spTgt spid="476"/>
                                        </p:tgtEl>
                                      </p:cBhvr>
                                    </p:animEffect>
                                  </p:childTnLst>
                                </p:cTn>
                              </p:par>
                              <p:par>
                                <p:cTn id="20" nodeType="withEffect" fill="hold" presetClass="entr" presetID="10">
                                  <p:stCondLst>
                                    <p:cond delay="0"/>
                                  </p:stCondLst>
                                  <p:childTnLst>
                                    <p:set>
                                      <p:cBhvr>
                                        <p:cTn id="21" dur="1" fill="hold">
                                          <p:stCondLst>
                                            <p:cond delay="0"/>
                                          </p:stCondLst>
                                        </p:cTn>
                                        <p:tgtEl>
                                          <p:spTgt spid="473"/>
                                        </p:tgtEl>
                                        <p:attrNameLst>
                                          <p:attrName>style.visibility</p:attrName>
                                        </p:attrNameLst>
                                      </p:cBhvr>
                                      <p:to>
                                        <p:strVal val="visible"/>
                                      </p:to>
                                    </p:set>
                                    <p:animEffect filter="fade" transition="in">
                                      <p:cBhvr additive="repl">
                                        <p:cTn id="22" dur="10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Google Shape;441;p29"/>
          <p:cNvSpPr/>
          <p:nvPr/>
        </p:nvSpPr>
        <p:spPr>
          <a:xfrm>
            <a:off x="8597160" y="4596480"/>
            <a:ext cx="2272320" cy="1289880"/>
          </a:xfrm>
          <a:prstGeom prst="roundRect">
            <a:avLst>
              <a:gd name="adj" fmla="val 16667"/>
            </a:avLst>
          </a:prstGeom>
          <a:solidFill>
            <a:srgbClr val="990000">
              <a:alpha val="32000"/>
            </a:srgbClr>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ffffff"/>
              </a:solidFill>
              <a:effectLst/>
              <a:uFillTx/>
              <a:latin typeface="Arial"/>
            </a:endParaRPr>
          </a:p>
          <a:p>
            <a:pPr algn="ctr">
              <a:lnSpc>
                <a:spcPct val="100000"/>
              </a:lnSpc>
              <a:tabLst>
                <a:tab algn="l" pos="0"/>
              </a:tabLst>
            </a:pPr>
            <a:endParaRPr b="0" lang="en-US" sz="1400" strike="noStrike" u="none">
              <a:solidFill>
                <a:srgbClr val="ffffff"/>
              </a:solidFill>
              <a:effectLst/>
              <a:uFillTx/>
              <a:latin typeface="Arial"/>
            </a:endParaRPr>
          </a:p>
        </p:txBody>
      </p:sp>
      <p:sp>
        <p:nvSpPr>
          <p:cNvPr id="480"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Desired vs Actual State</a:t>
            </a:r>
            <a:endParaRPr b="0" lang="en-US" sz="3200" strike="noStrike" u="none">
              <a:solidFill>
                <a:srgbClr val="000000"/>
              </a:solidFill>
              <a:effectLst/>
              <a:uFillTx/>
              <a:latin typeface="Arial"/>
            </a:endParaRPr>
          </a:p>
        </p:txBody>
      </p:sp>
      <p:sp>
        <p:nvSpPr>
          <p:cNvPr id="481" name="PlaceHolder 2"/>
          <p:cNvSpPr>
            <a:spLocks noGrp="1"/>
          </p:cNvSpPr>
          <p:nvPr>
            <p:ph type="sldNum" idx="52"/>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B363251D-FD4B-414F-B258-54021665BFC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482" name="Google Shape;444;p29"/>
          <p:cNvGrpSpPr/>
          <p:nvPr/>
        </p:nvGrpSpPr>
        <p:grpSpPr>
          <a:xfrm>
            <a:off x="8520840" y="3008880"/>
            <a:ext cx="2348640" cy="1370880"/>
            <a:chOff x="8520840" y="3008880"/>
            <a:chExt cx="2348640" cy="1370880"/>
          </a:xfrm>
        </p:grpSpPr>
        <p:sp>
          <p:nvSpPr>
            <p:cNvPr id="483" name="Google Shape;445;p29"/>
            <p:cNvSpPr/>
            <p:nvPr/>
          </p:nvSpPr>
          <p:spPr>
            <a:xfrm>
              <a:off x="8597160" y="30898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84" name="Google Shape;446;p29"/>
            <p:cNvGrpSpPr/>
            <p:nvPr/>
          </p:nvGrpSpPr>
          <p:grpSpPr>
            <a:xfrm>
              <a:off x="8520840" y="3008880"/>
              <a:ext cx="2272320" cy="1289880"/>
              <a:chOff x="8520840" y="3008880"/>
              <a:chExt cx="2272320" cy="1289880"/>
            </a:xfrm>
          </p:grpSpPr>
          <p:sp>
            <p:nvSpPr>
              <p:cNvPr id="485" name="Google Shape;447;p29"/>
              <p:cNvSpPr/>
              <p:nvPr/>
            </p:nvSpPr>
            <p:spPr>
              <a:xfrm>
                <a:off x="8520840" y="30088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486" name="Google Shape;448;p29"/>
              <p:cNvSpPr/>
              <p:nvPr/>
            </p:nvSpPr>
            <p:spPr>
              <a:xfrm>
                <a:off x="858996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487" name="Google Shape;449;p29"/>
              <p:cNvSpPr/>
              <p:nvPr/>
            </p:nvSpPr>
            <p:spPr>
              <a:xfrm>
                <a:off x="970128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488" name="Google Shape;450;p29"/>
          <p:cNvGrpSpPr/>
          <p:nvPr/>
        </p:nvGrpSpPr>
        <p:grpSpPr>
          <a:xfrm>
            <a:off x="8520840" y="4515840"/>
            <a:ext cx="2348640" cy="1370520"/>
            <a:chOff x="8520840" y="4515840"/>
            <a:chExt cx="2348640" cy="1370520"/>
          </a:xfrm>
        </p:grpSpPr>
        <p:sp>
          <p:nvSpPr>
            <p:cNvPr id="489" name="Google Shape;451;p29"/>
            <p:cNvSpPr/>
            <p:nvPr/>
          </p:nvSpPr>
          <p:spPr>
            <a:xfrm>
              <a:off x="8597160" y="4596480"/>
              <a:ext cx="2272320" cy="1289880"/>
            </a:xfrm>
            <a:prstGeom prst="roundRect">
              <a:avLst>
                <a:gd name="adj" fmla="val 16667"/>
              </a:avLst>
            </a:prstGeom>
            <a:solidFill>
              <a:srgbClr val="990000">
                <a:alpha val="32000"/>
              </a:srgbClr>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ffffff"/>
                </a:solidFill>
                <a:effectLst/>
                <a:uFillTx/>
                <a:latin typeface="Arial"/>
              </a:endParaRPr>
            </a:p>
            <a:p>
              <a:pPr algn="ctr">
                <a:lnSpc>
                  <a:spcPct val="100000"/>
                </a:lnSpc>
                <a:tabLst>
                  <a:tab algn="l" pos="0"/>
                </a:tabLst>
              </a:pPr>
              <a:endParaRPr b="0" lang="en-US" sz="1400" strike="noStrike" u="none">
                <a:solidFill>
                  <a:srgbClr val="ffffff"/>
                </a:solidFill>
                <a:effectLst/>
                <a:uFillTx/>
                <a:latin typeface="Arial"/>
              </a:endParaRPr>
            </a:p>
          </p:txBody>
        </p:sp>
        <p:grpSp>
          <p:nvGrpSpPr>
            <p:cNvPr id="490" name="Google Shape;452;p29"/>
            <p:cNvGrpSpPr/>
            <p:nvPr/>
          </p:nvGrpSpPr>
          <p:grpSpPr>
            <a:xfrm>
              <a:off x="8520840" y="4515840"/>
              <a:ext cx="2272320" cy="1289880"/>
              <a:chOff x="8520840" y="4515840"/>
              <a:chExt cx="2272320" cy="1289880"/>
            </a:xfrm>
          </p:grpSpPr>
          <p:sp>
            <p:nvSpPr>
              <p:cNvPr id="491" name="Google Shape;453;p29"/>
              <p:cNvSpPr/>
              <p:nvPr/>
            </p:nvSpPr>
            <p:spPr>
              <a:xfrm>
                <a:off x="8520840" y="4515840"/>
                <a:ext cx="2272320" cy="1289880"/>
              </a:xfrm>
              <a:prstGeom prst="roundRect">
                <a:avLst>
                  <a:gd name="adj" fmla="val 16667"/>
                </a:avLst>
              </a:prstGeom>
              <a:solidFill>
                <a:srgbClr val="efefef"/>
              </a:soli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cccccc"/>
                    </a:solidFill>
                    <a:effectLst/>
                    <a:uFillTx/>
                    <a:latin typeface="Arial"/>
                    <a:ea typeface="Arial"/>
                  </a:rPr>
                  <a:t>Node</a:t>
                </a:r>
                <a:endParaRPr b="0" lang="en-US" sz="1400" strike="noStrike" u="none">
                  <a:solidFill>
                    <a:srgbClr val="000000"/>
                  </a:solidFill>
                  <a:effectLst/>
                  <a:uFillTx/>
                  <a:latin typeface="Arial"/>
                </a:endParaRPr>
              </a:p>
            </p:txBody>
          </p:sp>
          <p:sp>
            <p:nvSpPr>
              <p:cNvPr id="492" name="Google Shape;454;p29"/>
              <p:cNvSpPr/>
              <p:nvPr/>
            </p:nvSpPr>
            <p:spPr>
              <a:xfrm>
                <a:off x="8690040" y="4637880"/>
                <a:ext cx="374760" cy="349200"/>
              </a:xfrm>
              <a:prstGeom prst="snip1Rect">
                <a:avLst>
                  <a:gd name="adj" fmla="val 16667"/>
                </a:avLst>
              </a:prstGeom>
              <a:solidFill>
                <a:srgbClr val="efefef"/>
              </a:solidFill>
              <a:ln w="9525">
                <a:solidFill>
                  <a:srgbClr val="d9d9d9"/>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cccccc"/>
                    </a:solidFill>
                    <a:effectLst/>
                    <a:uFillTx/>
                    <a:latin typeface="Arial"/>
                    <a:ea typeface="Arial"/>
                  </a:rPr>
                  <a:t>App</a:t>
                </a:r>
                <a:endParaRPr b="0" lang="en-US" sz="600" strike="noStrike" u="none">
                  <a:solidFill>
                    <a:srgbClr val="000000"/>
                  </a:solidFill>
                  <a:effectLst/>
                  <a:uFillTx/>
                  <a:latin typeface="Arial"/>
                </a:endParaRPr>
              </a:p>
            </p:txBody>
          </p:sp>
          <p:sp>
            <p:nvSpPr>
              <p:cNvPr id="493" name="Google Shape;455;p29"/>
              <p:cNvSpPr/>
              <p:nvPr/>
            </p:nvSpPr>
            <p:spPr>
              <a:xfrm>
                <a:off x="8589960" y="5127120"/>
                <a:ext cx="1022760" cy="248760"/>
              </a:xfrm>
              <a:prstGeom prst="roundRect">
                <a:avLst>
                  <a:gd name="adj" fmla="val 16667"/>
                </a:avLst>
              </a:prstGeom>
              <a:solidFill>
                <a:srgbClr val="efefef"/>
              </a:solidFill>
              <a:ln w="9525">
                <a:solidFill>
                  <a:srgbClr val="d9d9d9"/>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cccccc"/>
                    </a:solidFill>
                    <a:effectLst/>
                    <a:uFillTx/>
                    <a:latin typeface="Arial"/>
                    <a:ea typeface="Arial"/>
                  </a:rPr>
                  <a:t>Kubelet</a:t>
                </a:r>
                <a:endParaRPr b="0" lang="en-US" sz="1400" strike="noStrike" u="none">
                  <a:solidFill>
                    <a:srgbClr val="000000"/>
                  </a:solidFill>
                  <a:effectLst/>
                  <a:uFillTx/>
                  <a:latin typeface="Arial"/>
                </a:endParaRPr>
              </a:p>
            </p:txBody>
          </p:sp>
          <p:sp>
            <p:nvSpPr>
              <p:cNvPr id="494" name="Google Shape;456;p29"/>
              <p:cNvSpPr/>
              <p:nvPr/>
            </p:nvSpPr>
            <p:spPr>
              <a:xfrm>
                <a:off x="9701280" y="5127120"/>
                <a:ext cx="1022760" cy="248760"/>
              </a:xfrm>
              <a:prstGeom prst="roundRect">
                <a:avLst>
                  <a:gd name="adj" fmla="val 16667"/>
                </a:avLst>
              </a:prstGeom>
              <a:solidFill>
                <a:srgbClr val="efefef"/>
              </a:solidFill>
              <a:ln w="9525">
                <a:solidFill>
                  <a:srgbClr val="d9d9d9"/>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cccccc"/>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495" name="Google Shape;457;p29"/>
          <p:cNvGrpSpPr/>
          <p:nvPr/>
        </p:nvGrpSpPr>
        <p:grpSpPr>
          <a:xfrm>
            <a:off x="8520840" y="1502280"/>
            <a:ext cx="2348640" cy="1370520"/>
            <a:chOff x="8520840" y="1502280"/>
            <a:chExt cx="2348640" cy="1370520"/>
          </a:xfrm>
        </p:grpSpPr>
        <p:grpSp>
          <p:nvGrpSpPr>
            <p:cNvPr id="496" name="Google Shape;458;p29"/>
            <p:cNvGrpSpPr/>
            <p:nvPr/>
          </p:nvGrpSpPr>
          <p:grpSpPr>
            <a:xfrm>
              <a:off x="8520840" y="1502280"/>
              <a:ext cx="2348640" cy="1370520"/>
              <a:chOff x="8520840" y="1502280"/>
              <a:chExt cx="2348640" cy="1370520"/>
            </a:xfrm>
          </p:grpSpPr>
          <p:sp>
            <p:nvSpPr>
              <p:cNvPr id="497" name="Google Shape;459;p29"/>
              <p:cNvSpPr/>
              <p:nvPr/>
            </p:nvSpPr>
            <p:spPr>
              <a:xfrm>
                <a:off x="8597160" y="158292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498" name="Google Shape;460;p29"/>
              <p:cNvGrpSpPr/>
              <p:nvPr/>
            </p:nvGrpSpPr>
            <p:grpSpPr>
              <a:xfrm>
                <a:off x="8520840" y="1502280"/>
                <a:ext cx="2272320" cy="1289880"/>
                <a:chOff x="8520840" y="1502280"/>
                <a:chExt cx="2272320" cy="1289880"/>
              </a:xfrm>
            </p:grpSpPr>
            <p:sp>
              <p:nvSpPr>
                <p:cNvPr id="499" name="Google Shape;461;p29"/>
                <p:cNvSpPr/>
                <p:nvPr/>
              </p:nvSpPr>
              <p:spPr>
                <a:xfrm>
                  <a:off x="8520840" y="15022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500" name="Google Shape;462;p29"/>
                <p:cNvSpPr/>
                <p:nvPr/>
              </p:nvSpPr>
              <p:spPr>
                <a:xfrm>
                  <a:off x="8690040" y="16243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01" name="Google Shape;463;p29"/>
                <p:cNvSpPr/>
                <p:nvPr/>
              </p:nvSpPr>
              <p:spPr>
                <a:xfrm>
                  <a:off x="858996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502" name="Google Shape;464;p29"/>
                <p:cNvSpPr/>
                <p:nvPr/>
              </p:nvSpPr>
              <p:spPr>
                <a:xfrm>
                  <a:off x="970128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503" name="Google Shape;465;p29"/>
            <p:cNvSpPr/>
            <p:nvPr/>
          </p:nvSpPr>
          <p:spPr>
            <a:xfrm>
              <a:off x="9147240" y="162432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pic>
        <p:nvPicPr>
          <p:cNvPr id="504" name="Google Shape;466;p29" descr=""/>
          <p:cNvPicPr/>
          <p:nvPr/>
        </p:nvPicPr>
        <p:blipFill>
          <a:blip r:embed="rId1"/>
          <a:stretch/>
        </p:blipFill>
        <p:spPr>
          <a:xfrm>
            <a:off x="378000" y="3254040"/>
            <a:ext cx="1166040" cy="1166040"/>
          </a:xfrm>
          <a:prstGeom prst="rect">
            <a:avLst/>
          </a:prstGeom>
          <a:noFill/>
          <a:ln w="0">
            <a:noFill/>
          </a:ln>
        </p:spPr>
      </p:pic>
      <p:grpSp>
        <p:nvGrpSpPr>
          <p:cNvPr id="505" name="Google Shape;467;p29"/>
          <p:cNvGrpSpPr/>
          <p:nvPr/>
        </p:nvGrpSpPr>
        <p:grpSpPr>
          <a:xfrm>
            <a:off x="3322800" y="3087360"/>
            <a:ext cx="2246760" cy="1370520"/>
            <a:chOff x="3322800" y="3087360"/>
            <a:chExt cx="2246760" cy="1370520"/>
          </a:xfrm>
        </p:grpSpPr>
        <p:sp>
          <p:nvSpPr>
            <p:cNvPr id="506" name="Google Shape;468;p29"/>
            <p:cNvSpPr/>
            <p:nvPr/>
          </p:nvSpPr>
          <p:spPr>
            <a:xfrm>
              <a:off x="3445560" y="3195360"/>
              <a:ext cx="2124000" cy="126252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07" name="Google Shape;469;p29"/>
            <p:cNvSpPr/>
            <p:nvPr/>
          </p:nvSpPr>
          <p:spPr>
            <a:xfrm>
              <a:off x="3322800" y="3087360"/>
              <a:ext cx="2124000" cy="126252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grpSp>
      <p:grpSp>
        <p:nvGrpSpPr>
          <p:cNvPr id="508" name="Google Shape;470;p29"/>
          <p:cNvGrpSpPr/>
          <p:nvPr/>
        </p:nvGrpSpPr>
        <p:grpSpPr>
          <a:xfrm>
            <a:off x="5830200" y="1739160"/>
            <a:ext cx="1351440" cy="1539360"/>
            <a:chOff x="5830200" y="1739160"/>
            <a:chExt cx="1351440" cy="1539360"/>
          </a:xfrm>
        </p:grpSpPr>
        <p:grpSp>
          <p:nvGrpSpPr>
            <p:cNvPr id="509" name="Google Shape;471;p29"/>
            <p:cNvGrpSpPr/>
            <p:nvPr/>
          </p:nvGrpSpPr>
          <p:grpSpPr>
            <a:xfrm>
              <a:off x="5830200" y="1739160"/>
              <a:ext cx="1351440" cy="1539360"/>
              <a:chOff x="5830200" y="1739160"/>
              <a:chExt cx="1351440" cy="1539360"/>
            </a:xfrm>
          </p:grpSpPr>
          <p:sp>
            <p:nvSpPr>
              <p:cNvPr id="510" name="Google Shape;472;p29"/>
              <p:cNvSpPr/>
              <p:nvPr/>
            </p:nvSpPr>
            <p:spPr>
              <a:xfrm>
                <a:off x="5906160" y="1815120"/>
                <a:ext cx="1275480" cy="1463400"/>
              </a:xfrm>
              <a:prstGeom prst="wedgeRoundRectCallout">
                <a:avLst>
                  <a:gd name="adj1" fmla="val -40997"/>
                  <a:gd name="adj2" fmla="val 74630"/>
                  <a:gd name="adj3" fmla="val 0"/>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11" name="Google Shape;473;p29"/>
              <p:cNvSpPr/>
              <p:nvPr/>
            </p:nvSpPr>
            <p:spPr>
              <a:xfrm>
                <a:off x="5830200" y="1739160"/>
                <a:ext cx="1275480" cy="1463400"/>
              </a:xfrm>
              <a:prstGeom prst="wedgeRoundRectCallout">
                <a:avLst>
                  <a:gd name="adj1" fmla="val -40997"/>
                  <a:gd name="adj2" fmla="val 74630"/>
                  <a:gd name="adj3" fmla="val 0"/>
                </a:avLst>
              </a:prstGeom>
              <a:solidFill>
                <a:srgbClr val="ffffff"/>
              </a:solidFill>
              <a:ln w="38100">
                <a:solidFill>
                  <a:srgbClr val="000000"/>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sp>
          <p:nvSpPr>
            <p:cNvPr id="512" name="Google Shape;474;p29"/>
            <p:cNvSpPr/>
            <p:nvPr/>
          </p:nvSpPr>
          <p:spPr>
            <a:xfrm>
              <a:off x="6007320" y="193104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13" name="Google Shape;475;p29"/>
            <p:cNvSpPr/>
            <p:nvPr/>
          </p:nvSpPr>
          <p:spPr>
            <a:xfrm>
              <a:off x="6540480" y="193104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14" name="Google Shape;476;p29"/>
            <p:cNvSpPr/>
            <p:nvPr/>
          </p:nvSpPr>
          <p:spPr>
            <a:xfrm>
              <a:off x="6007320" y="246456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15" name="Google Shape;477;p29"/>
            <p:cNvSpPr/>
            <p:nvPr/>
          </p:nvSpPr>
          <p:spPr>
            <a:xfrm>
              <a:off x="6540480" y="246456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516" name="Google Shape;478;p29"/>
          <p:cNvSpPr/>
          <p:nvPr/>
        </p:nvSpPr>
        <p:spPr>
          <a:xfrm>
            <a:off x="7182720" y="1739160"/>
            <a:ext cx="788400" cy="14238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6000" strike="noStrike" u="none">
                <a:solidFill>
                  <a:srgbClr val="000000"/>
                </a:solidFill>
                <a:effectLst/>
                <a:uFillTx/>
                <a:latin typeface="Helvetica Neue"/>
                <a:ea typeface="Helvetica Neue"/>
              </a:rPr>
              <a:t>?</a:t>
            </a:r>
            <a:endParaRPr b="0" lang="en-US" sz="6000" strike="noStrike" u="none">
              <a:solidFill>
                <a:srgbClr val="000000"/>
              </a:solidFill>
              <a:effectLst/>
              <a:uFillTx/>
              <a:latin typeface="Arial"/>
            </a:endParaRPr>
          </a:p>
        </p:txBody>
      </p:sp>
      <p:sp>
        <p:nvSpPr>
          <p:cNvPr id="517" name="Google Shape;479;p29"/>
          <p:cNvSpPr/>
          <p:nvPr/>
        </p:nvSpPr>
        <p:spPr>
          <a:xfrm>
            <a:off x="8697960" y="314388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nvGrpSpPr>
          <p:cNvPr id="518" name="Google Shape;480;p29"/>
          <p:cNvGrpSpPr/>
          <p:nvPr/>
        </p:nvGrpSpPr>
        <p:grpSpPr>
          <a:xfrm>
            <a:off x="6464880" y="2391120"/>
            <a:ext cx="540360" cy="490680"/>
            <a:chOff x="6464880" y="2391120"/>
            <a:chExt cx="540360" cy="490680"/>
          </a:xfrm>
        </p:grpSpPr>
        <p:sp>
          <p:nvSpPr>
            <p:cNvPr id="519" name="Google Shape;481;p29"/>
            <p:cNvSpPr/>
            <p:nvPr/>
          </p:nvSpPr>
          <p:spPr>
            <a:xfrm>
              <a:off x="6464880" y="2391120"/>
              <a:ext cx="540360" cy="490680"/>
            </a:xfrm>
            <a:prstGeom prst="snip1Rect">
              <a:avLst>
                <a:gd name="adj" fmla="val 16667"/>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0" name="Google Shape;482;p29"/>
            <p:cNvSpPr/>
            <p:nvPr/>
          </p:nvSpPr>
          <p:spPr>
            <a:xfrm>
              <a:off x="6541200" y="24674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521" name="Google Shape;484;p29"/>
          <p:cNvSpPr/>
          <p:nvPr/>
        </p:nvSpPr>
        <p:spPr>
          <a:xfrm>
            <a:off x="8520840" y="4515840"/>
            <a:ext cx="2272320" cy="1289880"/>
          </a:xfrm>
          <a:prstGeom prst="roundRect">
            <a:avLst>
              <a:gd name="adj" fmla="val 16667"/>
            </a:avLst>
          </a:prstGeom>
          <a:solidFill>
            <a:srgbClr val="990000">
              <a:alpha val="32000"/>
            </a:srgbClr>
          </a:solidFill>
          <a:ln w="28575">
            <a:solidFill>
              <a:srgbClr val="dd7e6b"/>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ffffff"/>
              </a:solidFill>
              <a:effectLst/>
              <a:uFillTx/>
              <a:latin typeface="Arial"/>
            </a:endParaRPr>
          </a:p>
          <a:p>
            <a:pPr algn="ctr">
              <a:lnSpc>
                <a:spcPct val="100000"/>
              </a:lnSpc>
              <a:tabLst>
                <a:tab algn="l" pos="0"/>
              </a:tabLst>
            </a:pPr>
            <a:r>
              <a:rPr b="1" lang="en-US" sz="1400" strike="noStrike" u="none">
                <a:solidFill>
                  <a:srgbClr val="dd7e6b"/>
                </a:solidFill>
                <a:effectLst/>
                <a:uFillTx/>
                <a:latin typeface="Arial"/>
                <a:ea typeface="Arial"/>
              </a:rPr>
              <a:t>Node</a:t>
            </a:r>
            <a:endParaRPr b="0" lang="en-US" sz="1400" strike="noStrike" u="none">
              <a:solidFill>
                <a:srgbClr val="ffffff"/>
              </a:solidFill>
              <a:effectLst/>
              <a:uFillTx/>
              <a:latin typeface="Arial"/>
            </a:endParaRPr>
          </a:p>
        </p:txBody>
      </p:sp>
      <p:sp>
        <p:nvSpPr>
          <p:cNvPr id="522" name="Google Shape;485;p29"/>
          <p:cNvSpPr/>
          <p:nvPr/>
        </p:nvSpPr>
        <p:spPr>
          <a:xfrm>
            <a:off x="8690040" y="4637880"/>
            <a:ext cx="374760" cy="349200"/>
          </a:xfrm>
          <a:prstGeom prst="snip1Rect">
            <a:avLst>
              <a:gd name="adj" fmla="val 16667"/>
            </a:avLst>
          </a:prstGeom>
          <a:noFill/>
          <a:ln w="9525">
            <a:solidFill>
              <a:srgbClr val="dd7e6b"/>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dd7e6b"/>
                </a:solidFill>
                <a:effectLst/>
                <a:uFillTx/>
                <a:latin typeface="Arial"/>
                <a:ea typeface="Arial"/>
              </a:rPr>
              <a:t>App</a:t>
            </a:r>
            <a:endParaRPr b="0" lang="en-US" sz="600" strike="noStrike" u="none">
              <a:solidFill>
                <a:srgbClr val="000000"/>
              </a:solidFill>
              <a:effectLst/>
              <a:uFillTx/>
              <a:latin typeface="Arial"/>
            </a:endParaRPr>
          </a:p>
        </p:txBody>
      </p:sp>
      <p:sp>
        <p:nvSpPr>
          <p:cNvPr id="523" name="Google Shape;486;p29"/>
          <p:cNvSpPr/>
          <p:nvPr/>
        </p:nvSpPr>
        <p:spPr>
          <a:xfrm>
            <a:off x="8589960" y="5127120"/>
            <a:ext cx="1022760" cy="248760"/>
          </a:xfrm>
          <a:prstGeom prst="roundRect">
            <a:avLst>
              <a:gd name="adj" fmla="val 16667"/>
            </a:avLst>
          </a:prstGeom>
          <a:noFill/>
          <a:ln w="9525">
            <a:solidFill>
              <a:srgbClr val="dd7e6b"/>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dd7e6b"/>
                </a:solidFill>
                <a:effectLst/>
                <a:uFillTx/>
                <a:latin typeface="Arial"/>
                <a:ea typeface="Arial"/>
              </a:rPr>
              <a:t>Kubelet</a:t>
            </a:r>
            <a:endParaRPr b="0" lang="en-US" sz="1400" strike="noStrike" u="none">
              <a:solidFill>
                <a:srgbClr val="000000"/>
              </a:solidFill>
              <a:effectLst/>
              <a:uFillTx/>
              <a:latin typeface="Arial"/>
            </a:endParaRPr>
          </a:p>
        </p:txBody>
      </p:sp>
      <p:sp>
        <p:nvSpPr>
          <p:cNvPr id="524" name="Google Shape;487;p29"/>
          <p:cNvSpPr/>
          <p:nvPr/>
        </p:nvSpPr>
        <p:spPr>
          <a:xfrm>
            <a:off x="9701280" y="5127120"/>
            <a:ext cx="1022760" cy="248760"/>
          </a:xfrm>
          <a:prstGeom prst="roundRect">
            <a:avLst>
              <a:gd name="adj" fmla="val 16667"/>
            </a:avLst>
          </a:prstGeom>
          <a:noFill/>
          <a:ln w="9525">
            <a:solidFill>
              <a:srgbClr val="dd7e6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25" name="Google Shape;488;p29"/>
          <p:cNvGrpSpPr/>
          <p:nvPr/>
        </p:nvGrpSpPr>
        <p:grpSpPr>
          <a:xfrm>
            <a:off x="9067320" y="3073320"/>
            <a:ext cx="540360" cy="490680"/>
            <a:chOff x="9067320" y="3073320"/>
            <a:chExt cx="540360" cy="490680"/>
          </a:xfrm>
        </p:grpSpPr>
        <p:sp>
          <p:nvSpPr>
            <p:cNvPr id="526" name="Google Shape;489;p29"/>
            <p:cNvSpPr/>
            <p:nvPr/>
          </p:nvSpPr>
          <p:spPr>
            <a:xfrm>
              <a:off x="9067320" y="3073320"/>
              <a:ext cx="540360" cy="490680"/>
            </a:xfrm>
            <a:prstGeom prst="snip1Rect">
              <a:avLst>
                <a:gd name="adj" fmla="val 16667"/>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27" name="Google Shape;490;p29"/>
            <p:cNvSpPr/>
            <p:nvPr/>
          </p:nvSpPr>
          <p:spPr>
            <a:xfrm>
              <a:off x="9143640" y="314928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23" dur="indefinite" restart="never" nodeType="tmRoot">
          <p:childTnLst>
            <p:seq>
              <p:cTn id="24" dur="indefinite" nodeType="mainSeq">
                <p:childTnLst>
                  <p:par>
                    <p:cTn id="25" fill="hold">
                      <p:stCondLst>
                        <p:cond delay="indefinite"/>
                      </p:stCondLst>
                      <p:childTnLst>
                        <p:par>
                          <p:cTn id="26" fill="hold">
                            <p:stCondLst>
                              <p:cond delay="0"/>
                            </p:stCondLst>
                            <p:childTnLst>
                              <p:par>
                                <p:cTn id="27" nodeType="clickEffect" fill="hold" presetClass="entr" presetID="10">
                                  <p:stCondLst>
                                    <p:cond delay="0"/>
                                  </p:stCondLst>
                                  <p:childTnLst>
                                    <p:set>
                                      <p:cBhvr>
                                        <p:cTn id="28" dur="1" fill="hold">
                                          <p:stCondLst>
                                            <p:cond delay="0"/>
                                          </p:stCondLst>
                                        </p:cTn>
                                        <p:tgtEl>
                                          <p:spTgt spid="508"/>
                                        </p:tgtEl>
                                        <p:attrNameLst>
                                          <p:attrName>style.visibility</p:attrName>
                                        </p:attrNameLst>
                                      </p:cBhvr>
                                      <p:to>
                                        <p:strVal val="visible"/>
                                      </p:to>
                                    </p:set>
                                    <p:animEffect filter="fade" transition="in">
                                      <p:cBhvr additive="repl">
                                        <p:cTn id="29" dur="1000"/>
                                        <p:tgtEl>
                                          <p:spTgt spid="508"/>
                                        </p:tgtEl>
                                      </p:cBhvr>
                                    </p:animEffect>
                                  </p:childTnLst>
                                </p:cTn>
                              </p:par>
                              <p:par>
                                <p:cTn id="30" nodeType="withEffect" fill="hold" presetClass="entr" presetID="10">
                                  <p:stCondLst>
                                    <p:cond delay="0"/>
                                  </p:stCondLst>
                                  <p:childTnLst>
                                    <p:set>
                                      <p:cBhvr>
                                        <p:cTn id="31" dur="1" fill="hold">
                                          <p:stCondLst>
                                            <p:cond delay="0"/>
                                          </p:stCondLst>
                                        </p:cTn>
                                        <p:tgtEl>
                                          <p:spTgt spid="516"/>
                                        </p:tgtEl>
                                        <p:attrNameLst>
                                          <p:attrName>style.visibility</p:attrName>
                                        </p:attrNameLst>
                                      </p:cBhvr>
                                      <p:to>
                                        <p:strVal val="visible"/>
                                      </p:to>
                                    </p:set>
                                    <p:animEffect filter="fade" transition="in">
                                      <p:cBhvr additive="repl">
                                        <p:cTn id="32" dur="1000"/>
                                        <p:tgtEl>
                                          <p:spTgt spid="516"/>
                                        </p:tgtEl>
                                      </p:cBhvr>
                                    </p:animEffect>
                                  </p:childTnLst>
                                </p:cTn>
                              </p:par>
                            </p:childTnLst>
                          </p:cTn>
                        </p:par>
                      </p:childTnLst>
                    </p:cTn>
                  </p:par>
                  <p:par>
                    <p:cTn id="33" fill="hold">
                      <p:stCondLst>
                        <p:cond delay="indefinite"/>
                      </p:stCondLst>
                      <p:childTnLst>
                        <p:par>
                          <p:cTn id="34" fill="hold">
                            <p:stCondLst>
                              <p:cond delay="0"/>
                            </p:stCondLst>
                            <p:childTnLst>
                              <p:par>
                                <p:cTn id="35" nodeType="clickEffect" fill="hold" presetClass="exit" presetID="10">
                                  <p:stCondLst>
                                    <p:cond delay="0"/>
                                  </p:stCondLst>
                                  <p:childTnLst>
                                    <p:animEffect filter="fade" transition="out">
                                      <p:cBhvr additive="repl">
                                        <p:cTn id="36" dur="1000"/>
                                        <p:tgtEl>
                                          <p:spTgt spid="516"/>
                                        </p:tgtEl>
                                      </p:cBhvr>
                                    </p:animEffect>
                                    <p:set>
                                      <p:cBhvr>
                                        <p:cTn id="37" dur="1" fill="hold">
                                          <p:stCondLst>
                                            <p:cond delay="1000"/>
                                          </p:stCondLst>
                                        </p:cTn>
                                        <p:tgtEl>
                                          <p:spTgt spid="516"/>
                                        </p:tgtEl>
                                        <p:attrNameLst>
                                          <p:attrName>style.visibility</p:attrName>
                                        </p:attrNameLst>
                                      </p:cBhvr>
                                      <p:to>
                                        <p:strVal val="hidden"/>
                                      </p:to>
                                    </p:set>
                                  </p:childTnLst>
                                </p:cTn>
                              </p:par>
                            </p:childTnLst>
                          </p:cTn>
                        </p:par>
                        <p:par>
                          <p:cTn id="38" fill="hold">
                            <p:stCondLst>
                              <p:cond delay="1000"/>
                            </p:stCondLst>
                            <p:childTnLst>
                              <p:par>
                                <p:cTn id="39" nodeType="afterEffect" fill="hold" presetClass="entr" presetID="10">
                                  <p:stCondLst>
                                    <p:cond delay="0"/>
                                  </p:stCondLst>
                                  <p:childTnLst>
                                    <p:set>
                                      <p:cBhvr>
                                        <p:cTn id="40" dur="1" fill="hold">
                                          <p:stCondLst>
                                            <p:cond delay="0"/>
                                          </p:stCondLst>
                                        </p:cTn>
                                        <p:tgtEl>
                                          <p:spTgt spid="518"/>
                                        </p:tgtEl>
                                        <p:attrNameLst>
                                          <p:attrName>style.visibility</p:attrName>
                                        </p:attrNameLst>
                                      </p:cBhvr>
                                      <p:to>
                                        <p:strVal val="visible"/>
                                      </p:to>
                                    </p:set>
                                    <p:animEffect filter="fade" transition="in">
                                      <p:cBhvr additive="repl">
                                        <p:cTn id="41" dur="1000"/>
                                        <p:tgtEl>
                                          <p:spTgt spid="518"/>
                                        </p:tgtEl>
                                      </p:cBhvr>
                                    </p:animEffect>
                                  </p:childTnLst>
                                </p:cTn>
                              </p:par>
                              <p:par>
                                <p:cTn id="42" nodeType="withEffect" fill="hold" presetClass="entr" presetID="10">
                                  <p:stCondLst>
                                    <p:cond delay="0"/>
                                  </p:stCondLst>
                                  <p:childTnLst>
                                    <p:set>
                                      <p:cBhvr>
                                        <p:cTn id="43" dur="1" fill="hold">
                                          <p:stCondLst>
                                            <p:cond delay="0"/>
                                          </p:stCondLst>
                                        </p:cTn>
                                        <p:tgtEl>
                                          <p:spTgt spid="525"/>
                                        </p:tgtEl>
                                        <p:attrNameLst>
                                          <p:attrName>style.visibility</p:attrName>
                                        </p:attrNameLst>
                                      </p:cBhvr>
                                      <p:to>
                                        <p:strVal val="visible"/>
                                      </p:to>
                                    </p:set>
                                    <p:animEffect filter="fade" transition="in">
                                      <p:cBhvr additive="repl">
                                        <p:cTn id="44" dur="10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Kubernetes Objects</a:t>
            </a:r>
            <a:endParaRPr b="0" lang="en-US" sz="3200" strike="noStrike" u="none">
              <a:solidFill>
                <a:srgbClr val="000000"/>
              </a:solidFill>
              <a:effectLst/>
              <a:uFillTx/>
              <a:latin typeface="Arial"/>
            </a:endParaRPr>
          </a:p>
        </p:txBody>
      </p:sp>
      <p:sp>
        <p:nvSpPr>
          <p:cNvPr id="529" name="PlaceHolder 2"/>
          <p:cNvSpPr>
            <a:spLocks noGrp="1"/>
          </p:cNvSpPr>
          <p:nvPr>
            <p:ph type="sldNum" idx="53"/>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093EF9F2-F884-4F76-A80C-E7662594D0B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30" name="Google Shape;498;p30"/>
          <p:cNvSpPr/>
          <p:nvPr/>
        </p:nvSpPr>
        <p:spPr>
          <a:xfrm>
            <a:off x="173160" y="4177800"/>
            <a:ext cx="3920040" cy="723600"/>
          </a:xfrm>
          <a:prstGeom prst="rect">
            <a:avLst/>
          </a:prstGeom>
          <a:no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0" lang="en-US" sz="1800" strike="noStrike" u="none">
                <a:solidFill>
                  <a:srgbClr val="000000"/>
                </a:solidFill>
                <a:effectLst/>
                <a:uFillTx/>
                <a:latin typeface="Consolas"/>
                <a:ea typeface="Consolas"/>
              </a:rPr>
              <a:t>kubectl create -f object.yaml</a:t>
            </a:r>
            <a:endParaRPr b="0" lang="en-US" sz="1800" strike="noStrike" u="none">
              <a:solidFill>
                <a:srgbClr val="000000"/>
              </a:solidFill>
              <a:effectLst/>
              <a:uFillTx/>
              <a:latin typeface="Arial"/>
            </a:endParaRPr>
          </a:p>
        </p:txBody>
      </p:sp>
      <p:grpSp>
        <p:nvGrpSpPr>
          <p:cNvPr id="531" name="Google Shape;499;p30"/>
          <p:cNvGrpSpPr/>
          <p:nvPr/>
        </p:nvGrpSpPr>
        <p:grpSpPr>
          <a:xfrm>
            <a:off x="4659120" y="2088360"/>
            <a:ext cx="2242800" cy="3139560"/>
            <a:chOff x="4659120" y="2088360"/>
            <a:chExt cx="2242800" cy="3139560"/>
          </a:xfrm>
        </p:grpSpPr>
        <p:sp>
          <p:nvSpPr>
            <p:cNvPr id="532" name="Google Shape;500;p30"/>
            <p:cNvSpPr/>
            <p:nvPr/>
          </p:nvSpPr>
          <p:spPr>
            <a:xfrm>
              <a:off x="4735080" y="2164680"/>
              <a:ext cx="2166840" cy="306324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533" name="Google Shape;501;p30"/>
            <p:cNvGrpSpPr/>
            <p:nvPr/>
          </p:nvGrpSpPr>
          <p:grpSpPr>
            <a:xfrm>
              <a:off x="4659120" y="2088360"/>
              <a:ext cx="2166840" cy="3063240"/>
              <a:chOff x="4659120" y="2088360"/>
              <a:chExt cx="2166840" cy="3063240"/>
            </a:xfrm>
          </p:grpSpPr>
          <p:grpSp>
            <p:nvGrpSpPr>
              <p:cNvPr id="534" name="Google Shape;502;p30"/>
              <p:cNvGrpSpPr/>
              <p:nvPr/>
            </p:nvGrpSpPr>
            <p:grpSpPr>
              <a:xfrm>
                <a:off x="4659120" y="2088360"/>
                <a:ext cx="2166840" cy="3063240"/>
                <a:chOff x="4659120" y="2088360"/>
                <a:chExt cx="2166840" cy="3063240"/>
              </a:xfrm>
            </p:grpSpPr>
            <p:sp>
              <p:nvSpPr>
                <p:cNvPr id="535" name="Google Shape;503;p30"/>
                <p:cNvSpPr/>
                <p:nvPr/>
              </p:nvSpPr>
              <p:spPr>
                <a:xfrm>
                  <a:off x="4659120" y="2088360"/>
                  <a:ext cx="2166840" cy="3063240"/>
                </a:xfrm>
                <a:prstGeom prst="roundRect">
                  <a:avLst>
                    <a:gd name="adj" fmla="val 16667"/>
                  </a:avLst>
                </a:prstGeom>
                <a:solidFill>
                  <a:srgbClr val="cccccc"/>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r>
                    <a:rPr b="1" lang="en-US" sz="1400" strike="noStrike" u="none">
                      <a:solidFill>
                        <a:srgbClr val="000000"/>
                      </a:solidFill>
                      <a:effectLst/>
                      <a:uFillTx/>
                      <a:latin typeface="Arial"/>
                      <a:ea typeface="Arial"/>
                    </a:rPr>
                    <a:t>Master</a:t>
                  </a:r>
                  <a:endParaRPr b="0" lang="en-US" sz="1400" strike="noStrike" u="none">
                    <a:solidFill>
                      <a:srgbClr val="000000"/>
                    </a:solidFill>
                    <a:effectLst/>
                    <a:uFillTx/>
                    <a:latin typeface="Arial"/>
                  </a:endParaRPr>
                </a:p>
              </p:txBody>
            </p:sp>
            <p:sp>
              <p:nvSpPr>
                <p:cNvPr id="536" name="Google Shape;504;p30"/>
                <p:cNvSpPr/>
                <p:nvPr/>
              </p:nvSpPr>
              <p:spPr>
                <a:xfrm>
                  <a:off x="5062680" y="231624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API</a:t>
                  </a:r>
                  <a:endParaRPr b="0" lang="en-US" sz="1400" strike="noStrike" u="none">
                    <a:solidFill>
                      <a:srgbClr val="000000"/>
                    </a:solidFill>
                    <a:effectLst/>
                    <a:uFillTx/>
                    <a:latin typeface="Arial"/>
                  </a:endParaRPr>
                </a:p>
              </p:txBody>
            </p:sp>
            <p:sp>
              <p:nvSpPr>
                <p:cNvPr id="537" name="Google Shape;505;p30"/>
                <p:cNvSpPr/>
                <p:nvPr/>
              </p:nvSpPr>
              <p:spPr>
                <a:xfrm>
                  <a:off x="5062680" y="272916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Scheduler</a:t>
                  </a:r>
                  <a:endParaRPr b="0" lang="en-US" sz="1400" strike="noStrike" u="none">
                    <a:solidFill>
                      <a:srgbClr val="000000"/>
                    </a:solidFill>
                    <a:effectLst/>
                    <a:uFillTx/>
                    <a:latin typeface="Arial"/>
                  </a:endParaRPr>
                </a:p>
              </p:txBody>
            </p:sp>
            <p:sp>
              <p:nvSpPr>
                <p:cNvPr id="538" name="Google Shape;506;p30"/>
                <p:cNvSpPr/>
                <p:nvPr/>
              </p:nvSpPr>
              <p:spPr>
                <a:xfrm>
                  <a:off x="5062680" y="3508560"/>
                  <a:ext cx="1339200" cy="325440"/>
                </a:xfrm>
                <a:prstGeom prst="flowChartMagneticDisk">
                  <a:avLst/>
                </a:prstGeom>
                <a:solidFill>
                  <a:srgbClr val="86a6d2">
                    <a:alpha val="72000"/>
                  </a:srgbClr>
                </a:solidFill>
                <a:ln w="9525">
                  <a:solidFill>
                    <a:srgbClr val="44546a"/>
                  </a:solidFill>
                  <a:round/>
                </a:ln>
              </p:spPr>
              <p:style>
                <a:lnRef idx="0"/>
                <a:fillRef idx="0"/>
                <a:effectRef idx="0"/>
                <a:fontRef idx="minor"/>
              </p:style>
              <p:txBody>
                <a:bodyPr lIns="90000" rIns="90000" tIns="81360" bIns="81360" anchor="ctr">
                  <a:noAutofit/>
                </a:bodyPr>
                <a:p>
                  <a:pPr algn="ctr">
                    <a:lnSpc>
                      <a:spcPct val="100000"/>
                    </a:lnSpc>
                    <a:tabLst>
                      <a:tab algn="l" pos="0"/>
                    </a:tabLst>
                  </a:pPr>
                  <a:r>
                    <a:rPr b="1" lang="en-US" sz="1400" strike="noStrike" u="none">
                      <a:solidFill>
                        <a:srgbClr val="000000"/>
                      </a:solidFill>
                      <a:effectLst/>
                      <a:uFillTx/>
                      <a:latin typeface="Arial"/>
                      <a:ea typeface="Arial"/>
                    </a:rPr>
                    <a:t>Etcd</a:t>
                  </a:r>
                  <a:endParaRPr b="0" lang="en-US" sz="1400" strike="noStrike" u="none">
                    <a:solidFill>
                      <a:srgbClr val="000000"/>
                    </a:solidFill>
                    <a:effectLst/>
                    <a:uFillTx/>
                    <a:latin typeface="Arial"/>
                  </a:endParaRPr>
                </a:p>
              </p:txBody>
            </p:sp>
            <p:sp>
              <p:nvSpPr>
                <p:cNvPr id="539" name="Google Shape;507;p30"/>
                <p:cNvSpPr/>
                <p:nvPr/>
              </p:nvSpPr>
              <p:spPr>
                <a:xfrm>
                  <a:off x="5062680" y="3118680"/>
                  <a:ext cx="133920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Controllers</a:t>
                  </a:r>
                  <a:endParaRPr b="0" lang="en-US" sz="1400" strike="noStrike" u="none">
                    <a:solidFill>
                      <a:srgbClr val="000000"/>
                    </a:solidFill>
                    <a:effectLst/>
                    <a:uFillTx/>
                    <a:latin typeface="Arial"/>
                  </a:endParaRPr>
                </a:p>
              </p:txBody>
            </p:sp>
          </p:grpSp>
          <p:sp>
            <p:nvSpPr>
              <p:cNvPr id="540" name="Google Shape;508;p30"/>
              <p:cNvSpPr/>
              <p:nvPr/>
            </p:nvSpPr>
            <p:spPr>
              <a:xfrm>
                <a:off x="472500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541" name="Google Shape;509;p30"/>
              <p:cNvSpPr/>
              <p:nvPr/>
            </p:nvSpPr>
            <p:spPr>
              <a:xfrm>
                <a:off x="5784480" y="4287600"/>
                <a:ext cx="975240" cy="293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32840" bIns="13284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542" name="Google Shape;510;p30"/>
          <p:cNvGrpSpPr/>
          <p:nvPr/>
        </p:nvGrpSpPr>
        <p:grpSpPr>
          <a:xfrm>
            <a:off x="8673120" y="3008880"/>
            <a:ext cx="2348640" cy="1370880"/>
            <a:chOff x="8673120" y="3008880"/>
            <a:chExt cx="2348640" cy="1370880"/>
          </a:xfrm>
        </p:grpSpPr>
        <p:sp>
          <p:nvSpPr>
            <p:cNvPr id="543" name="Google Shape;511;p30"/>
            <p:cNvSpPr/>
            <p:nvPr/>
          </p:nvSpPr>
          <p:spPr>
            <a:xfrm>
              <a:off x="8749440" y="30898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544" name="Google Shape;512;p30"/>
            <p:cNvGrpSpPr/>
            <p:nvPr/>
          </p:nvGrpSpPr>
          <p:grpSpPr>
            <a:xfrm>
              <a:off x="8673120" y="3008880"/>
              <a:ext cx="2272320" cy="1289880"/>
              <a:chOff x="8673120" y="3008880"/>
              <a:chExt cx="2272320" cy="1289880"/>
            </a:xfrm>
          </p:grpSpPr>
          <p:sp>
            <p:nvSpPr>
              <p:cNvPr id="545" name="Google Shape;513;p30"/>
              <p:cNvSpPr/>
              <p:nvPr/>
            </p:nvSpPr>
            <p:spPr>
              <a:xfrm>
                <a:off x="8673120" y="30088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546" name="Google Shape;514;p30"/>
              <p:cNvSpPr/>
              <p:nvPr/>
            </p:nvSpPr>
            <p:spPr>
              <a:xfrm>
                <a:off x="8842680" y="313128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47" name="Google Shape;515;p30"/>
              <p:cNvSpPr/>
              <p:nvPr/>
            </p:nvSpPr>
            <p:spPr>
              <a:xfrm>
                <a:off x="874260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548" name="Google Shape;516;p30"/>
              <p:cNvSpPr/>
              <p:nvPr/>
            </p:nvSpPr>
            <p:spPr>
              <a:xfrm>
                <a:off x="9853560" y="36205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549" name="Google Shape;517;p30"/>
          <p:cNvGrpSpPr/>
          <p:nvPr/>
        </p:nvGrpSpPr>
        <p:grpSpPr>
          <a:xfrm>
            <a:off x="8673120" y="4515840"/>
            <a:ext cx="2348640" cy="1370520"/>
            <a:chOff x="8673120" y="4515840"/>
            <a:chExt cx="2348640" cy="1370520"/>
          </a:xfrm>
        </p:grpSpPr>
        <p:sp>
          <p:nvSpPr>
            <p:cNvPr id="550" name="Google Shape;518;p30"/>
            <p:cNvSpPr/>
            <p:nvPr/>
          </p:nvSpPr>
          <p:spPr>
            <a:xfrm>
              <a:off x="8749440" y="45964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551" name="Google Shape;519;p30"/>
            <p:cNvGrpSpPr/>
            <p:nvPr/>
          </p:nvGrpSpPr>
          <p:grpSpPr>
            <a:xfrm>
              <a:off x="8673120" y="4515840"/>
              <a:ext cx="2272320" cy="1289880"/>
              <a:chOff x="8673120" y="4515840"/>
              <a:chExt cx="2272320" cy="1289880"/>
            </a:xfrm>
          </p:grpSpPr>
          <p:sp>
            <p:nvSpPr>
              <p:cNvPr id="552" name="Google Shape;520;p30"/>
              <p:cNvSpPr/>
              <p:nvPr/>
            </p:nvSpPr>
            <p:spPr>
              <a:xfrm>
                <a:off x="8673120" y="451584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553" name="Google Shape;521;p30"/>
              <p:cNvSpPr/>
              <p:nvPr/>
            </p:nvSpPr>
            <p:spPr>
              <a:xfrm>
                <a:off x="8842680" y="463788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54" name="Google Shape;522;p30"/>
              <p:cNvSpPr/>
              <p:nvPr/>
            </p:nvSpPr>
            <p:spPr>
              <a:xfrm>
                <a:off x="874260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555" name="Google Shape;523;p30"/>
              <p:cNvSpPr/>
              <p:nvPr/>
            </p:nvSpPr>
            <p:spPr>
              <a:xfrm>
                <a:off x="985356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grpSp>
        <p:nvGrpSpPr>
          <p:cNvPr id="556" name="Google Shape;524;p30"/>
          <p:cNvGrpSpPr/>
          <p:nvPr/>
        </p:nvGrpSpPr>
        <p:grpSpPr>
          <a:xfrm>
            <a:off x="8673120" y="1502280"/>
            <a:ext cx="2348640" cy="1370520"/>
            <a:chOff x="8673120" y="1502280"/>
            <a:chExt cx="2348640" cy="1370520"/>
          </a:xfrm>
        </p:grpSpPr>
        <p:grpSp>
          <p:nvGrpSpPr>
            <p:cNvPr id="557" name="Google Shape;525;p30"/>
            <p:cNvGrpSpPr/>
            <p:nvPr/>
          </p:nvGrpSpPr>
          <p:grpSpPr>
            <a:xfrm>
              <a:off x="8673120" y="1502280"/>
              <a:ext cx="2348640" cy="1370520"/>
              <a:chOff x="8673120" y="1502280"/>
              <a:chExt cx="2348640" cy="1370520"/>
            </a:xfrm>
          </p:grpSpPr>
          <p:sp>
            <p:nvSpPr>
              <p:cNvPr id="558" name="Google Shape;526;p30"/>
              <p:cNvSpPr/>
              <p:nvPr/>
            </p:nvSpPr>
            <p:spPr>
              <a:xfrm>
                <a:off x="8749440" y="158292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559" name="Google Shape;527;p30"/>
              <p:cNvGrpSpPr/>
              <p:nvPr/>
            </p:nvGrpSpPr>
            <p:grpSpPr>
              <a:xfrm>
                <a:off x="8673120" y="1502280"/>
                <a:ext cx="2272320" cy="1289880"/>
                <a:chOff x="8673120" y="1502280"/>
                <a:chExt cx="2272320" cy="1289880"/>
              </a:xfrm>
            </p:grpSpPr>
            <p:sp>
              <p:nvSpPr>
                <p:cNvPr id="560" name="Google Shape;528;p30"/>
                <p:cNvSpPr/>
                <p:nvPr/>
              </p:nvSpPr>
              <p:spPr>
                <a:xfrm>
                  <a:off x="8673120" y="15022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561" name="Google Shape;529;p30"/>
                <p:cNvSpPr/>
                <p:nvPr/>
              </p:nvSpPr>
              <p:spPr>
                <a:xfrm>
                  <a:off x="8842680" y="16243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562" name="Google Shape;530;p30"/>
                <p:cNvSpPr/>
                <p:nvPr/>
              </p:nvSpPr>
              <p:spPr>
                <a:xfrm>
                  <a:off x="874260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563" name="Google Shape;531;p30"/>
                <p:cNvSpPr/>
                <p:nvPr/>
              </p:nvSpPr>
              <p:spPr>
                <a:xfrm>
                  <a:off x="9853560" y="211356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Engine</a:t>
                  </a:r>
                  <a:endParaRPr b="0" lang="en-US" sz="1400" strike="noStrike" u="none">
                    <a:solidFill>
                      <a:srgbClr val="000000"/>
                    </a:solidFill>
                    <a:effectLst/>
                    <a:uFillTx/>
                    <a:latin typeface="Arial"/>
                  </a:endParaRPr>
                </a:p>
              </p:txBody>
            </p:sp>
          </p:grpSp>
        </p:grpSp>
        <p:sp>
          <p:nvSpPr>
            <p:cNvPr id="564" name="Google Shape;532;p30"/>
            <p:cNvSpPr/>
            <p:nvPr/>
          </p:nvSpPr>
          <p:spPr>
            <a:xfrm>
              <a:off x="9324360" y="16358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565" name="Google Shape;533;p30"/>
          <p:cNvSpPr/>
          <p:nvPr/>
        </p:nvSpPr>
        <p:spPr>
          <a:xfrm flipH="1" rot="10800000">
            <a:off x="2306880" y="2464560"/>
            <a:ext cx="2754360" cy="1144080"/>
          </a:xfrm>
          <a:custGeom>
            <a:avLst/>
            <a:gdLst>
              <a:gd name="textAreaLeft" fmla="*/ -360 w 2754360"/>
              <a:gd name="textAreaRight" fmla="*/ 2754360 w 2754360"/>
              <a:gd name="textAreaTop" fmla="*/ 0 h 1144080"/>
              <a:gd name="textAreaBottom" fmla="*/ 1144440 h 1144080"/>
            </a:gdLst>
            <a:ahLst/>
            <a:cxnLst/>
            <a:rect l="textAreaLeft" t="textAreaTop" r="textAreaRight" b="textAreaBottom"/>
            <a:pathLst>
              <a:path w="21600" h="21600">
                <a:moveTo>
                  <a:pt x="0" y="0"/>
                </a:moveTo>
                <a:lnTo>
                  <a:pt x="21600" y="21600"/>
                </a:lnTo>
              </a:path>
            </a:pathLst>
          </a:custGeom>
          <a:noFill/>
          <a:ln w="2857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566" name="Google Shape;534;p30" descr=""/>
          <p:cNvPicPr/>
          <p:nvPr/>
        </p:nvPicPr>
        <p:blipFill>
          <a:blip r:embed="rId1"/>
          <a:stretch/>
        </p:blipFill>
        <p:spPr>
          <a:xfrm>
            <a:off x="1140120" y="3025440"/>
            <a:ext cx="1166040" cy="1166040"/>
          </a:xfrm>
          <a:prstGeom prst="rect">
            <a:avLst/>
          </a:prstGeom>
          <a:noFill/>
          <a:ln w="0">
            <a:noFill/>
          </a:ln>
        </p:spPr>
      </p:pic>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7"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Pods</a:t>
            </a:r>
            <a:endParaRPr b="0" lang="en-US" sz="3200" strike="noStrike" u="none">
              <a:solidFill>
                <a:srgbClr val="000000"/>
              </a:solidFill>
              <a:effectLst/>
              <a:uFillTx/>
              <a:latin typeface="Arial"/>
            </a:endParaRPr>
          </a:p>
        </p:txBody>
      </p:sp>
      <p:sp>
        <p:nvSpPr>
          <p:cNvPr id="568" name="PlaceHolder 2"/>
          <p:cNvSpPr>
            <a:spLocks noGrp="1"/>
          </p:cNvSpPr>
          <p:nvPr>
            <p:ph type="sldNum" idx="54"/>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A7FAA2AB-895B-4A2B-8D0F-C0034F0C7000}"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69" name="Google Shape;542;p31"/>
          <p:cNvSpPr/>
          <p:nvPr/>
        </p:nvSpPr>
        <p:spPr>
          <a:xfrm>
            <a:off x="7562520" y="1649880"/>
            <a:ext cx="3335040" cy="1255320"/>
          </a:xfrm>
          <a:prstGeom prst="rect">
            <a:avLst/>
          </a:prstGeom>
          <a:noFill/>
          <a:ln w="0">
            <a:noFill/>
          </a:ln>
        </p:spPr>
        <p:style>
          <a:lnRef idx="0"/>
          <a:fillRef idx="0"/>
          <a:effectRef idx="0"/>
          <a:fontRef idx="minor"/>
        </p:style>
        <p:txBody>
          <a:bodyPr lIns="90000" rIns="90000" tIns="91440" bIns="91440" anchor="t">
            <a:noAutofit/>
          </a:bodyPr>
          <a:p>
            <a:pPr>
              <a:lnSpc>
                <a:spcPct val="100000"/>
              </a:lnSpc>
              <a:tabLst>
                <a:tab algn="l" pos="0"/>
              </a:tabLst>
            </a:pPr>
            <a:r>
              <a:rPr b="0" lang="en-US" sz="2400" strike="noStrike" u="none">
                <a:solidFill>
                  <a:srgbClr val="000000"/>
                </a:solidFill>
                <a:effectLst/>
                <a:uFillTx/>
                <a:latin typeface="Helvetica Neue Light"/>
                <a:ea typeface="Helvetica Neue Light"/>
              </a:rPr>
              <a:t>A Pod is a thin wrapper around container(s). It is the smallest deployable unit in k8s. </a:t>
            </a:r>
            <a:endParaRPr b="0" lang="en-US" sz="2400" strike="noStrike" u="none">
              <a:solidFill>
                <a:srgbClr val="000000"/>
              </a:solidFill>
              <a:effectLst/>
              <a:uFillTx/>
              <a:latin typeface="Arial"/>
            </a:endParaRPr>
          </a:p>
        </p:txBody>
      </p:sp>
      <p:sp>
        <p:nvSpPr>
          <p:cNvPr id="570" name="Google Shape;543;p31"/>
          <p:cNvSpPr/>
          <p:nvPr/>
        </p:nvSpPr>
        <p:spPr>
          <a:xfrm>
            <a:off x="2463480" y="1649880"/>
            <a:ext cx="833040" cy="297360"/>
          </a:xfrm>
          <a:prstGeom prst="rect">
            <a:avLst/>
          </a:prstGeom>
          <a:noFill/>
          <a:ln w="0">
            <a:noFill/>
          </a:ln>
        </p:spPr>
        <p:style>
          <a:lnRef idx="0"/>
          <a:fillRef idx="0"/>
          <a:effectRef idx="0"/>
          <a:fontRef idx="minor"/>
        </p:style>
        <p:txBody>
          <a:bodyPr lIns="90000" rIns="90000" tIns="148680" bIns="148680" anchor="t">
            <a:noAutofit/>
          </a:bodyPr>
          <a:p>
            <a:pPr>
              <a:lnSpc>
                <a:spcPct val="100000"/>
              </a:lnSpc>
              <a:tabLst>
                <a:tab algn="l" pos="0"/>
              </a:tabLst>
            </a:pPr>
            <a:r>
              <a:rPr b="0" lang="en-US" sz="1400" strike="noStrike" u="none">
                <a:solidFill>
                  <a:srgbClr val="000000"/>
                </a:solidFill>
                <a:effectLst/>
                <a:uFillTx/>
                <a:latin typeface="Helvetica Neue Light"/>
                <a:ea typeface="Helvetica Neue Light"/>
              </a:rPr>
              <a:t>10.0.2.1</a:t>
            </a:r>
            <a:endParaRPr b="0" lang="en-US" sz="1400" strike="noStrike" u="none">
              <a:solidFill>
                <a:srgbClr val="000000"/>
              </a:solidFill>
              <a:effectLst/>
              <a:uFillTx/>
              <a:latin typeface="Arial"/>
            </a:endParaRPr>
          </a:p>
        </p:txBody>
      </p:sp>
      <p:grpSp>
        <p:nvGrpSpPr>
          <p:cNvPr id="571" name="Google Shape;544;p31"/>
          <p:cNvGrpSpPr/>
          <p:nvPr/>
        </p:nvGrpSpPr>
        <p:grpSpPr>
          <a:xfrm>
            <a:off x="8083800" y="3530520"/>
            <a:ext cx="2000160" cy="1387800"/>
            <a:chOff x="8083800" y="3530520"/>
            <a:chExt cx="2000160" cy="1387800"/>
          </a:xfrm>
        </p:grpSpPr>
        <p:grpSp>
          <p:nvGrpSpPr>
            <p:cNvPr id="572" name="Google Shape;545;p31"/>
            <p:cNvGrpSpPr/>
            <p:nvPr/>
          </p:nvGrpSpPr>
          <p:grpSpPr>
            <a:xfrm>
              <a:off x="8083800" y="3530520"/>
              <a:ext cx="2000160" cy="1387800"/>
              <a:chOff x="8083800" y="3530520"/>
              <a:chExt cx="2000160" cy="1387800"/>
            </a:xfrm>
          </p:grpSpPr>
          <p:sp>
            <p:nvSpPr>
              <p:cNvPr id="573" name="Google Shape;546;p31"/>
              <p:cNvSpPr/>
              <p:nvPr/>
            </p:nvSpPr>
            <p:spPr>
              <a:xfrm>
                <a:off x="8186400" y="3633120"/>
                <a:ext cx="1897560" cy="1285200"/>
              </a:xfrm>
              <a:prstGeom prst="roundRect">
                <a:avLst>
                  <a:gd name="adj" fmla="val 16667"/>
                </a:avLst>
              </a:prstGeom>
              <a:gradFill rotWithShape="0">
                <a:gsLst>
                  <a:gs pos="0">
                    <a:srgbClr val="d9d9d9"/>
                  </a:gs>
                  <a:gs pos="100000">
                    <a:srgbClr val="f3f3f3"/>
                  </a:gs>
                </a:gsLst>
                <a:path path="circle">
                  <a:fillToRect l="50000" t="50000" r="50000" b="50000"/>
                </a:path>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4" name="Google Shape;547;p31"/>
              <p:cNvSpPr/>
              <p:nvPr/>
            </p:nvSpPr>
            <p:spPr>
              <a:xfrm>
                <a:off x="8083800" y="3530520"/>
                <a:ext cx="1897560" cy="128520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sp>
          <p:nvSpPr>
            <p:cNvPr id="575" name="Google Shape;548;p31"/>
            <p:cNvSpPr/>
            <p:nvPr/>
          </p:nvSpPr>
          <p:spPr>
            <a:xfrm>
              <a:off x="8211240" y="3729960"/>
              <a:ext cx="399240" cy="3938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80720" bIns="180720" anchor="ctr">
              <a:noAutofit/>
            </a:bodyPr>
            <a:p>
              <a:pPr>
                <a:lnSpc>
                  <a:spcPct val="100000"/>
                </a:lnSpc>
                <a:tabLst>
                  <a:tab algn="l" pos="0"/>
                </a:tabLst>
              </a:pPr>
              <a:r>
                <a:rPr b="0"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576" name="Google Shape;549;p31"/>
          <p:cNvSpPr/>
          <p:nvPr/>
        </p:nvSpPr>
        <p:spPr>
          <a:xfrm rot="5400000">
            <a:off x="4560120" y="2031480"/>
            <a:ext cx="3507840" cy="3770640"/>
          </a:xfrm>
          <a:prstGeom prst="trapezoid">
            <a:avLst>
              <a:gd name="adj" fmla="val 44967"/>
            </a:avLst>
          </a:prstGeom>
          <a:solidFill>
            <a:srgbClr val="93c47d">
              <a:alpha val="36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577" name="Google Shape;550;p31"/>
          <p:cNvSpPr/>
          <p:nvPr/>
        </p:nvSpPr>
        <p:spPr>
          <a:xfrm>
            <a:off x="2880360" y="1948320"/>
            <a:ext cx="11160" cy="472680"/>
          </a:xfrm>
          <a:custGeom>
            <a:avLst/>
            <a:gdLst>
              <a:gd name="textAreaLeft" fmla="*/ 0 w 11160"/>
              <a:gd name="textAreaRight" fmla="*/ 11520 w 11160"/>
              <a:gd name="textAreaTop" fmla="*/ 0 h 472680"/>
              <a:gd name="textAreaBottom" fmla="*/ 473040 h 472680"/>
            </a:gdLst>
            <a:ahLst/>
            <a:cxnLst/>
            <a:rect l="textAreaLeft" t="textAreaTop" r="textAreaRight" b="textAreaBottom"/>
            <a:pathLst>
              <a:path w="21600" h="21600">
                <a:moveTo>
                  <a:pt x="0" y="0"/>
                </a:moveTo>
                <a:lnTo>
                  <a:pt x="21600" y="21600"/>
                </a:lnTo>
              </a:path>
            </a:pathLst>
          </a:custGeom>
          <a:noFill/>
          <a:ln w="9525">
            <a:solidFill>
              <a:srgbClr val="44546a"/>
            </a:solidFill>
            <a:round/>
            <a:tailEnd len="med" type="triangle" w="me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grpSp>
        <p:nvGrpSpPr>
          <p:cNvPr id="578" name="Google Shape;552;p31"/>
          <p:cNvGrpSpPr/>
          <p:nvPr/>
        </p:nvGrpSpPr>
        <p:grpSpPr>
          <a:xfrm>
            <a:off x="808560" y="2163240"/>
            <a:ext cx="4118400" cy="3585600"/>
            <a:chOff x="808560" y="2163240"/>
            <a:chExt cx="4118400" cy="3585600"/>
          </a:xfrm>
        </p:grpSpPr>
        <p:grpSp>
          <p:nvGrpSpPr>
            <p:cNvPr id="579" name="Google Shape;553;p31"/>
            <p:cNvGrpSpPr/>
            <p:nvPr/>
          </p:nvGrpSpPr>
          <p:grpSpPr>
            <a:xfrm>
              <a:off x="808560" y="2163240"/>
              <a:ext cx="4118400" cy="3510000"/>
              <a:chOff x="808560" y="2163240"/>
              <a:chExt cx="4118400" cy="3510000"/>
            </a:xfrm>
          </p:grpSpPr>
          <p:sp>
            <p:nvSpPr>
              <p:cNvPr id="580" name="Google Shape;554;p31"/>
              <p:cNvSpPr/>
              <p:nvPr/>
            </p:nvSpPr>
            <p:spPr>
              <a:xfrm>
                <a:off x="808560" y="2163240"/>
                <a:ext cx="4118400" cy="351000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81" name="Google Shape;551;p31"/>
              <p:cNvSpPr/>
              <p:nvPr/>
            </p:nvSpPr>
            <p:spPr>
              <a:xfrm>
                <a:off x="1392480" y="2421720"/>
                <a:ext cx="2998800" cy="385560"/>
              </a:xfrm>
              <a:prstGeom prst="rect">
                <a:avLst/>
              </a:prstGeom>
              <a:solidFill>
                <a:srgbClr val="9fc5e8"/>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200" strike="noStrike" u="none">
                    <a:solidFill>
                      <a:srgbClr val="000000"/>
                    </a:solidFill>
                    <a:effectLst/>
                    <a:uFillTx/>
                    <a:latin typeface="Roboto"/>
                    <a:ea typeface="Roboto"/>
                  </a:rPr>
                  <a:t>Networking</a:t>
                </a:r>
                <a:endParaRPr b="0" lang="en-US" sz="1200" strike="noStrike" u="none">
                  <a:solidFill>
                    <a:srgbClr val="000000"/>
                  </a:solidFill>
                  <a:effectLst/>
                  <a:uFillTx/>
                  <a:latin typeface="Arial"/>
                </a:endParaRPr>
              </a:p>
            </p:txBody>
          </p:sp>
          <p:sp>
            <p:nvSpPr>
              <p:cNvPr id="582" name="Google Shape;555;p31"/>
              <p:cNvSpPr/>
              <p:nvPr/>
            </p:nvSpPr>
            <p:spPr>
              <a:xfrm>
                <a:off x="1392480" y="4688280"/>
                <a:ext cx="2998800" cy="385560"/>
              </a:xfrm>
              <a:prstGeom prst="rect">
                <a:avLst/>
              </a:prstGeom>
              <a:solidFill>
                <a:srgbClr val="9fc5e8"/>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200" strike="noStrike" u="none">
                    <a:solidFill>
                      <a:srgbClr val="000000"/>
                    </a:solidFill>
                    <a:effectLst/>
                    <a:uFillTx/>
                    <a:latin typeface="Roboto"/>
                    <a:ea typeface="Roboto"/>
                  </a:rPr>
                  <a:t>Storage</a:t>
                </a:r>
                <a:endParaRPr b="0" lang="en-US" sz="1200" strike="noStrike" u="none">
                  <a:solidFill>
                    <a:srgbClr val="000000"/>
                  </a:solidFill>
                  <a:effectLst/>
                  <a:uFillTx/>
                  <a:latin typeface="Arial"/>
                </a:endParaRPr>
              </a:p>
            </p:txBody>
          </p:sp>
          <p:sp>
            <p:nvSpPr>
              <p:cNvPr id="583" name="Google Shape;556;p31"/>
              <p:cNvSpPr/>
              <p:nvPr/>
            </p:nvSpPr>
            <p:spPr>
              <a:xfrm>
                <a:off x="1365480" y="323712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584" name="Google Shape;557;p31"/>
              <p:cNvSpPr/>
              <p:nvPr/>
            </p:nvSpPr>
            <p:spPr>
              <a:xfrm>
                <a:off x="1571040" y="3616920"/>
                <a:ext cx="2593800" cy="608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6aa84f"/>
                    </a:solidFill>
                    <a:effectLst/>
                    <a:uFillTx/>
                    <a:latin typeface="Arial"/>
                    <a:ea typeface="Arial"/>
                  </a:rPr>
                  <a:t>App</a:t>
                </a:r>
                <a:endParaRPr b="0" lang="en-US" sz="3000" strike="noStrike" u="none">
                  <a:solidFill>
                    <a:srgbClr val="000000"/>
                  </a:solidFill>
                  <a:effectLst/>
                  <a:uFillTx/>
                  <a:latin typeface="Arial"/>
                </a:endParaRPr>
              </a:p>
            </p:txBody>
          </p:sp>
        </p:grpSp>
        <p:sp>
          <p:nvSpPr>
            <p:cNvPr id="585" name="Google Shape;558;p31"/>
            <p:cNvSpPr/>
            <p:nvPr/>
          </p:nvSpPr>
          <p:spPr>
            <a:xfrm>
              <a:off x="1968840" y="5104440"/>
              <a:ext cx="1798200" cy="6444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6"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One Pod, One App</a:t>
            </a:r>
            <a:endParaRPr b="0" lang="en-US" sz="3200" strike="noStrike" u="none">
              <a:solidFill>
                <a:srgbClr val="000000"/>
              </a:solidFill>
              <a:effectLst/>
              <a:uFillTx/>
              <a:latin typeface="Arial"/>
            </a:endParaRPr>
          </a:p>
        </p:txBody>
      </p:sp>
      <p:sp>
        <p:nvSpPr>
          <p:cNvPr id="587" name="PlaceHolder 2"/>
          <p:cNvSpPr>
            <a:spLocks noGrp="1"/>
          </p:cNvSpPr>
          <p:nvPr>
            <p:ph type="sldNum" idx="55"/>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8E9788DC-933C-482B-AF23-0723303FBB3B}"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588" name="Google Shape;566;p32"/>
          <p:cNvGrpSpPr/>
          <p:nvPr/>
        </p:nvGrpSpPr>
        <p:grpSpPr>
          <a:xfrm>
            <a:off x="6544800" y="1523880"/>
            <a:ext cx="4118400" cy="2194920"/>
            <a:chOff x="6544800" y="1523880"/>
            <a:chExt cx="4118400" cy="2194920"/>
          </a:xfrm>
        </p:grpSpPr>
        <p:grpSp>
          <p:nvGrpSpPr>
            <p:cNvPr id="589" name="Google Shape;567;p32"/>
            <p:cNvGrpSpPr/>
            <p:nvPr/>
          </p:nvGrpSpPr>
          <p:grpSpPr>
            <a:xfrm>
              <a:off x="6544800" y="1523880"/>
              <a:ext cx="4118400" cy="2194920"/>
              <a:chOff x="6544800" y="1523880"/>
              <a:chExt cx="4118400" cy="2194920"/>
            </a:xfrm>
          </p:grpSpPr>
          <p:sp>
            <p:nvSpPr>
              <p:cNvPr id="590" name="Google Shape;568;p32"/>
              <p:cNvSpPr/>
              <p:nvPr/>
            </p:nvSpPr>
            <p:spPr>
              <a:xfrm>
                <a:off x="6544800" y="1523880"/>
                <a:ext cx="4118400" cy="219492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91" name="Google Shape;569;p32"/>
              <p:cNvSpPr/>
              <p:nvPr/>
            </p:nvSpPr>
            <p:spPr>
              <a:xfrm>
                <a:off x="7101720" y="181620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592" name="Google Shape;570;p32"/>
              <p:cNvSpPr/>
              <p:nvPr/>
            </p:nvSpPr>
            <p:spPr>
              <a:xfrm>
                <a:off x="7307280" y="2196000"/>
                <a:ext cx="2593800" cy="608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sp>
          <p:nvSpPr>
            <p:cNvPr id="593" name="Google Shape;571;p32"/>
            <p:cNvSpPr/>
            <p:nvPr/>
          </p:nvSpPr>
          <p:spPr>
            <a:xfrm>
              <a:off x="7704720" y="3074040"/>
              <a:ext cx="1798200" cy="6444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nvGrpSpPr>
          <p:cNvPr id="594" name="Google Shape;572;p32"/>
          <p:cNvGrpSpPr/>
          <p:nvPr/>
        </p:nvGrpSpPr>
        <p:grpSpPr>
          <a:xfrm>
            <a:off x="6544800" y="3886560"/>
            <a:ext cx="4118400" cy="2194920"/>
            <a:chOff x="6544800" y="3886560"/>
            <a:chExt cx="4118400" cy="2194920"/>
          </a:xfrm>
        </p:grpSpPr>
        <p:grpSp>
          <p:nvGrpSpPr>
            <p:cNvPr id="595" name="Google Shape;573;p32"/>
            <p:cNvGrpSpPr/>
            <p:nvPr/>
          </p:nvGrpSpPr>
          <p:grpSpPr>
            <a:xfrm>
              <a:off x="6544800" y="3886560"/>
              <a:ext cx="4118400" cy="2194920"/>
              <a:chOff x="6544800" y="3886560"/>
              <a:chExt cx="4118400" cy="2194920"/>
            </a:xfrm>
          </p:grpSpPr>
          <p:sp>
            <p:nvSpPr>
              <p:cNvPr id="596" name="Google Shape;574;p32"/>
              <p:cNvSpPr/>
              <p:nvPr/>
            </p:nvSpPr>
            <p:spPr>
              <a:xfrm>
                <a:off x="6544800" y="3886560"/>
                <a:ext cx="4118400" cy="219492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597" name="Google Shape;575;p32"/>
              <p:cNvSpPr/>
              <p:nvPr/>
            </p:nvSpPr>
            <p:spPr>
              <a:xfrm>
                <a:off x="7101720" y="417924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598" name="Google Shape;576;p32"/>
              <p:cNvSpPr/>
              <p:nvPr/>
            </p:nvSpPr>
            <p:spPr>
              <a:xfrm>
                <a:off x="7307280" y="4559040"/>
                <a:ext cx="2593800" cy="608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6aa84f"/>
                    </a:solidFill>
                    <a:effectLst/>
                    <a:uFillTx/>
                    <a:latin typeface="Arial"/>
                    <a:ea typeface="Arial"/>
                  </a:rPr>
                  <a:t>App</a:t>
                </a:r>
                <a:endParaRPr b="0" lang="en-US" sz="3000" strike="noStrike" u="none">
                  <a:solidFill>
                    <a:srgbClr val="000000"/>
                  </a:solidFill>
                  <a:effectLst/>
                  <a:uFillTx/>
                  <a:latin typeface="Arial"/>
                </a:endParaRPr>
              </a:p>
            </p:txBody>
          </p:sp>
        </p:grpSp>
        <p:sp>
          <p:nvSpPr>
            <p:cNvPr id="599" name="Google Shape;577;p32"/>
            <p:cNvSpPr/>
            <p:nvPr/>
          </p:nvSpPr>
          <p:spPr>
            <a:xfrm>
              <a:off x="7704720" y="5437080"/>
              <a:ext cx="1798200" cy="6444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nvGrpSpPr>
          <p:cNvPr id="600" name="Google Shape;578;p32"/>
          <p:cNvGrpSpPr/>
          <p:nvPr/>
        </p:nvGrpSpPr>
        <p:grpSpPr>
          <a:xfrm>
            <a:off x="871920" y="1831680"/>
            <a:ext cx="4118400" cy="3566520"/>
            <a:chOff x="871920" y="1831680"/>
            <a:chExt cx="4118400" cy="3566520"/>
          </a:xfrm>
        </p:grpSpPr>
        <p:grpSp>
          <p:nvGrpSpPr>
            <p:cNvPr id="601" name="Google Shape;579;p32"/>
            <p:cNvGrpSpPr/>
            <p:nvPr/>
          </p:nvGrpSpPr>
          <p:grpSpPr>
            <a:xfrm>
              <a:off x="871920" y="1831680"/>
              <a:ext cx="4118400" cy="3566520"/>
              <a:chOff x="871920" y="1831680"/>
              <a:chExt cx="4118400" cy="3566520"/>
            </a:xfrm>
          </p:grpSpPr>
          <p:grpSp>
            <p:nvGrpSpPr>
              <p:cNvPr id="602" name="Google Shape;580;p32"/>
              <p:cNvGrpSpPr/>
              <p:nvPr/>
            </p:nvGrpSpPr>
            <p:grpSpPr>
              <a:xfrm>
                <a:off x="871920" y="1831680"/>
                <a:ext cx="4118400" cy="3566520"/>
                <a:chOff x="871920" y="1831680"/>
                <a:chExt cx="4118400" cy="3566520"/>
              </a:xfrm>
            </p:grpSpPr>
            <p:sp>
              <p:nvSpPr>
                <p:cNvPr id="603" name="Google Shape;581;p32"/>
                <p:cNvSpPr/>
                <p:nvPr/>
              </p:nvSpPr>
              <p:spPr>
                <a:xfrm>
                  <a:off x="871920" y="1831680"/>
                  <a:ext cx="4118400" cy="356652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04" name="Google Shape;582;p32"/>
                <p:cNvSpPr/>
                <p:nvPr/>
              </p:nvSpPr>
              <p:spPr>
                <a:xfrm>
                  <a:off x="1428480" y="212436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05" name="Google Shape;583;p32"/>
                <p:cNvSpPr/>
                <p:nvPr/>
              </p:nvSpPr>
              <p:spPr>
                <a:xfrm>
                  <a:off x="1634040" y="2504160"/>
                  <a:ext cx="2593800" cy="608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sp>
            <p:nvSpPr>
              <p:cNvPr id="606" name="Google Shape;584;p32"/>
              <p:cNvSpPr/>
              <p:nvPr/>
            </p:nvSpPr>
            <p:spPr>
              <a:xfrm>
                <a:off x="2031840" y="4753800"/>
                <a:ext cx="1798200" cy="6444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nvGrpSpPr>
            <p:cNvPr id="607" name="Google Shape;585;p32"/>
            <p:cNvGrpSpPr/>
            <p:nvPr/>
          </p:nvGrpSpPr>
          <p:grpSpPr>
            <a:xfrm>
              <a:off x="1431360" y="3569400"/>
              <a:ext cx="2998800" cy="1147680"/>
              <a:chOff x="1431360" y="3569400"/>
              <a:chExt cx="2998800" cy="1147680"/>
            </a:xfrm>
          </p:grpSpPr>
          <p:sp>
            <p:nvSpPr>
              <p:cNvPr id="608" name="Google Shape;586;p32"/>
              <p:cNvSpPr/>
              <p:nvPr/>
            </p:nvSpPr>
            <p:spPr>
              <a:xfrm>
                <a:off x="1431360" y="356940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09" name="Google Shape;587;p32"/>
              <p:cNvSpPr/>
              <p:nvPr/>
            </p:nvSpPr>
            <p:spPr>
              <a:xfrm>
                <a:off x="1636920" y="3949560"/>
                <a:ext cx="2593800" cy="60804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6aa84f"/>
                    </a:solidFill>
                    <a:effectLst/>
                    <a:uFillTx/>
                    <a:latin typeface="Arial"/>
                    <a:ea typeface="Arial"/>
                  </a:rPr>
                  <a:t>App</a:t>
                </a:r>
                <a:endParaRPr b="0" lang="en-US" sz="3000" strike="noStrike" u="none">
                  <a:solidFill>
                    <a:srgbClr val="000000"/>
                  </a:solidFill>
                  <a:effectLst/>
                  <a:uFillTx/>
                  <a:latin typeface="Arial"/>
                </a:endParaRPr>
              </a:p>
            </p:txBody>
          </p:sp>
        </p:grpSp>
      </p:grpSp>
      <p:sp>
        <p:nvSpPr>
          <p:cNvPr id="610" name="Google Shape;588;p32"/>
          <p:cNvSpPr/>
          <p:nvPr/>
        </p:nvSpPr>
        <p:spPr>
          <a:xfrm>
            <a:off x="787680" y="1752480"/>
            <a:ext cx="4329720" cy="3749400"/>
          </a:xfrm>
          <a:prstGeom prst="noSmoking">
            <a:avLst>
              <a:gd name="adj" fmla="val 18750"/>
            </a:avLst>
          </a:prstGeom>
          <a:solidFill>
            <a:srgbClr val="c80000">
              <a:alpha val="65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45" dur="indefinite" restart="never" nodeType="tmRoot">
          <p:childTnLst>
            <p:seq>
              <p:cTn id="46" dur="indefinite" nodeType="mainSeq">
                <p:childTnLst>
                  <p:par>
                    <p:cTn id="47" fill="hold">
                      <p:stCondLst>
                        <p:cond delay="indefinite"/>
                      </p:stCondLst>
                      <p:childTnLst>
                        <p:par>
                          <p:cTn id="48" fill="hold">
                            <p:stCondLst>
                              <p:cond delay="0"/>
                            </p:stCondLst>
                            <p:childTnLst>
                              <p:par>
                                <p:cTn id="49" nodeType="clickEffect" fill="hold" presetClass="entr" presetID="10">
                                  <p:stCondLst>
                                    <p:cond delay="0"/>
                                  </p:stCondLst>
                                  <p:childTnLst>
                                    <p:set>
                                      <p:cBhvr>
                                        <p:cTn id="50" dur="1" fill="hold">
                                          <p:stCondLst>
                                            <p:cond delay="0"/>
                                          </p:stCondLst>
                                        </p:cTn>
                                        <p:tgtEl>
                                          <p:spTgt spid="610"/>
                                        </p:tgtEl>
                                        <p:attrNameLst>
                                          <p:attrName>style.visibility</p:attrName>
                                        </p:attrNameLst>
                                      </p:cBhvr>
                                      <p:to>
                                        <p:strVal val="visible"/>
                                      </p:to>
                                    </p:set>
                                    <p:animEffect filter="fade" transition="in">
                                      <p:cBhvr additive="repl">
                                        <p:cTn id="51"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1"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Scaling an App</a:t>
            </a:r>
            <a:endParaRPr b="0" lang="en-US" sz="3200" strike="noStrike" u="none">
              <a:solidFill>
                <a:srgbClr val="000000"/>
              </a:solidFill>
              <a:effectLst/>
              <a:uFillTx/>
              <a:latin typeface="Arial"/>
            </a:endParaRPr>
          </a:p>
        </p:txBody>
      </p:sp>
      <p:sp>
        <p:nvSpPr>
          <p:cNvPr id="612" name="PlaceHolder 2"/>
          <p:cNvSpPr>
            <a:spLocks noGrp="1"/>
          </p:cNvSpPr>
          <p:nvPr>
            <p:ph type="sldNum" idx="56"/>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BC87B35-F0B9-439C-B94D-69C901D66C7D}"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613" name="Google Shape;596;p33"/>
          <p:cNvGrpSpPr/>
          <p:nvPr/>
        </p:nvGrpSpPr>
        <p:grpSpPr>
          <a:xfrm>
            <a:off x="1024200" y="1426680"/>
            <a:ext cx="4118400" cy="4962240"/>
            <a:chOff x="1024200" y="1426680"/>
            <a:chExt cx="4118400" cy="4962240"/>
          </a:xfrm>
        </p:grpSpPr>
        <p:grpSp>
          <p:nvGrpSpPr>
            <p:cNvPr id="614" name="Google Shape;597;p33"/>
            <p:cNvGrpSpPr/>
            <p:nvPr/>
          </p:nvGrpSpPr>
          <p:grpSpPr>
            <a:xfrm>
              <a:off x="1024200" y="1426680"/>
              <a:ext cx="4118400" cy="4962240"/>
              <a:chOff x="1024200" y="1426680"/>
              <a:chExt cx="4118400" cy="4962240"/>
            </a:xfrm>
          </p:grpSpPr>
          <p:grpSp>
            <p:nvGrpSpPr>
              <p:cNvPr id="615" name="Google Shape;598;p33"/>
              <p:cNvGrpSpPr/>
              <p:nvPr/>
            </p:nvGrpSpPr>
            <p:grpSpPr>
              <a:xfrm>
                <a:off x="1024200" y="1426680"/>
                <a:ext cx="4118400" cy="4928760"/>
                <a:chOff x="1024200" y="1426680"/>
                <a:chExt cx="4118400" cy="4928760"/>
              </a:xfrm>
            </p:grpSpPr>
            <p:sp>
              <p:nvSpPr>
                <p:cNvPr id="616" name="Google Shape;599;p33"/>
                <p:cNvSpPr/>
                <p:nvPr/>
              </p:nvSpPr>
              <p:spPr>
                <a:xfrm>
                  <a:off x="1024200" y="1426680"/>
                  <a:ext cx="4118400" cy="492876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17" name="Google Shape;600;p33"/>
                <p:cNvSpPr/>
                <p:nvPr/>
              </p:nvSpPr>
              <p:spPr>
                <a:xfrm>
                  <a:off x="1580760" y="174348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18" name="Google Shape;601;p33"/>
                <p:cNvSpPr/>
                <p:nvPr/>
              </p:nvSpPr>
              <p:spPr>
                <a:xfrm>
                  <a:off x="1786320" y="2123280"/>
                  <a:ext cx="2593800" cy="608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sp>
            <p:nvSpPr>
              <p:cNvPr id="619" name="Google Shape;602;p33"/>
              <p:cNvSpPr/>
              <p:nvPr/>
            </p:nvSpPr>
            <p:spPr>
              <a:xfrm>
                <a:off x="2184120" y="5744520"/>
                <a:ext cx="1798200" cy="64440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nvGrpSpPr>
            <p:cNvPr id="620" name="Google Shape;603;p33"/>
            <p:cNvGrpSpPr/>
            <p:nvPr/>
          </p:nvGrpSpPr>
          <p:grpSpPr>
            <a:xfrm>
              <a:off x="1584000" y="3112200"/>
              <a:ext cx="2998800" cy="1147680"/>
              <a:chOff x="1584000" y="3112200"/>
              <a:chExt cx="2998800" cy="1147680"/>
            </a:xfrm>
          </p:grpSpPr>
          <p:sp>
            <p:nvSpPr>
              <p:cNvPr id="621" name="Google Shape;604;p33"/>
              <p:cNvSpPr/>
              <p:nvPr/>
            </p:nvSpPr>
            <p:spPr>
              <a:xfrm>
                <a:off x="1584000" y="311220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22" name="Google Shape;605;p33"/>
              <p:cNvSpPr/>
              <p:nvPr/>
            </p:nvSpPr>
            <p:spPr>
              <a:xfrm>
                <a:off x="1789200" y="3492360"/>
                <a:ext cx="2593800" cy="608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grpSp>
      <p:grpSp>
        <p:nvGrpSpPr>
          <p:cNvPr id="623" name="Google Shape;606;p33"/>
          <p:cNvGrpSpPr/>
          <p:nvPr/>
        </p:nvGrpSpPr>
        <p:grpSpPr>
          <a:xfrm>
            <a:off x="1584000" y="4475160"/>
            <a:ext cx="2998800" cy="1147680"/>
            <a:chOff x="1584000" y="4475160"/>
            <a:chExt cx="2998800" cy="1147680"/>
          </a:xfrm>
        </p:grpSpPr>
        <p:sp>
          <p:nvSpPr>
            <p:cNvPr id="624" name="Google Shape;607;p33"/>
            <p:cNvSpPr/>
            <p:nvPr/>
          </p:nvSpPr>
          <p:spPr>
            <a:xfrm>
              <a:off x="1584000" y="4475160"/>
              <a:ext cx="2998800" cy="114768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25" name="Google Shape;608;p33"/>
            <p:cNvSpPr/>
            <p:nvPr/>
          </p:nvSpPr>
          <p:spPr>
            <a:xfrm>
              <a:off x="1789200" y="4854960"/>
              <a:ext cx="2593800" cy="608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grpSp>
        <p:nvGrpSpPr>
          <p:cNvPr id="626" name="Google Shape;609;p33"/>
          <p:cNvGrpSpPr/>
          <p:nvPr/>
        </p:nvGrpSpPr>
        <p:grpSpPr>
          <a:xfrm>
            <a:off x="5935320" y="1947240"/>
            <a:ext cx="5642280" cy="3873600"/>
            <a:chOff x="5935320" y="1947240"/>
            <a:chExt cx="5642280" cy="3873600"/>
          </a:xfrm>
        </p:grpSpPr>
        <p:grpSp>
          <p:nvGrpSpPr>
            <p:cNvPr id="627" name="Google Shape;610;p33"/>
            <p:cNvGrpSpPr/>
            <p:nvPr/>
          </p:nvGrpSpPr>
          <p:grpSpPr>
            <a:xfrm>
              <a:off x="5935320" y="1947240"/>
              <a:ext cx="4118400" cy="1936440"/>
              <a:chOff x="5935320" y="1947240"/>
              <a:chExt cx="4118400" cy="1936440"/>
            </a:xfrm>
          </p:grpSpPr>
          <p:grpSp>
            <p:nvGrpSpPr>
              <p:cNvPr id="628" name="Google Shape;611;p33"/>
              <p:cNvGrpSpPr/>
              <p:nvPr/>
            </p:nvGrpSpPr>
            <p:grpSpPr>
              <a:xfrm>
                <a:off x="5935320" y="1947240"/>
                <a:ext cx="4118400" cy="1936080"/>
                <a:chOff x="5935320" y="1947240"/>
                <a:chExt cx="4118400" cy="1936080"/>
              </a:xfrm>
            </p:grpSpPr>
            <p:sp>
              <p:nvSpPr>
                <p:cNvPr id="629" name="Google Shape;612;p33"/>
                <p:cNvSpPr/>
                <p:nvPr/>
              </p:nvSpPr>
              <p:spPr>
                <a:xfrm>
                  <a:off x="5935320" y="1947240"/>
                  <a:ext cx="4118400" cy="193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30" name="Google Shape;613;p33"/>
                <p:cNvSpPr/>
                <p:nvPr/>
              </p:nvSpPr>
              <p:spPr>
                <a:xfrm>
                  <a:off x="6491880" y="2205360"/>
                  <a:ext cx="2998800" cy="101232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31" name="Google Shape;614;p33"/>
                <p:cNvSpPr/>
                <p:nvPr/>
              </p:nvSpPr>
              <p:spPr>
                <a:xfrm>
                  <a:off x="6697440" y="2540520"/>
                  <a:ext cx="2593800" cy="536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sp>
            <p:nvSpPr>
              <p:cNvPr id="632" name="Google Shape;615;p33"/>
              <p:cNvSpPr/>
              <p:nvPr/>
            </p:nvSpPr>
            <p:spPr>
              <a:xfrm>
                <a:off x="7095240" y="3315240"/>
                <a:ext cx="1798200" cy="5684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nvGrpSpPr>
            <p:cNvPr id="633" name="Google Shape;616;p33"/>
            <p:cNvGrpSpPr/>
            <p:nvPr/>
          </p:nvGrpSpPr>
          <p:grpSpPr>
            <a:xfrm>
              <a:off x="6627960" y="2971080"/>
              <a:ext cx="4118400" cy="1936080"/>
              <a:chOff x="6627960" y="2971080"/>
              <a:chExt cx="4118400" cy="1936080"/>
            </a:xfrm>
          </p:grpSpPr>
          <p:grpSp>
            <p:nvGrpSpPr>
              <p:cNvPr id="634" name="Google Shape;617;p33"/>
              <p:cNvGrpSpPr/>
              <p:nvPr/>
            </p:nvGrpSpPr>
            <p:grpSpPr>
              <a:xfrm>
                <a:off x="6627960" y="2971080"/>
                <a:ext cx="4118400" cy="1936080"/>
                <a:chOff x="6627960" y="2971080"/>
                <a:chExt cx="4118400" cy="1936080"/>
              </a:xfrm>
            </p:grpSpPr>
            <p:sp>
              <p:nvSpPr>
                <p:cNvPr id="635" name="Google Shape;618;p33"/>
                <p:cNvSpPr/>
                <p:nvPr/>
              </p:nvSpPr>
              <p:spPr>
                <a:xfrm>
                  <a:off x="6627960" y="2971080"/>
                  <a:ext cx="4118400" cy="193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36" name="Google Shape;619;p33"/>
                <p:cNvSpPr/>
                <p:nvPr/>
              </p:nvSpPr>
              <p:spPr>
                <a:xfrm>
                  <a:off x="7184880" y="3229200"/>
                  <a:ext cx="2998800" cy="101232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37" name="Google Shape;620;p33"/>
                <p:cNvSpPr/>
                <p:nvPr/>
              </p:nvSpPr>
              <p:spPr>
                <a:xfrm>
                  <a:off x="7390440" y="3564360"/>
                  <a:ext cx="2593800" cy="536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sp>
            <p:nvSpPr>
              <p:cNvPr id="638" name="Google Shape;621;p33"/>
              <p:cNvSpPr/>
              <p:nvPr/>
            </p:nvSpPr>
            <p:spPr>
              <a:xfrm>
                <a:off x="7787880" y="4338720"/>
                <a:ext cx="1798200" cy="5684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nvGrpSpPr>
            <p:cNvPr id="639" name="Google Shape;622;p33"/>
            <p:cNvGrpSpPr/>
            <p:nvPr/>
          </p:nvGrpSpPr>
          <p:grpSpPr>
            <a:xfrm>
              <a:off x="7459200" y="3884760"/>
              <a:ext cx="4118400" cy="1936080"/>
              <a:chOff x="7459200" y="3884760"/>
              <a:chExt cx="4118400" cy="1936080"/>
            </a:xfrm>
          </p:grpSpPr>
          <p:grpSp>
            <p:nvGrpSpPr>
              <p:cNvPr id="640" name="Google Shape;623;p33"/>
              <p:cNvGrpSpPr/>
              <p:nvPr/>
            </p:nvGrpSpPr>
            <p:grpSpPr>
              <a:xfrm>
                <a:off x="7459200" y="3884760"/>
                <a:ext cx="4118400" cy="1936080"/>
                <a:chOff x="7459200" y="3884760"/>
                <a:chExt cx="4118400" cy="1936080"/>
              </a:xfrm>
            </p:grpSpPr>
            <p:sp>
              <p:nvSpPr>
                <p:cNvPr id="641" name="Google Shape;624;p33"/>
                <p:cNvSpPr/>
                <p:nvPr/>
              </p:nvSpPr>
              <p:spPr>
                <a:xfrm>
                  <a:off x="7459200" y="3884760"/>
                  <a:ext cx="4118400" cy="1936080"/>
                </a:xfrm>
                <a:prstGeom prst="roundRect">
                  <a:avLst>
                    <a:gd name="adj" fmla="val 16667"/>
                  </a:avLst>
                </a:prstGeom>
                <a:solidFill>
                  <a:srgbClr val="7ea3ce"/>
                </a:solidFill>
                <a:ln w="9525">
                  <a:solidFill>
                    <a:srgbClr val="44546a"/>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2400" strike="noStrike" u="none">
                    <a:solidFill>
                      <a:srgbClr val="000000"/>
                    </a:solidFill>
                    <a:effectLst/>
                    <a:uFillTx/>
                    <a:latin typeface="Arial"/>
                  </a:endParaRPr>
                </a:p>
                <a:p>
                  <a:pPr algn="ctr">
                    <a:lnSpc>
                      <a:spcPct val="100000"/>
                    </a:lnSpc>
                    <a:tabLst>
                      <a:tab algn="l" pos="0"/>
                    </a:tabLst>
                  </a:pPr>
                  <a:endParaRPr b="0" lang="en-US" sz="1800" strike="noStrike" u="none">
                    <a:solidFill>
                      <a:srgbClr val="000000"/>
                    </a:solidFill>
                    <a:effectLst/>
                    <a:uFillTx/>
                    <a:latin typeface="Arial"/>
                  </a:endParaRPr>
                </a:p>
              </p:txBody>
            </p:sp>
            <p:sp>
              <p:nvSpPr>
                <p:cNvPr id="642" name="Google Shape;625;p33"/>
                <p:cNvSpPr/>
                <p:nvPr/>
              </p:nvSpPr>
              <p:spPr>
                <a:xfrm>
                  <a:off x="8016120" y="4142880"/>
                  <a:ext cx="2998800" cy="1012320"/>
                </a:xfrm>
                <a:prstGeom prst="rect">
                  <a:avLst/>
                </a:prstGeom>
                <a:solidFill>
                  <a:srgbClr val="44546a">
                    <a:alpha val="46000"/>
                  </a:srgbClr>
                </a:solidFill>
                <a:ln w="9525">
                  <a:solidFill>
                    <a:srgbClr val="44546a"/>
                  </a:solidFill>
                  <a:round/>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Container</a:t>
                  </a:r>
                  <a:endParaRPr b="0" lang="en-US" sz="1400" strike="noStrike" u="none">
                    <a:solidFill>
                      <a:srgbClr val="ffffff"/>
                    </a:solidFill>
                    <a:effectLst/>
                    <a:uFillTx/>
                    <a:latin typeface="Arial"/>
                  </a:endParaRPr>
                </a:p>
              </p:txBody>
            </p:sp>
            <p:sp>
              <p:nvSpPr>
                <p:cNvPr id="643" name="Google Shape;626;p33"/>
                <p:cNvSpPr/>
                <p:nvPr/>
              </p:nvSpPr>
              <p:spPr>
                <a:xfrm>
                  <a:off x="8221680" y="4478040"/>
                  <a:ext cx="2593800" cy="53604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bf9000"/>
                      </a:solidFill>
                      <a:effectLst/>
                      <a:uFillTx/>
                      <a:latin typeface="Arial"/>
                      <a:ea typeface="Arial"/>
                    </a:rPr>
                    <a:t>App</a:t>
                  </a:r>
                  <a:endParaRPr b="0" lang="en-US" sz="3000" strike="noStrike" u="none">
                    <a:solidFill>
                      <a:srgbClr val="000000"/>
                    </a:solidFill>
                    <a:effectLst/>
                    <a:uFillTx/>
                    <a:latin typeface="Arial"/>
                  </a:endParaRPr>
                </a:p>
              </p:txBody>
            </p:sp>
          </p:grpSp>
          <p:sp>
            <p:nvSpPr>
              <p:cNvPr id="644" name="Google Shape;627;p33"/>
              <p:cNvSpPr/>
              <p:nvPr/>
            </p:nvSpPr>
            <p:spPr>
              <a:xfrm>
                <a:off x="8619120" y="5252400"/>
                <a:ext cx="1798200" cy="568440"/>
              </a:xfrm>
              <a:prstGeom prst="rect">
                <a:avLst/>
              </a:prstGeom>
              <a:noFill/>
              <a:ln w="0">
                <a:noFill/>
              </a:ln>
            </p:spPr>
            <p:style>
              <a:lnRef idx="0"/>
              <a:fillRef idx="0"/>
              <a:effectRef idx="0"/>
              <a:fontRef idx="minor"/>
            </p:style>
            <p:txBody>
              <a:bodyPr lIns="90000" rIns="90000" tIns="91440" bIns="91440" anchor="ctr">
                <a:noAutofit/>
              </a:bodyPr>
              <a:p>
                <a:pPr algn="ctr">
                  <a:lnSpc>
                    <a:spcPct val="100000"/>
                  </a:lnSpc>
                  <a:tabLst>
                    <a:tab algn="l" pos="0"/>
                  </a:tabLst>
                </a:pPr>
                <a:r>
                  <a:rPr b="1" lang="en-US" sz="3000" strike="noStrike" u="none">
                    <a:solidFill>
                      <a:srgbClr val="000000"/>
                    </a:solidFill>
                    <a:effectLst/>
                    <a:uFillTx/>
                    <a:latin typeface="Helvetica Neue"/>
                    <a:ea typeface="Helvetica Neue"/>
                  </a:rPr>
                  <a:t>Pod</a:t>
                </a:r>
                <a:endParaRPr b="0" lang="en-US" sz="3000" strike="noStrike" u="none">
                  <a:solidFill>
                    <a:srgbClr val="000000"/>
                  </a:solidFill>
                  <a:effectLst/>
                  <a:uFillTx/>
                  <a:latin typeface="Arial"/>
                </a:endParaRPr>
              </a:p>
            </p:txBody>
          </p:sp>
        </p:grpSp>
      </p:grpSp>
      <p:sp>
        <p:nvSpPr>
          <p:cNvPr id="645" name="Google Shape;628;p33"/>
          <p:cNvSpPr/>
          <p:nvPr/>
        </p:nvSpPr>
        <p:spPr>
          <a:xfrm>
            <a:off x="939960" y="1828440"/>
            <a:ext cx="4329720" cy="3749400"/>
          </a:xfrm>
          <a:prstGeom prst="noSmoking">
            <a:avLst>
              <a:gd name="adj" fmla="val 18750"/>
            </a:avLst>
          </a:prstGeom>
          <a:solidFill>
            <a:srgbClr val="c80000">
              <a:alpha val="65000"/>
            </a:srgbClr>
          </a:solidFill>
          <a:ln w="0">
            <a:noFill/>
          </a:ln>
        </p:spPr>
        <p:style>
          <a:lnRef idx="0"/>
          <a:fillRef idx="0"/>
          <a:effectRef idx="0"/>
          <a:fontRef idx="minor"/>
        </p:style>
        <p:txBody>
          <a:bodyPr lIns="90000" rIns="90000" tIns="45000" bIns="45000" anchor="t">
            <a:noAutofit/>
          </a:bodyPr>
          <a:p>
            <a:endParaRPr b="0" lang="en-US" sz="1800" strike="noStrike" u="none">
              <a:solidFill>
                <a:srgbClr val="ffffff"/>
              </a:solidFill>
              <a:effectLst/>
              <a:uFillTx/>
              <a:latin typeface="Arial"/>
            </a:endParaRPr>
          </a:p>
        </p:txBody>
      </p:sp>
      <p:sp>
        <p:nvSpPr>
          <p:cNvPr id="4" name="PlaceHolder 3"/>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timing>
    <p:tnLst>
      <p:par>
        <p:cTn id="52" dur="indefinite" restart="never" nodeType="tmRoot">
          <p:childTnLst>
            <p:seq>
              <p:cTn id="53" dur="indefinite" nodeType="mainSeq">
                <p:childTnLst>
                  <p:par>
                    <p:cTn id="54" fill="hold">
                      <p:stCondLst>
                        <p:cond delay="indefinite"/>
                      </p:stCondLst>
                      <p:childTnLst>
                        <p:par>
                          <p:cTn id="55" fill="hold">
                            <p:stCondLst>
                              <p:cond delay="0"/>
                            </p:stCondLst>
                            <p:childTnLst>
                              <p:par>
                                <p:cTn id="56" nodeType="clickEffect" fill="hold" presetClass="entr" presetID="10">
                                  <p:stCondLst>
                                    <p:cond delay="0"/>
                                  </p:stCondLst>
                                  <p:childTnLst>
                                    <p:set>
                                      <p:cBhvr>
                                        <p:cTn id="57" dur="1" fill="hold">
                                          <p:stCondLst>
                                            <p:cond delay="0"/>
                                          </p:stCondLst>
                                        </p:cTn>
                                        <p:tgtEl>
                                          <p:spTgt spid="645"/>
                                        </p:tgtEl>
                                        <p:attrNameLst>
                                          <p:attrName>style.visibility</p:attrName>
                                        </p:attrNameLst>
                                      </p:cBhvr>
                                      <p:to>
                                        <p:strVal val="visible"/>
                                      </p:to>
                                    </p:set>
                                    <p:animEffect filter="fade" transition="in">
                                      <p:cBhvr additive="repl">
                                        <p:cTn id="58" dur="1000"/>
                                        <p:tgtEl>
                                          <p:spTgt spid="64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6"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Namespaces</a:t>
            </a:r>
            <a:endParaRPr b="0" lang="en-US" sz="3200" strike="noStrike" u="none">
              <a:solidFill>
                <a:srgbClr val="000000"/>
              </a:solidFill>
              <a:effectLst/>
              <a:uFillTx/>
              <a:latin typeface="Arial"/>
            </a:endParaRPr>
          </a:p>
        </p:txBody>
      </p:sp>
      <p:sp>
        <p:nvSpPr>
          <p:cNvPr id="647" name="PlaceHolder 2"/>
          <p:cNvSpPr>
            <a:spLocks noGrp="1"/>
          </p:cNvSpPr>
          <p:nvPr>
            <p:ph/>
          </p:nvPr>
        </p:nvSpPr>
        <p:spPr>
          <a:xfrm>
            <a:off x="518760" y="1734120"/>
            <a:ext cx="3614400" cy="4056120"/>
          </a:xfrm>
          <a:prstGeom prst="rect">
            <a:avLst/>
          </a:prstGeom>
          <a:solidFill>
            <a:srgbClr val="ffffff"/>
          </a:solidFill>
          <a:ln w="0">
            <a:noFill/>
          </a:ln>
        </p:spPr>
        <p:txBody>
          <a:bodyPr lIns="90000" rIns="90000" tIns="46800" bIns="45000" anchor="t">
            <a:noAutofit/>
          </a:bodyPr>
          <a:p>
            <a:pPr marL="457200" indent="-380880">
              <a:lnSpc>
                <a:spcPct val="100000"/>
              </a:lnSpc>
              <a:buClr>
                <a:srgbClr val="000000"/>
              </a:buClr>
              <a:buFont typeface="Helvetica Neue Light"/>
              <a:buChar char="●"/>
            </a:pPr>
            <a:r>
              <a:rPr b="0" lang="en-US" sz="2400" strike="noStrike" u="none">
                <a:solidFill>
                  <a:srgbClr val="000000"/>
                </a:solidFill>
                <a:effectLst/>
                <a:uFillTx/>
                <a:latin typeface="Helvetica Neue Light"/>
                <a:ea typeface="Helvetica Neue Light"/>
              </a:rPr>
              <a:t>Logical construct to group resources</a:t>
            </a:r>
            <a:endParaRPr b="0" lang="en-US" sz="2400" strike="noStrike" u="none">
              <a:solidFill>
                <a:srgbClr val="000000"/>
              </a:solidFill>
              <a:effectLst/>
              <a:uFillTx/>
              <a:latin typeface="Arial"/>
            </a:endParaRPr>
          </a:p>
          <a:p>
            <a:pPr marL="457200" indent="0">
              <a:lnSpc>
                <a:spcPct val="100000"/>
              </a:lnSpc>
              <a:buNone/>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Most objects live in a namespace</a:t>
            </a:r>
            <a:endParaRPr b="0" lang="en-US" sz="2400" strike="noStrike" u="none">
              <a:solidFill>
                <a:srgbClr val="000000"/>
              </a:solidFill>
              <a:effectLst/>
              <a:uFillTx/>
              <a:latin typeface="Arial"/>
            </a:endParaRPr>
          </a:p>
          <a:p>
            <a:pPr marL="457200" indent="0">
              <a:lnSpc>
                <a:spcPct val="100000"/>
              </a:lnSpc>
              <a:buNone/>
              <a:tabLst>
                <a:tab algn="l" pos="0"/>
              </a:tabLst>
            </a:pPr>
            <a:endParaRPr b="0" lang="en-US" sz="2400" strike="noStrike" u="none">
              <a:solidFill>
                <a:srgbClr val="000000"/>
              </a:solidFill>
              <a:effectLst/>
              <a:uFillTx/>
              <a:latin typeface="Arial"/>
            </a:endParaRPr>
          </a:p>
          <a:p>
            <a:pPr marL="457200" indent="-380880">
              <a:lnSpc>
                <a:spcPct val="100000"/>
              </a:lnSpc>
              <a:buClr>
                <a:srgbClr val="000000"/>
              </a:buClr>
              <a:buFont typeface="Helvetica Neue Light"/>
              <a:buChar char="●"/>
              <a:tabLst>
                <a:tab algn="l" pos="0"/>
              </a:tabLst>
            </a:pPr>
            <a:r>
              <a:rPr b="0" lang="en-US" sz="2400" strike="noStrike" u="none">
                <a:solidFill>
                  <a:srgbClr val="000000"/>
                </a:solidFill>
                <a:effectLst/>
                <a:uFillTx/>
                <a:latin typeface="Helvetica Neue Light"/>
                <a:ea typeface="Helvetica Neue Light"/>
              </a:rPr>
              <a:t>Does not affect physical topology</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648" name="PlaceHolder 3"/>
          <p:cNvSpPr>
            <a:spLocks noGrp="1"/>
          </p:cNvSpPr>
          <p:nvPr>
            <p:ph type="sldNum" idx="57"/>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F683ECAD-B03D-4545-B470-D06D0F3C4D36}"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grpSp>
        <p:nvGrpSpPr>
          <p:cNvPr id="649" name="Google Shape;637;p34"/>
          <p:cNvGrpSpPr/>
          <p:nvPr/>
        </p:nvGrpSpPr>
        <p:grpSpPr>
          <a:xfrm>
            <a:off x="8673120" y="3008880"/>
            <a:ext cx="2348640" cy="1370880"/>
            <a:chOff x="8673120" y="3008880"/>
            <a:chExt cx="2348640" cy="1370880"/>
          </a:xfrm>
        </p:grpSpPr>
        <p:sp>
          <p:nvSpPr>
            <p:cNvPr id="650" name="Google Shape;638;p34"/>
            <p:cNvSpPr/>
            <p:nvPr/>
          </p:nvSpPr>
          <p:spPr>
            <a:xfrm>
              <a:off x="8749440" y="30898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651" name="Google Shape;639;p34"/>
            <p:cNvGrpSpPr/>
            <p:nvPr/>
          </p:nvGrpSpPr>
          <p:grpSpPr>
            <a:xfrm>
              <a:off x="8673120" y="3008880"/>
              <a:ext cx="2272320" cy="1289880"/>
              <a:chOff x="8673120" y="3008880"/>
              <a:chExt cx="2272320" cy="1289880"/>
            </a:xfrm>
          </p:grpSpPr>
          <p:sp>
            <p:nvSpPr>
              <p:cNvPr id="652" name="Google Shape;640;p34"/>
              <p:cNvSpPr/>
              <p:nvPr/>
            </p:nvSpPr>
            <p:spPr>
              <a:xfrm>
                <a:off x="8673120" y="30088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653" name="Google Shape;641;p34"/>
              <p:cNvSpPr/>
              <p:nvPr/>
            </p:nvSpPr>
            <p:spPr>
              <a:xfrm>
                <a:off x="8842680" y="313128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grpSp>
        <p:nvGrpSpPr>
          <p:cNvPr id="654" name="Google Shape;642;p34"/>
          <p:cNvGrpSpPr/>
          <p:nvPr/>
        </p:nvGrpSpPr>
        <p:grpSpPr>
          <a:xfrm>
            <a:off x="8673120" y="4515840"/>
            <a:ext cx="2348640" cy="1370520"/>
            <a:chOff x="8673120" y="4515840"/>
            <a:chExt cx="2348640" cy="1370520"/>
          </a:xfrm>
        </p:grpSpPr>
        <p:grpSp>
          <p:nvGrpSpPr>
            <p:cNvPr id="655" name="Google Shape;643;p34"/>
            <p:cNvGrpSpPr/>
            <p:nvPr/>
          </p:nvGrpSpPr>
          <p:grpSpPr>
            <a:xfrm>
              <a:off x="8673120" y="4515840"/>
              <a:ext cx="2348640" cy="1370520"/>
              <a:chOff x="8673120" y="4515840"/>
              <a:chExt cx="2348640" cy="1370520"/>
            </a:xfrm>
          </p:grpSpPr>
          <p:sp>
            <p:nvSpPr>
              <p:cNvPr id="656" name="Google Shape;644;p34"/>
              <p:cNvSpPr/>
              <p:nvPr/>
            </p:nvSpPr>
            <p:spPr>
              <a:xfrm>
                <a:off x="8749440" y="459648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657" name="Google Shape;645;p34"/>
              <p:cNvGrpSpPr/>
              <p:nvPr/>
            </p:nvGrpSpPr>
            <p:grpSpPr>
              <a:xfrm>
                <a:off x="8673120" y="4515840"/>
                <a:ext cx="2272320" cy="1289880"/>
                <a:chOff x="8673120" y="4515840"/>
                <a:chExt cx="2272320" cy="1289880"/>
              </a:xfrm>
            </p:grpSpPr>
            <p:sp>
              <p:nvSpPr>
                <p:cNvPr id="658" name="Google Shape;646;p34"/>
                <p:cNvSpPr/>
                <p:nvPr/>
              </p:nvSpPr>
              <p:spPr>
                <a:xfrm>
                  <a:off x="8842680" y="463788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59" name="Google Shape;647;p34"/>
                <p:cNvSpPr/>
                <p:nvPr/>
              </p:nvSpPr>
              <p:spPr>
                <a:xfrm>
                  <a:off x="874260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Kubelet</a:t>
                  </a:r>
                  <a:endParaRPr b="0" lang="en-US" sz="1400" strike="noStrike" u="none">
                    <a:solidFill>
                      <a:srgbClr val="000000"/>
                    </a:solidFill>
                    <a:effectLst/>
                    <a:uFillTx/>
                    <a:latin typeface="Arial"/>
                  </a:endParaRPr>
                </a:p>
              </p:txBody>
            </p:sp>
            <p:sp>
              <p:nvSpPr>
                <p:cNvPr id="660" name="Google Shape;648;p34"/>
                <p:cNvSpPr/>
                <p:nvPr/>
              </p:nvSpPr>
              <p:spPr>
                <a:xfrm>
                  <a:off x="9853560" y="5127120"/>
                  <a:ext cx="1022760" cy="248760"/>
                </a:xfrm>
                <a:prstGeom prst="roundRect">
                  <a:avLst>
                    <a:gd name="adj" fmla="val 16667"/>
                  </a:avLst>
                </a:prstGeom>
                <a:solidFill>
                  <a:srgbClr val="86a6d2">
                    <a:alpha val="72000"/>
                  </a:srgbClr>
                </a:solidFill>
                <a:ln w="9525">
                  <a:solidFill>
                    <a:srgbClr val="44546a"/>
                  </a:solidFill>
                  <a:round/>
                </a:ln>
              </p:spPr>
              <p:style>
                <a:lnRef idx="0"/>
                <a:fillRef idx="0"/>
                <a:effectRef idx="0"/>
                <a:fontRef idx="minor"/>
              </p:style>
              <p:txBody>
                <a:bodyPr lIns="90000" rIns="90000" tIns="112320" bIns="112320" anchor="ctr">
                  <a:noAutofit/>
                </a:bodyPr>
                <a:p>
                  <a:pPr algn="ctr">
                    <a:lnSpc>
                      <a:spcPct val="100000"/>
                    </a:lnSpc>
                    <a:tabLst>
                      <a:tab algn="l" pos="0"/>
                    </a:tabLst>
                  </a:pPr>
                  <a:r>
                    <a:rPr b="1" lang="en-US" sz="1400" strike="noStrike" u="none">
                      <a:solidFill>
                        <a:srgbClr val="000000"/>
                      </a:solidFill>
                      <a:effectLst/>
                      <a:uFillTx/>
                      <a:latin typeface="Arial"/>
                      <a:ea typeface="Arial"/>
                    </a:rPr>
                    <a:t>Docker</a:t>
                  </a:r>
                  <a:endParaRPr b="0" lang="en-US" sz="1400" strike="noStrike" u="none">
                    <a:solidFill>
                      <a:srgbClr val="000000"/>
                    </a:solidFill>
                    <a:effectLst/>
                    <a:uFillTx/>
                    <a:latin typeface="Arial"/>
                  </a:endParaRPr>
                </a:p>
              </p:txBody>
            </p:sp>
            <p:sp>
              <p:nvSpPr>
                <p:cNvPr id="661" name="Google Shape;649;p34"/>
                <p:cNvSpPr/>
                <p:nvPr/>
              </p:nvSpPr>
              <p:spPr>
                <a:xfrm>
                  <a:off x="8673120" y="451584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grpSp>
        </p:grpSp>
        <p:sp>
          <p:nvSpPr>
            <p:cNvPr id="662" name="Google Shape;650;p34"/>
            <p:cNvSpPr/>
            <p:nvPr/>
          </p:nvSpPr>
          <p:spPr>
            <a:xfrm>
              <a:off x="8859600" y="470448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63" name="Google Shape;651;p34"/>
            <p:cNvSpPr/>
            <p:nvPr/>
          </p:nvSpPr>
          <p:spPr>
            <a:xfrm>
              <a:off x="9341280" y="470448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664" name="Google Shape;652;p34"/>
          <p:cNvSpPr/>
          <p:nvPr/>
        </p:nvSpPr>
        <p:spPr>
          <a:xfrm>
            <a:off x="5098320" y="3878280"/>
            <a:ext cx="2609640" cy="171360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Namespace 2</a:t>
            </a:r>
            <a:endParaRPr b="0" lang="en-US" sz="1400" strike="noStrike" u="none">
              <a:solidFill>
                <a:srgbClr val="000000"/>
              </a:solidFill>
              <a:effectLst/>
              <a:uFillTx/>
              <a:latin typeface="Arial"/>
            </a:endParaRPr>
          </a:p>
        </p:txBody>
      </p:sp>
      <p:sp>
        <p:nvSpPr>
          <p:cNvPr id="665" name="Google Shape;653;p34"/>
          <p:cNvSpPr/>
          <p:nvPr/>
        </p:nvSpPr>
        <p:spPr>
          <a:xfrm>
            <a:off x="5098320" y="1796760"/>
            <a:ext cx="2609640" cy="171360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t">
            <a:noAutofit/>
          </a:bodyPr>
          <a:p>
            <a:pPr algn="ctr">
              <a:lnSpc>
                <a:spcPct val="100000"/>
              </a:lnSpc>
              <a:tabLst>
                <a:tab algn="l" pos="0"/>
              </a:tabLst>
            </a:pPr>
            <a:r>
              <a:rPr b="1" lang="en-US" sz="1400" strike="noStrike" u="none">
                <a:solidFill>
                  <a:srgbClr val="000000"/>
                </a:solidFill>
                <a:effectLst/>
                <a:uFillTx/>
                <a:latin typeface="Arial"/>
                <a:ea typeface="Arial"/>
              </a:rPr>
              <a:t>Namespace 1</a:t>
            </a:r>
            <a:endParaRPr b="0" lang="en-US" sz="1400" strike="noStrike" u="none">
              <a:solidFill>
                <a:srgbClr val="000000"/>
              </a:solidFill>
              <a:effectLst/>
              <a:uFillTx/>
              <a:latin typeface="Arial"/>
            </a:endParaRPr>
          </a:p>
        </p:txBody>
      </p:sp>
      <p:sp>
        <p:nvSpPr>
          <p:cNvPr id="666" name="Google Shape;654;p34"/>
          <p:cNvSpPr/>
          <p:nvPr/>
        </p:nvSpPr>
        <p:spPr>
          <a:xfrm>
            <a:off x="5450040" y="247896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67" name="Google Shape;655;p34"/>
          <p:cNvSpPr/>
          <p:nvPr/>
        </p:nvSpPr>
        <p:spPr>
          <a:xfrm>
            <a:off x="6172560" y="247896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68" name="Google Shape;656;p34"/>
          <p:cNvSpPr/>
          <p:nvPr/>
        </p:nvSpPr>
        <p:spPr>
          <a:xfrm>
            <a:off x="6856200" y="247896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69" name="Google Shape;657;p34"/>
          <p:cNvSpPr/>
          <p:nvPr/>
        </p:nvSpPr>
        <p:spPr>
          <a:xfrm>
            <a:off x="5533560" y="48326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70" name="Google Shape;658;p34"/>
          <p:cNvSpPr/>
          <p:nvPr/>
        </p:nvSpPr>
        <p:spPr>
          <a:xfrm>
            <a:off x="6172560" y="483264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671" name="PlaceHolder 4"/>
          <p:cNvSpPr>
            <a:spLocks noGrp="1"/>
          </p:cNvSpPr>
          <p:nvPr>
            <p:ph type="title"/>
          </p:nvPr>
        </p:nvSpPr>
        <p:spPr>
          <a:xfrm>
            <a:off x="5396400" y="5629320"/>
            <a:ext cx="1927080" cy="907200"/>
          </a:xfrm>
          <a:prstGeom prst="rect">
            <a:avLst/>
          </a:prstGeom>
          <a:noFill/>
          <a:ln w="0">
            <a:noFill/>
          </a:ln>
        </p:spPr>
        <p:txBody>
          <a:bodyPr lIns="90000" rIns="90000" tIns="45000" bIns="45000" anchor="ctr">
            <a:noAutofit/>
          </a:bodyPr>
          <a:p>
            <a:pPr indent="0" algn="ctr">
              <a:lnSpc>
                <a:spcPct val="90000"/>
              </a:lnSpc>
              <a:buNone/>
              <a:tabLst>
                <a:tab algn="l" pos="0"/>
              </a:tabLst>
            </a:pPr>
            <a:r>
              <a:rPr b="0" lang="en-US" sz="3200" strike="noStrike" u="none">
                <a:solidFill>
                  <a:srgbClr val="233445"/>
                </a:solidFill>
                <a:effectLst/>
                <a:uFillTx/>
                <a:latin typeface="Helvetica Neue Light"/>
                <a:ea typeface="Helvetica Neue Light"/>
              </a:rPr>
              <a:t>Logical</a:t>
            </a:r>
            <a:endParaRPr b="0" lang="en-US" sz="3200" strike="noStrike" u="none">
              <a:solidFill>
                <a:srgbClr val="000000"/>
              </a:solidFill>
              <a:effectLst/>
              <a:uFillTx/>
              <a:latin typeface="Arial"/>
            </a:endParaRPr>
          </a:p>
        </p:txBody>
      </p:sp>
      <p:sp>
        <p:nvSpPr>
          <p:cNvPr id="672" name="PlaceHolder 5"/>
          <p:cNvSpPr>
            <a:spLocks noGrp="1"/>
          </p:cNvSpPr>
          <p:nvPr>
            <p:ph type="title"/>
          </p:nvPr>
        </p:nvSpPr>
        <p:spPr>
          <a:xfrm>
            <a:off x="8884080" y="5683680"/>
            <a:ext cx="1927080" cy="907200"/>
          </a:xfrm>
          <a:prstGeom prst="rect">
            <a:avLst/>
          </a:prstGeom>
          <a:noFill/>
          <a:ln w="0">
            <a:noFill/>
          </a:ln>
        </p:spPr>
        <p:txBody>
          <a:bodyPr lIns="90000" rIns="90000" tIns="45000" bIns="45000" anchor="ctr">
            <a:noAutofit/>
          </a:bodyPr>
          <a:p>
            <a:pPr indent="0" algn="ctr">
              <a:lnSpc>
                <a:spcPct val="90000"/>
              </a:lnSpc>
              <a:buNone/>
              <a:tabLst>
                <a:tab algn="l" pos="0"/>
              </a:tabLst>
            </a:pPr>
            <a:r>
              <a:rPr b="0" lang="en-US" sz="3200" strike="noStrike" u="none">
                <a:solidFill>
                  <a:srgbClr val="233445"/>
                </a:solidFill>
                <a:effectLst/>
                <a:uFillTx/>
                <a:latin typeface="Helvetica Neue Light"/>
                <a:ea typeface="Helvetica Neue Light"/>
              </a:rPr>
              <a:t>Physical</a:t>
            </a:r>
            <a:endParaRPr b="0" lang="en-US" sz="3200" strike="noStrike" u="none">
              <a:solidFill>
                <a:srgbClr val="000000"/>
              </a:solidFill>
              <a:effectLst/>
              <a:uFillTx/>
              <a:latin typeface="Arial"/>
            </a:endParaRPr>
          </a:p>
        </p:txBody>
      </p:sp>
      <p:grpSp>
        <p:nvGrpSpPr>
          <p:cNvPr id="673" name="Google Shape;661;p34"/>
          <p:cNvGrpSpPr/>
          <p:nvPr/>
        </p:nvGrpSpPr>
        <p:grpSpPr>
          <a:xfrm>
            <a:off x="8673120" y="1502280"/>
            <a:ext cx="2348640" cy="1370520"/>
            <a:chOff x="8673120" y="1502280"/>
            <a:chExt cx="2348640" cy="1370520"/>
          </a:xfrm>
        </p:grpSpPr>
        <p:grpSp>
          <p:nvGrpSpPr>
            <p:cNvPr id="674" name="Google Shape;662;p34"/>
            <p:cNvGrpSpPr/>
            <p:nvPr/>
          </p:nvGrpSpPr>
          <p:grpSpPr>
            <a:xfrm>
              <a:off x="8673120" y="1502280"/>
              <a:ext cx="2348640" cy="1370520"/>
              <a:chOff x="8673120" y="1502280"/>
              <a:chExt cx="2348640" cy="1370520"/>
            </a:xfrm>
          </p:grpSpPr>
          <p:grpSp>
            <p:nvGrpSpPr>
              <p:cNvPr id="675" name="Google Shape;663;p34"/>
              <p:cNvGrpSpPr/>
              <p:nvPr/>
            </p:nvGrpSpPr>
            <p:grpSpPr>
              <a:xfrm>
                <a:off x="8673120" y="1502280"/>
                <a:ext cx="2348640" cy="1370520"/>
                <a:chOff x="8673120" y="1502280"/>
                <a:chExt cx="2348640" cy="1370520"/>
              </a:xfrm>
            </p:grpSpPr>
            <p:sp>
              <p:nvSpPr>
                <p:cNvPr id="676" name="Google Shape;664;p34"/>
                <p:cNvSpPr/>
                <p:nvPr/>
              </p:nvSpPr>
              <p:spPr>
                <a:xfrm>
                  <a:off x="8749440" y="1582920"/>
                  <a:ext cx="2272320" cy="1289880"/>
                </a:xfrm>
                <a:prstGeom prst="roundRect">
                  <a:avLst>
                    <a:gd name="adj" fmla="val 16667"/>
                  </a:avLst>
                </a:prstGeom>
                <a:gradFill rotWithShape="0">
                  <a:gsLst>
                    <a:gs pos="0">
                      <a:srgbClr val="d9d9d9"/>
                    </a:gs>
                    <a:gs pos="100000">
                      <a:srgbClr val="f3f3f3"/>
                    </a:gs>
                  </a:gsLst>
                  <a:path path="circle">
                    <a:fillToRect l="49000" t="49000" r="51000" b="51000"/>
                  </a:path>
                </a:gradFill>
                <a:ln w="0">
                  <a:noFill/>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endParaRPr b="0" lang="en-US" sz="1400" strike="noStrike" u="none">
                    <a:solidFill>
                      <a:srgbClr val="000000"/>
                    </a:solidFill>
                    <a:effectLst/>
                    <a:uFillTx/>
                    <a:latin typeface="Arial"/>
                  </a:endParaRPr>
                </a:p>
              </p:txBody>
            </p:sp>
            <p:grpSp>
              <p:nvGrpSpPr>
                <p:cNvPr id="677" name="Google Shape;665;p34"/>
                <p:cNvGrpSpPr/>
                <p:nvPr/>
              </p:nvGrpSpPr>
              <p:grpSpPr>
                <a:xfrm>
                  <a:off x="8673120" y="1502280"/>
                  <a:ext cx="2272320" cy="1289880"/>
                  <a:chOff x="8673120" y="1502280"/>
                  <a:chExt cx="2272320" cy="1289880"/>
                </a:xfrm>
              </p:grpSpPr>
              <p:sp>
                <p:nvSpPr>
                  <p:cNvPr id="678" name="Google Shape;666;p34"/>
                  <p:cNvSpPr/>
                  <p:nvPr/>
                </p:nvSpPr>
                <p:spPr>
                  <a:xfrm>
                    <a:off x="8673120" y="1502280"/>
                    <a:ext cx="2272320" cy="1289880"/>
                  </a:xfrm>
                  <a:prstGeom prst="roundRect">
                    <a:avLst>
                      <a:gd name="adj" fmla="val 16667"/>
                    </a:avLst>
                  </a:prstGeom>
                  <a:solidFill>
                    <a:schemeClr val="lt2"/>
                  </a:solidFill>
                  <a:ln w="19050">
                    <a:solidFill>
                      <a:srgbClr val="233445"/>
                    </a:solidFill>
                    <a:round/>
                  </a:ln>
                </p:spPr>
                <p:style>
                  <a:lnRef idx="0"/>
                  <a:fillRef idx="0"/>
                  <a:effectRef idx="0"/>
                  <a:fontRef idx="minor"/>
                </p:style>
                <p:txBody>
                  <a:bodyPr lIns="90000" rIns="90000" tIns="91440" bIns="91440" anchor="b">
                    <a:noAutofit/>
                  </a:bodyPr>
                  <a:p>
                    <a:pPr algn="ctr">
                      <a:lnSpc>
                        <a:spcPct val="100000"/>
                      </a:lnSpc>
                      <a:tabLst>
                        <a:tab algn="l" pos="0"/>
                      </a:tabLst>
                    </a:pPr>
                    <a:endParaRPr b="0" lang="en-US" sz="1400" strike="noStrike" u="none">
                      <a:solidFill>
                        <a:srgbClr val="000000"/>
                      </a:solidFill>
                      <a:effectLst/>
                      <a:uFillTx/>
                      <a:latin typeface="Arial"/>
                    </a:endParaRPr>
                  </a:p>
                  <a:p>
                    <a:pPr algn="ctr">
                      <a:lnSpc>
                        <a:spcPct val="100000"/>
                      </a:lnSpc>
                      <a:tabLst>
                        <a:tab algn="l" pos="0"/>
                      </a:tabLst>
                    </a:pPr>
                    <a:r>
                      <a:rPr b="1" lang="en-US" sz="1400" strike="noStrike" u="none">
                        <a:solidFill>
                          <a:srgbClr val="000000"/>
                        </a:solidFill>
                        <a:effectLst/>
                        <a:uFillTx/>
                        <a:latin typeface="Arial"/>
                        <a:ea typeface="Arial"/>
                      </a:rPr>
                      <a:t>Node</a:t>
                    </a:r>
                    <a:endParaRPr b="0" lang="en-US" sz="1400" strike="noStrike" u="none">
                      <a:solidFill>
                        <a:srgbClr val="000000"/>
                      </a:solidFill>
                      <a:effectLst/>
                      <a:uFillTx/>
                      <a:latin typeface="Arial"/>
                    </a:endParaRPr>
                  </a:p>
                </p:txBody>
              </p:sp>
              <p:sp>
                <p:nvSpPr>
                  <p:cNvPr id="679" name="Google Shape;667;p34"/>
                  <p:cNvSpPr/>
                  <p:nvPr/>
                </p:nvSpPr>
                <p:spPr>
                  <a:xfrm>
                    <a:off x="8842680" y="1624320"/>
                    <a:ext cx="374760" cy="349200"/>
                  </a:xfrm>
                  <a:prstGeom prst="snip1Rect">
                    <a:avLst>
                      <a:gd name="adj" fmla="val 16667"/>
                    </a:avLst>
                  </a:prstGeom>
                  <a:solidFill>
                    <a:srgbClr val="f1c232"/>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grpSp>
          <p:sp>
            <p:nvSpPr>
              <p:cNvPr id="680" name="Google Shape;668;p34"/>
              <p:cNvSpPr/>
              <p:nvPr/>
            </p:nvSpPr>
            <p:spPr>
              <a:xfrm>
                <a:off x="9343080" y="1624320"/>
                <a:ext cx="374760" cy="349200"/>
              </a:xfrm>
              <a:prstGeom prst="snip1Rect">
                <a:avLst>
                  <a:gd name="adj" fmla="val 16667"/>
                </a:avLst>
              </a:prstGeom>
              <a:solidFill>
                <a:srgbClr val="93c47d"/>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681" name="Google Shape;669;p34"/>
            <p:cNvSpPr/>
            <p:nvPr/>
          </p:nvSpPr>
          <p:spPr>
            <a:xfrm>
              <a:off x="9834120" y="1633680"/>
              <a:ext cx="374760" cy="349200"/>
            </a:xfrm>
            <a:prstGeom prst="snip1Rect">
              <a:avLst>
                <a:gd name="adj" fmla="val 16667"/>
              </a:avLst>
            </a:prstGeom>
            <a:solidFill>
              <a:srgbClr val="6fa8dc"/>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grpSp>
      <p:sp>
        <p:nvSpPr>
          <p:cNvPr id="682" name="Google Shape;670;p34"/>
          <p:cNvSpPr/>
          <p:nvPr/>
        </p:nvSpPr>
        <p:spPr>
          <a:xfrm>
            <a:off x="6811200" y="4832640"/>
            <a:ext cx="374760" cy="349200"/>
          </a:xfrm>
          <a:prstGeom prst="snip1Rect">
            <a:avLst>
              <a:gd name="adj" fmla="val 16667"/>
            </a:avLst>
          </a:prstGeom>
          <a:solidFill>
            <a:srgbClr val="6fa8dc"/>
          </a:solidFill>
          <a:ln w="9525">
            <a:solidFill>
              <a:srgbClr val="44546a"/>
            </a:solidFill>
            <a:round/>
          </a:ln>
        </p:spPr>
        <p:style>
          <a:lnRef idx="0"/>
          <a:fillRef idx="0"/>
          <a:effectRef idx="0"/>
          <a:fontRef idx="minor"/>
        </p:style>
        <p:txBody>
          <a:bodyPr lIns="90000" rIns="90000" tIns="160200" bIns="160200" anchor="ctr">
            <a:noAutofit/>
          </a:bodyPr>
          <a:p>
            <a:pPr>
              <a:lnSpc>
                <a:spcPct val="100000"/>
              </a:lnSpc>
              <a:tabLst>
                <a:tab algn="l" pos="0"/>
              </a:tabLst>
            </a:pPr>
            <a:r>
              <a:rPr b="1" lang="en-US" sz="600" strike="noStrike" u="none">
                <a:solidFill>
                  <a:srgbClr val="000000"/>
                </a:solidFill>
                <a:effectLst/>
                <a:uFillTx/>
                <a:latin typeface="Arial"/>
                <a:ea typeface="Arial"/>
              </a:rPr>
              <a:t>App</a:t>
            </a:r>
            <a:endParaRPr b="0" lang="en-US" sz="600" strike="noStrike" u="none">
              <a:solidFill>
                <a:srgbClr val="000000"/>
              </a:solidFill>
              <a:effectLst/>
              <a:uFillTx/>
              <a:latin typeface="Arial"/>
            </a:endParaRPr>
          </a:p>
        </p:txBody>
      </p:sp>
      <p:sp>
        <p:nvSpPr>
          <p:cNvPr id="7" name="PlaceHolder 6"/>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3" name="PlaceHolder 1"/>
          <p:cNvSpPr>
            <a:spLocks noGrp="1"/>
          </p:cNvSpPr>
          <p:nvPr>
            <p:ph type="sldNum" idx="58"/>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74FD830F-0C0F-4984-8621-0002BD0680A1}"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684" name="Google Shape;676;p35"/>
          <p:cNvSpPr/>
          <p:nvPr/>
        </p:nvSpPr>
        <p:spPr>
          <a:xfrm>
            <a:off x="952560" y="324000"/>
            <a:ext cx="11230920" cy="907200"/>
          </a:xfrm>
          <a:prstGeom prst="rect">
            <a:avLst/>
          </a:prstGeom>
          <a:noFill/>
          <a:ln w="0">
            <a:noFill/>
          </a:ln>
        </p:spPr>
        <p:style>
          <a:lnRef idx="0"/>
          <a:fillRef idx="0"/>
          <a:effectRef idx="0"/>
          <a:fontRef idx="minor"/>
        </p:style>
        <p:txBody>
          <a:bodyPr lIns="90000" rIns="90000" tIns="45000" bIns="45000" anchor="ctr">
            <a:noAutofit/>
          </a:bodyPr>
          <a:p>
            <a:pPr>
              <a:lnSpc>
                <a:spcPct val="90000"/>
              </a:lnSpc>
              <a:tabLst>
                <a:tab algn="l" pos="0"/>
              </a:tabLst>
            </a:pPr>
            <a:r>
              <a:rPr b="0" lang="en-US" sz="3200" strike="noStrike" u="none">
                <a:solidFill>
                  <a:srgbClr val="233445"/>
                </a:solidFill>
                <a:effectLst/>
                <a:uFillTx/>
                <a:latin typeface="Helvetica Neue Light"/>
                <a:ea typeface="Helvetica Neue Light"/>
              </a:rPr>
              <a:t>Lab</a:t>
            </a:r>
            <a:endParaRPr b="0" lang="en-US" sz="3200" strike="noStrike" u="none">
              <a:solidFill>
                <a:srgbClr val="000000"/>
              </a:solidFill>
              <a:effectLst/>
              <a:uFillTx/>
              <a:latin typeface="Arial"/>
            </a:endParaRPr>
          </a:p>
        </p:txBody>
      </p:sp>
      <p:sp>
        <p:nvSpPr>
          <p:cNvPr id="685" name="Google Shape;677;p35"/>
          <p:cNvSpPr/>
          <p:nvPr/>
        </p:nvSpPr>
        <p:spPr>
          <a:xfrm>
            <a:off x="-11880" y="1232280"/>
            <a:ext cx="12202920" cy="5304240"/>
          </a:xfrm>
          <a:prstGeom prst="rect">
            <a:avLst/>
          </a:prstGeom>
          <a:gradFill rotWithShape="0">
            <a:gsLst>
              <a:gs pos="0">
                <a:srgbClr val="d9d9d9"/>
              </a:gs>
              <a:gs pos="100000">
                <a:srgbClr val="f3f3f3"/>
              </a:gs>
            </a:gsLst>
            <a:lin ang="5400000"/>
          </a:gra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6" name="Google Shape;679;p35"/>
          <p:cNvSpPr/>
          <p:nvPr/>
        </p:nvSpPr>
        <p:spPr>
          <a:xfrm>
            <a:off x="0" y="1512000"/>
            <a:ext cx="12191040" cy="3054240"/>
          </a:xfrm>
          <a:prstGeom prst="rect">
            <a:avLst/>
          </a:prstGeom>
          <a:noFill/>
          <a:ln w="0">
            <a:noFill/>
          </a:ln>
        </p:spPr>
        <p:style>
          <a:lnRef idx="0"/>
          <a:fillRef idx="0"/>
          <a:effectRef idx="0"/>
          <a:fontRef idx="minor"/>
        </p:style>
        <p:txBody>
          <a:bodyPr lIns="90000" rIns="90000" tIns="46800" bIns="45000" anchor="ctr">
            <a:noAutofit/>
          </a:bodyPr>
          <a:p>
            <a:pPr marL="457200" algn="ctr">
              <a:lnSpc>
                <a:spcPct val="90000"/>
              </a:lnSpc>
              <a:tabLst>
                <a:tab algn="l" pos="0"/>
              </a:tabLst>
            </a:pPr>
            <a:r>
              <a:rPr b="1" lang="en-US" sz="5500" strike="noStrike" u="none">
                <a:solidFill>
                  <a:srgbClr val="980714"/>
                </a:solidFill>
                <a:effectLst/>
                <a:uFillTx/>
                <a:latin typeface="Calibri"/>
                <a:ea typeface="Calibri"/>
              </a:rPr>
              <a:t>Kubernetes Basics</a:t>
            </a:r>
            <a:endParaRPr b="0" lang="en-US" sz="5500" strike="noStrike" u="none">
              <a:solidFill>
                <a:srgbClr val="980714"/>
              </a:solidFill>
              <a:effectLst/>
              <a:uFillTx/>
              <a:latin typeface="Arial"/>
            </a:endParaRPr>
          </a:p>
        </p:txBody>
      </p:sp>
      <p:sp>
        <p:nvSpPr>
          <p:cNvPr id="687" name="Google Shape;680;p35"/>
          <p:cNvSpPr/>
          <p:nvPr/>
        </p:nvSpPr>
        <p:spPr>
          <a:xfrm>
            <a:off x="-18000" y="0"/>
            <a:ext cx="12202920" cy="322920"/>
          </a:xfrm>
          <a:prstGeom prst="rect">
            <a:avLst/>
          </a:prstGeom>
          <a:solidFill>
            <a:srgbClr val="d9d9d9"/>
          </a:solidFill>
          <a:ln w="0">
            <a:noFill/>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88" name="Google Shape;681;p35"/>
          <p:cNvSpPr/>
          <p:nvPr/>
        </p:nvSpPr>
        <p:spPr>
          <a:xfrm>
            <a:off x="-11160" y="333000"/>
            <a:ext cx="12191040" cy="907200"/>
          </a:xfrm>
          <a:prstGeom prst="rect">
            <a:avLst/>
          </a:prstGeom>
          <a:noFill/>
          <a:ln w="28575">
            <a:solidFill>
              <a:srgbClr val="44546a"/>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 name="PlaceHolder 2"/>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9"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How do you pronounce Kubectl</a:t>
            </a:r>
            <a:endParaRPr b="0" lang="en-US" sz="3200" strike="noStrike" u="none">
              <a:solidFill>
                <a:srgbClr val="000000"/>
              </a:solidFill>
              <a:effectLst/>
              <a:uFillTx/>
              <a:latin typeface="Arial"/>
            </a:endParaRPr>
          </a:p>
        </p:txBody>
      </p:sp>
      <p:sp>
        <p:nvSpPr>
          <p:cNvPr id="690" name="PlaceHolder 2"/>
          <p:cNvSpPr>
            <a:spLocks noGrp="1"/>
          </p:cNvSpPr>
          <p:nvPr>
            <p:ph/>
          </p:nvPr>
        </p:nvSpPr>
        <p:spPr>
          <a:xfrm>
            <a:off x="828000" y="1512000"/>
            <a:ext cx="10510920" cy="467892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Cube Cuddle</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Cube Control</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Cube See Tee El</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4. It doesn't matter</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691" name="PlaceHolder 3"/>
          <p:cNvSpPr>
            <a:spLocks noGrp="1"/>
          </p:cNvSpPr>
          <p:nvPr>
            <p:ph type="sldNum" idx="59"/>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27ADEC79-84B1-4D9E-A6AA-11AC9CCD6602}"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What is Kubelet?</a:t>
            </a:r>
            <a:endParaRPr b="0" lang="en-US" sz="3200" strike="noStrike" u="none">
              <a:solidFill>
                <a:srgbClr val="000000"/>
              </a:solidFill>
              <a:effectLst/>
              <a:uFillTx/>
              <a:latin typeface="Arial"/>
            </a:endParaRPr>
          </a:p>
        </p:txBody>
      </p:sp>
      <p:sp>
        <p:nvSpPr>
          <p:cNvPr id="693" name="PlaceHolder 2"/>
          <p:cNvSpPr>
            <a:spLocks noGrp="1"/>
          </p:cNvSpPr>
          <p:nvPr>
            <p:ph/>
          </p:nvPr>
        </p:nvSpPr>
        <p:spPr>
          <a:xfrm>
            <a:off x="828000" y="1512000"/>
            <a:ext cx="10510920" cy="4678920"/>
          </a:xfrm>
          <a:prstGeom prst="rect">
            <a:avLst/>
          </a:prstGeom>
          <a:noFill/>
          <a:ln w="0">
            <a:noFill/>
          </a:ln>
        </p:spPr>
        <p:txBody>
          <a:bodyPr lIns="90000" rIns="90000" tIns="46800" bIns="45000" anchor="t">
            <a:noAutofit/>
          </a:bodyPr>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1. An agent that runs on the node and communicates information to the master(s)</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2. A lightweight Kubernetes distribution</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3. Backend storage service for cluster information</a:t>
            </a:r>
            <a:endParaRPr b="0" lang="en-US" sz="2400" strike="noStrike" u="none">
              <a:solidFill>
                <a:srgbClr val="000000"/>
              </a:solidFill>
              <a:effectLst/>
              <a:uFillTx/>
              <a:latin typeface="Arial"/>
            </a:endParaRPr>
          </a:p>
          <a:p>
            <a:pPr indent="0">
              <a:lnSpc>
                <a:spcPct val="90000"/>
              </a:lnSpc>
              <a:spcBef>
                <a:spcPts val="1001"/>
              </a:spcBef>
              <a:buNone/>
              <a:tabLst>
                <a:tab algn="l" pos="0"/>
              </a:tabLst>
            </a:pPr>
            <a:endParaRPr b="0" lang="en-US" sz="2400" strike="noStrike" u="none">
              <a:solidFill>
                <a:srgbClr val="000000"/>
              </a:solidFill>
              <a:effectLst/>
              <a:uFillTx/>
              <a:latin typeface="Arial"/>
            </a:endParaRPr>
          </a:p>
          <a:p>
            <a:pPr indent="0">
              <a:lnSpc>
                <a:spcPct val="90000"/>
              </a:lnSpc>
              <a:spcBef>
                <a:spcPts val="1001"/>
              </a:spcBef>
              <a:buNone/>
              <a:tabLst>
                <a:tab algn="l" pos="0"/>
              </a:tabLst>
            </a:pPr>
            <a:r>
              <a:rPr b="0" lang="en-US" sz="2400" strike="noStrike" u="none">
                <a:solidFill>
                  <a:srgbClr val="3f3f3f"/>
                </a:solidFill>
                <a:effectLst/>
                <a:uFillTx/>
                <a:latin typeface="Helvetica Neue Light"/>
                <a:ea typeface="Helvetica Neue Light"/>
              </a:rPr>
              <a:t>4. A shakespearean tale about a container seeking revenge against the one who killed Kubelet's father</a:t>
            </a:r>
            <a:endParaRPr b="0" lang="en-US" sz="2400" strike="noStrike" u="none">
              <a:solidFill>
                <a:srgbClr val="000000"/>
              </a:solidFill>
              <a:effectLst/>
              <a:uFillTx/>
              <a:latin typeface="Arial"/>
            </a:endParaRPr>
          </a:p>
        </p:txBody>
      </p:sp>
      <p:sp>
        <p:nvSpPr>
          <p:cNvPr id="694" name="PlaceHolder 3"/>
          <p:cNvSpPr>
            <a:spLocks noGrp="1"/>
          </p:cNvSpPr>
          <p:nvPr>
            <p:ph type="sldNum" idx="60"/>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6685E680-C911-48CC-A9E5-4C763B7440FC}"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5" name="PlaceHolder 1"/>
          <p:cNvSpPr>
            <a:spLocks noGrp="1"/>
          </p:cNvSpPr>
          <p:nvPr>
            <p:ph type="title"/>
          </p:nvPr>
        </p:nvSpPr>
        <p:spPr>
          <a:xfrm>
            <a:off x="952560" y="324000"/>
            <a:ext cx="11230920" cy="907200"/>
          </a:xfrm>
          <a:prstGeom prst="rect">
            <a:avLst/>
          </a:prstGeom>
          <a:noFill/>
          <a:ln w="0">
            <a:noFill/>
          </a:ln>
        </p:spPr>
        <p:txBody>
          <a:bodyPr lIns="90000" rIns="90000" tIns="45000" bIns="45000" anchor="ctr">
            <a:noAutofit/>
          </a:bodyPr>
          <a:p>
            <a:pPr indent="0">
              <a:lnSpc>
                <a:spcPct val="90000"/>
              </a:lnSpc>
              <a:buNone/>
              <a:tabLst>
                <a:tab algn="l" pos="0"/>
              </a:tabLst>
            </a:pPr>
            <a:r>
              <a:rPr b="0" lang="en-US" sz="3200" strike="noStrike" u="none">
                <a:solidFill>
                  <a:srgbClr val="233445"/>
                </a:solidFill>
                <a:effectLst/>
                <a:uFillTx/>
                <a:latin typeface="Helvetica Neue Light"/>
                <a:ea typeface="Helvetica Neue Light"/>
              </a:rPr>
              <a:t>Additional Resources</a:t>
            </a:r>
            <a:endParaRPr b="0" lang="en-US" sz="3200" strike="noStrike" u="none">
              <a:solidFill>
                <a:srgbClr val="000000"/>
              </a:solidFill>
              <a:effectLst/>
              <a:uFillTx/>
              <a:latin typeface="Arial"/>
            </a:endParaRPr>
          </a:p>
        </p:txBody>
      </p:sp>
      <p:sp>
        <p:nvSpPr>
          <p:cNvPr id="696" name="PlaceHolder 2"/>
          <p:cNvSpPr>
            <a:spLocks noGrp="1"/>
          </p:cNvSpPr>
          <p:nvPr>
            <p:ph/>
          </p:nvPr>
        </p:nvSpPr>
        <p:spPr>
          <a:xfrm>
            <a:off x="828000" y="1512000"/>
            <a:ext cx="10510920" cy="4678920"/>
          </a:xfrm>
          <a:prstGeom prst="rect">
            <a:avLst/>
          </a:prstGeom>
          <a:noFill/>
          <a:ln w="0">
            <a:noFill/>
          </a:ln>
        </p:spPr>
        <p:txBody>
          <a:bodyPr lIns="90000" rIns="90000" tIns="46800" bIns="45000" anchor="t">
            <a:noAutofit/>
          </a:bodyPr>
          <a:p>
            <a:pPr marL="457200" indent="-380880">
              <a:lnSpc>
                <a:spcPct val="90000"/>
              </a:lnSpc>
              <a:spcBef>
                <a:spcPts val="1001"/>
              </a:spcBef>
              <a:buClr>
                <a:srgbClr val="3f3f3f"/>
              </a:buClr>
              <a:buFont typeface="Helvetica Neue Light"/>
              <a:buChar char="•"/>
            </a:pPr>
            <a:r>
              <a:rPr b="0" lang="en-US" sz="2400" strike="noStrike" u="none">
                <a:solidFill>
                  <a:srgbClr val="3f3f3f"/>
                </a:solidFill>
                <a:effectLst/>
                <a:uFillTx/>
                <a:latin typeface="Helvetica Neue Light"/>
                <a:ea typeface="Helvetica Neue Light"/>
              </a:rPr>
              <a:t>Kubernetes - </a:t>
            </a:r>
            <a:r>
              <a:rPr b="0" lang="en-US" sz="2400" strike="noStrike" u="sng">
                <a:solidFill>
                  <a:srgbClr val="0563c1"/>
                </a:solidFill>
                <a:effectLst/>
                <a:uFillTx/>
                <a:latin typeface="Helvetica Neue Light"/>
                <a:ea typeface="Helvetica Neue Light"/>
                <a:hlinkClick r:id="rId1"/>
              </a:rPr>
              <a:t>https://kubernetes.io</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380880">
              <a:lnSpc>
                <a:spcPct val="90000"/>
              </a:lnSpc>
              <a:spcBef>
                <a:spcPts val="1001"/>
              </a:spcBef>
              <a:buClr>
                <a:srgbClr val="3f3f3f"/>
              </a:buClr>
              <a:buFont typeface="Helvetica Neue Light"/>
              <a:buChar char="•"/>
              <a:tabLst>
                <a:tab algn="l" pos="0"/>
              </a:tabLst>
            </a:pPr>
            <a:r>
              <a:rPr b="0" lang="en-US" sz="2400" strike="noStrike" u="none">
                <a:solidFill>
                  <a:srgbClr val="3f3f3f"/>
                </a:solidFill>
                <a:effectLst/>
                <a:uFillTx/>
                <a:latin typeface="Helvetica Neue Light"/>
                <a:ea typeface="Helvetica Neue Light"/>
              </a:rPr>
              <a:t>Kubectl Overview</a:t>
            </a:r>
            <a:br>
              <a:rPr sz="2400"/>
            </a:br>
            <a:r>
              <a:rPr b="0" lang="en-US" sz="2400" strike="noStrike" u="sng">
                <a:solidFill>
                  <a:srgbClr val="0563c1"/>
                </a:solidFill>
                <a:effectLst/>
                <a:uFillTx/>
                <a:latin typeface="Helvetica Neue Light"/>
                <a:ea typeface="Helvetica Neue Light"/>
                <a:hlinkClick r:id="rId2"/>
              </a:rPr>
              <a:t>https://kubernetes.io/docs/reference/kubectl/overview/</a:t>
            </a:r>
            <a:r>
              <a:rPr b="0" lang="en-US" sz="2400" strike="noStrike" u="none">
                <a:solidFill>
                  <a:srgbClr val="3f3f3f"/>
                </a:solidFill>
                <a:effectLst/>
                <a:uFillTx/>
                <a:latin typeface="Helvetica Neue Light"/>
                <a:ea typeface="Helvetica Neue Light"/>
              </a:rPr>
              <a:t> </a:t>
            </a: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a:p>
            <a:pPr marL="457200" indent="0">
              <a:lnSpc>
                <a:spcPct val="90000"/>
              </a:lnSpc>
              <a:spcBef>
                <a:spcPts val="1001"/>
              </a:spcBef>
              <a:buNone/>
              <a:tabLst>
                <a:tab algn="l" pos="0"/>
              </a:tabLst>
            </a:pPr>
            <a:endParaRPr b="0" lang="en-US" sz="2400" strike="noStrike" u="none">
              <a:solidFill>
                <a:srgbClr val="000000"/>
              </a:solidFill>
              <a:effectLst/>
              <a:uFillTx/>
              <a:latin typeface="Arial"/>
            </a:endParaRPr>
          </a:p>
        </p:txBody>
      </p:sp>
      <p:sp>
        <p:nvSpPr>
          <p:cNvPr id="697" name="PlaceHolder 3"/>
          <p:cNvSpPr>
            <a:spLocks noGrp="1"/>
          </p:cNvSpPr>
          <p:nvPr>
            <p:ph type="sldNum" idx="61"/>
          </p:nvPr>
        </p:nvSpPr>
        <p:spPr>
          <a:xfrm>
            <a:off x="11340000" y="6537240"/>
            <a:ext cx="833040" cy="297360"/>
          </a:xfrm>
          <a:prstGeom prst="rect">
            <a:avLst/>
          </a:prstGeom>
          <a:noFill/>
          <a:ln w="0">
            <a:noFill/>
          </a:ln>
        </p:spPr>
        <p:txBody>
          <a:bodyPr lIns="90000" rIns="90000" tIns="45000" bIns="45000" anchor="ctr">
            <a:noAutofit/>
          </a:bodyPr>
          <a:lstStyle>
            <a:lvl1pPr indent="0" algn="ctr">
              <a:lnSpc>
                <a:spcPct val="100000"/>
              </a:lnSpc>
              <a:buNone/>
              <a:tabLst>
                <a:tab algn="l" pos="0"/>
              </a:tabLst>
              <a:defRPr b="0" lang="en-US" sz="1600" strike="noStrike" u="none">
                <a:solidFill>
                  <a:srgbClr val="ffffff"/>
                </a:solidFill>
                <a:effectLst/>
                <a:uFillTx/>
                <a:latin typeface="Helvetica Neue Light"/>
                <a:ea typeface="Helvetica Neue Light"/>
              </a:defRPr>
            </a:lvl1pPr>
          </a:lstStyle>
          <a:p>
            <a:pPr indent="0" algn="ctr">
              <a:lnSpc>
                <a:spcPct val="100000"/>
              </a:lnSpc>
              <a:buNone/>
              <a:tabLst>
                <a:tab algn="l" pos="0"/>
              </a:tabLst>
            </a:pPr>
            <a:fld id="{1230FFDC-EA35-42DF-A476-F248424AFA34}" type="slidenum">
              <a:rPr b="0" lang="en-US" sz="1600" strike="noStrike" u="none">
                <a:solidFill>
                  <a:srgbClr val="ffffff"/>
                </a:solidFill>
                <a:effectLst/>
                <a:uFillTx/>
                <a:latin typeface="Helvetica Neue Light"/>
                <a:ea typeface="Helvetica Neue Light"/>
              </a:rPr>
              <a:t>&lt;number&gt;</a:t>
            </a:fld>
            <a:endParaRPr b="0" lang="en-US" sz="1600" strike="noStrike" u="none">
              <a:solidFill>
                <a:srgbClr val="000000"/>
              </a:solidFill>
              <a:effectLst/>
              <a:uFillTx/>
              <a:latin typeface="Times New Roman"/>
            </a:endParaRPr>
          </a:p>
        </p:txBody>
      </p:sp>
      <p:sp>
        <p:nvSpPr>
          <p:cNvPr id="5" name="PlaceHolder 4"/>
          <p:cNvSpPr>
            <a:spLocks noGrp="1"/>
          </p:cNvSpPr>
          <p:nvPr>
            <p:ph type="ftr" idx="1"/>
          </p:nvPr>
        </p:nvSpPr>
        <p:spPr/>
        <p:txBody>
          <a:bodyPr/>
          <a:p>
            <a:r>
              <a:t>Copyright 2023 JR Rickerson</a:t>
            </a: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miter/>
        </a:ln>
        <a:ln w="25400" cap="flat" cmpd="sng" algn="ctr">
          <a:prstDash val="solid"/>
          <a:miter/>
        </a:ln>
        <a:ln w="38100" cap="flat" cmpd="sng" algn="ctr">
          <a:prstDash val="solid"/>
          <a:miter/>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22</TotalTime>
  <Application>LibreOffice/25.2.6.2$Linux_X86_64 LibreOffice_project/520$Build-2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2025-10-27T17:00:59Z</dcterms:modified>
  <cp:revision>8</cp:revision>
  <dc:subject/>
  <dc:title/>
</cp:coreProperties>
</file>

<file path=docProps/custom.xml><?xml version="1.0" encoding="utf-8"?>
<Properties xmlns="http://schemas.openxmlformats.org/officeDocument/2006/custom-properties" xmlns:vt="http://schemas.openxmlformats.org/officeDocument/2006/docPropsVTypes"/>
</file>