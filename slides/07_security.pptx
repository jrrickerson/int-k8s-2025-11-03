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37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4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4FAF7E5-970D-4E10-B43A-05F0549A0C0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D6DF97-436D-4D53-AFCA-B5D6222ED42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268BD6-A34F-470D-982B-5891D7067D5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7EEA9F-5FE0-4C32-9B0B-EC69217EE46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DC5477-795E-4EEB-884A-278BEAA50AE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E1F28E-198A-401D-8A03-34E987A519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B87326-2628-4047-8D62-165762BCAD5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 can also tell kubernetes that we always want a certain amount of resources available for our pod to use, even if it's not currently using them. This is important when a Pod is scheduled to a node.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1BB66F-53BB-453B-96FC-C9605529EC3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 can also tell kubernetes that we always want a certain amount of resources available for our pod to use, even if it's not currently using them. This is important when a Pod is scheduled to a node.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61C0D0-9DA3-4EB4-B469-C9BB00E585F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A5CB42-617B-41CD-B120-25B8E06FA2C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 can also tell kubernetes that we always want a certain amount of resources available for our pod to use, even if it's not currently using them. This is important when a Pod is scheduled to a node.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17939B-5700-455D-8192-70EC7ECDA3A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 can also tell kubernetes that we always want a certain amount of resources available for our pod to use, even if it's not currently using them. This is important when a Pod is scheduled to a node.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1D5E63-0A03-4500-994D-8AF7FF769FA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7EA3D22-4F7A-4EDE-B801-D240BB69EE9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530CE58-0950-4EAC-8E93-300FDAC83225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5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D606466-244A-4523-B272-EC49D1448F4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7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E3F446F-2874-4168-A314-A2E43554110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9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01600F3-63D2-4B29-B41C-FEF7CD0D4936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1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1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4CB7B6E-D9FA-4981-878D-97C77D8FA29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1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1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5CE387-3E74-498A-9B8F-131CD39BF0B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ftr" idx="15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sldNum" idx="1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C5F4A29-0FB1-44A8-82F6-6BA7F7BF17B1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8"/>
          <p:cNvSpPr>
            <a:spLocks noGrp="1"/>
          </p:cNvSpPr>
          <p:nvPr>
            <p:ph type="ftr" idx="17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9"/>
          <p:cNvSpPr>
            <a:spLocks noGrp="1"/>
          </p:cNvSpPr>
          <p:nvPr>
            <p:ph type="sldNum" idx="1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E39C5AB-CA23-489D-881C-AD68FE85D7E1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 idx="19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2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E8662F7-C8E9-4A4B-ACE3-9CC28A9B90C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2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DBCC180-9772-42FC-8875-9C62C2F5314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2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2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519B7AA-736B-41DC-8345-16F54D0E9A8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2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3870E0E-D90B-496B-A5DF-CAC7CF42F24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2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D09A0CA-32CF-4C65-A76B-315CA03BD18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27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BFF6463-2971-40B4-BEDC-32F3F44CA7F1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sldNum" idx="2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D4B0B97-8101-4582-A3E3-81D68AB507B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29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2EE9916-BF3A-499C-A45E-A4ED033CBA3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sldNum" idx="3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6691167-5A55-4718-8F29-274BBFBF970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31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93C4384-BB59-4A89-A438-AA1DFCA5E00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sldNum" idx="3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419BA10-DF74-46A6-A870-68A43C6F2A7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sldNum" idx="33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3E93F2-ADE9-4A4F-9761-EBF52C36429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sldNum" idx="3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5E23A32-C9F9-4807-B987-48DD272F5F6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4E2F343-CCD8-4EA5-B3CD-4AA29F46609D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230001-BDA2-4322-85D2-6ED0EE7C1FE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70;p16"/>
          <p:cNvSpPr/>
          <p:nvPr/>
        </p:nvSpPr>
        <p:spPr>
          <a:xfrm>
            <a:off x="862560" y="478080"/>
            <a:ext cx="787500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980714"/>
                </a:solidFill>
                <a:effectLst/>
                <a:uFillTx/>
                <a:latin typeface="Calibri"/>
                <a:ea typeface="Calibri"/>
              </a:rPr>
              <a:t>K8s Security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Module 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553500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Image Security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 Security</a:t>
            </a:r>
            <a:br>
              <a:rPr sz="3000"/>
            </a:b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 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K8s API Security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84B1A6F-3DBC-47F1-B4CD-03A7FBA6F97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6278760" y="1544400"/>
            <a:ext cx="583632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RBAC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Role / RoleBinding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ClusterRole / ClusterRoleBinding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Image Security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Build Images with MINIMAL footprint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Make image tags immutable in repository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Do not use root user in images!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Strip permissions in image filesystem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Auto-scan images in repositories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1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1290D02-EC14-4661-9F51-D05826AAE146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Container Security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Do NOT run privledged containers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Remove unnecessary container capabilities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Separate Pods using namespaces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Update images regularly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4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EE89C28-35E6-4A7A-8D7B-90B51F8F4E1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K8s API Security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API is our primary access to the control plane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All API access should be encrypted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All API access authenticated via certs / tokens etc.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API actions authorized (RBAC)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Consider – whitelist API access source IPs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3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D93D5A7-0006-4DB2-95D7-EB7973D0D35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952560" y="324000"/>
            <a:ext cx="11230200" cy="90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Kubernetes Role-Based Access Control (RBAC)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28000" y="1512000"/>
            <a:ext cx="10510200" cy="467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Concerned with </a:t>
            </a:r>
            <a:r>
              <a:rPr b="0" i="1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Authorization</a:t>
            </a: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, not </a:t>
            </a:r>
            <a:r>
              <a:rPr b="0" i="1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Authentication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Applied to Users, Groups, or Service Accounts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Controls access to API Resources and actions on them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Two levels – Namespaced or Whole Cluster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Permissions are additive only, no “deny” rules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4"/>
          </p:nvPr>
        </p:nvSpPr>
        <p:spPr>
          <a:xfrm>
            <a:off x="11340000" y="6537240"/>
            <a:ext cx="832320" cy="29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346AFA5-8115-4418-BDCB-F313043F1A2C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952560" y="324000"/>
            <a:ext cx="11230200" cy="90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Role / RoleBinding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828000" y="1512000"/>
            <a:ext cx="10510200" cy="467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Specific to a single namespace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Applies to resources in that namespace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RoleBinding applies the Role to groups/users/serviceaccounts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2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Role becomes </a:t>
            </a:r>
            <a:r>
              <a:rPr b="0" i="1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immutable</a:t>
            </a: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 once bound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5"/>
          </p:nvPr>
        </p:nvSpPr>
        <p:spPr>
          <a:xfrm>
            <a:off x="11340000" y="6537240"/>
            <a:ext cx="832320" cy="29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05FA992-6C50-4DB7-AEE8-C2315EE5AFD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20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Role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46"/>
          </p:nvPr>
        </p:nvSpPr>
        <p:spPr>
          <a:xfrm>
            <a:off x="11340000" y="6537240"/>
            <a:ext cx="832320" cy="29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0DC2E40-7E0D-4DFF-A094-E591ACAB6A9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Google Shape;95;p 2"/>
          <p:cNvSpPr/>
          <p:nvPr/>
        </p:nvSpPr>
        <p:spPr>
          <a:xfrm>
            <a:off x="798120" y="1373400"/>
            <a:ext cx="9259560" cy="4969440"/>
          </a:xfrm>
          <a:prstGeom prst="rect">
            <a:avLst/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apiVersion: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rbac.authorization.k8s.io/v1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kind: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Role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namespace: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default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name: pod-reader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rules: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- apiGroups: [""] # empty == core API group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resources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 ["pods"]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verbs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 ["get", "watch", "list"]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20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RoleBinding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47"/>
          </p:nvPr>
        </p:nvSpPr>
        <p:spPr>
          <a:xfrm>
            <a:off x="11340000" y="6537240"/>
            <a:ext cx="832320" cy="29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EB46B15-98B1-4FB8-98ED-3D1FC043989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Google Shape;95;p 1"/>
          <p:cNvSpPr/>
          <p:nvPr/>
        </p:nvSpPr>
        <p:spPr>
          <a:xfrm>
            <a:off x="798120" y="1373400"/>
            <a:ext cx="9259560" cy="4969440"/>
          </a:xfrm>
          <a:prstGeom prst="rect">
            <a:avLst/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apiVersion: rbac.authorization.k8s.io/v1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kind: RoleBinding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name: read-pods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namespace: default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subjects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- kind: User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name: jane # "name" is case sensitive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apiGroup: rbac.authorization.k8s.io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roleRef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kind: Role # Role or ClusterRole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name: pod-reader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# Role or ClusterRole name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apiGroup: rbac.authorization.k8s.io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...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952560" y="324000"/>
            <a:ext cx="11230200" cy="90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ClusterRole / ClusterRoleBinding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28000" y="1512000"/>
            <a:ext cx="10510200" cy="467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ClusterRole applies permissions to resources cluster-wide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Unnamespaced resources: Node, PersistentVolume, etc.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RoleBinding can refer to ClusterRole to apply it to a single namespace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Think “standard access policies” or templates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ClusterRoleBinding applies ClusterRole cluster-wide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400" strike="noStrike" u="none">
                <a:solidFill>
                  <a:srgbClr val="3f3f3f"/>
                </a:solidFill>
                <a:effectLst/>
                <a:uFillTx/>
                <a:latin typeface="Helvetica Neue Light"/>
                <a:ea typeface="Helvetica Neue Light"/>
              </a:rPr>
              <a:t>Admin, operations staff, automation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8"/>
          </p:nvPr>
        </p:nvSpPr>
        <p:spPr>
          <a:xfrm>
            <a:off x="11340000" y="6537240"/>
            <a:ext cx="832320" cy="29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AB60769-8514-439B-8928-B425DD0FAE7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20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ClusterRole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ldNum" idx="49"/>
          </p:nvPr>
        </p:nvSpPr>
        <p:spPr>
          <a:xfrm>
            <a:off x="11340000" y="6537240"/>
            <a:ext cx="832320" cy="29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DDB84B1-55C5-4D36-AACC-2E26489D16C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Google Shape;95;p 4"/>
          <p:cNvSpPr/>
          <p:nvPr/>
        </p:nvSpPr>
        <p:spPr>
          <a:xfrm>
            <a:off x="798120" y="1373400"/>
            <a:ext cx="9259560" cy="4969440"/>
          </a:xfrm>
          <a:prstGeom prst="rect">
            <a:avLst/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apiVersion: rbac.authorization.k8s.io/v1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kind: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ClusterRole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name: secret-reader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rules: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- apiGroups: [""]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resources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 ["secrets"]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verbs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 ["get", "watch", "list"]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200" cy="90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ClusterRoleBinding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ldNum" idx="50"/>
          </p:nvPr>
        </p:nvSpPr>
        <p:spPr>
          <a:xfrm>
            <a:off x="11340000" y="6537240"/>
            <a:ext cx="832320" cy="29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2FD20BF-4AF0-4CD0-86E5-A5D74EF4F1FB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Google Shape;95;p 3"/>
          <p:cNvSpPr/>
          <p:nvPr/>
        </p:nvSpPr>
        <p:spPr>
          <a:xfrm>
            <a:off x="798120" y="1373400"/>
            <a:ext cx="9259560" cy="4969440"/>
          </a:xfrm>
          <a:prstGeom prst="rect">
            <a:avLst/>
          </a:prstGeom>
          <a:noFill/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apiVersion: rbac.authorization.k8s.io/v1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kind: ClusterRoleBinding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metadata: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name: read-secrets-global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subjects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- kind: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Group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name: manager # Name is case sensitive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apiGroup: rbac.authorization.k8s.io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roleRef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kind: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ClusterRole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name: </a:t>
            </a: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secret-reader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apiGroup: rbac.authorization.k8s.io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...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2025-11-06T01:18:35Z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