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5.xml.rels" ContentType="application/vnd.openxmlformats-package.relationships+xml"/>
  <Override PartName="/ppt/slideMasters/_rels/slideMaster13.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slideMasters/slideMaster25.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37.xml" ContentType="application/vnd.openxmlformats-officedocument.theme+xml"/>
  <Override PartName="/ppt/slideLayouts/slideLayout22.xml" ContentType="application/vnd.openxmlformats-officedocument.presentationml.slideLayout+xml"/>
  <Override PartName="/ppt/slideLayouts/_rels/slideLayout15.xml.rels" ContentType="application/vnd.openxmlformats-package.relationships+xml"/>
  <Override PartName="/ppt/slideLayouts/_rels/slideLayout7.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_rels/slideLayout29.xml.rels" ContentType="application/vnd.openxmlformats-package.relationships+xml"/>
  <Override PartName="/ppt/slideLayouts/_rels/slideLayout31.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_rels/slideLayout28.xml.rels" ContentType="application/vnd.openxmlformats-package.relationships+xml"/>
  <Override PartName="/ppt/slideLayouts/_rels/slideLayout30.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2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32.xml.rels" ContentType="application/vnd.openxmlformats-package.relationships+xml"/>
  <Override PartName="/ppt/slideLayouts/_rels/slideLayout33.xml.rels" ContentType="application/vnd.openxmlformats-package.relationships+xml"/>
  <Override PartName="/ppt/slideLayouts/_rels/slideLayout34.xml.rels" ContentType="application/vnd.openxmlformats-package.relationships+xml"/>
  <Override PartName="/ppt/slideLayouts/_rels/slideLayout35.xml.rels" ContentType="application/vnd.openxmlformats-package.relationships+xml"/>
  <Override PartName="/ppt/slideLayouts/_rels/slideLayout36.xml.rels" ContentType="application/vnd.openxmlformats-package.relationships+xml"/>
  <Override PartName="/ppt/slideLayouts/_rels/slideLayout26.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24.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23.xml.rels" ContentType="application/vnd.openxmlformats-package.relationships+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29.xml" ContentType="application/vnd.openxmlformats-officedocument.presentationml.slideLayout+xml"/>
  <Override PartName="/ppt/slideLayouts/slideLayout3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32.xml" ContentType="application/vnd.openxmlformats-officedocument.presentationml.slideLayout+xml"/>
  <Override PartName="/ppt/slideLayouts/slideLayout13.xml" ContentType="application/vnd.openxmlformats-officedocument.presentationml.slideLayout+xml"/>
  <Override PartName="/ppt/slideLayouts/slideLayout9.xml" ContentType="application/vnd.openxmlformats-officedocument.presentationml.slideLayout+xml"/>
  <Override PartName="/ppt/slideLayouts/slideLayout33.xml" ContentType="application/vnd.openxmlformats-officedocument.presentationml.slideLayout+xml"/>
  <Override PartName="/ppt/slideLayouts/slideLayout30.xml" ContentType="application/vnd.openxmlformats-officedocument.presentationml.slideLayout+xml"/>
  <Override PartName="/ppt/slideLayouts/slideLayout6.xml" ContentType="application/vnd.openxmlformats-officedocument.presentationml.slideLayout+xml"/>
  <Override PartName="/ppt/slideLayouts/slideLayout28.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12.xml" ContentType="application/vnd.openxmlformats-officedocument.presentationml.slideLayout+xml"/>
  <Override PartName="/ppt/slideLayouts/slideLayout36.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4.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2.xml" ContentType="application/vnd.openxmlformats-officedocument.presentationml.slideLayout+xml"/>
  <Override PartName="/ppt/slideLayouts/slideLayout2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_rels/presentation.xml.rels" ContentType="application/vnd.openxmlformats-package.relationships+xml"/>
  <Override PartName="/ppt/media/image1.jpeg" ContentType="image/jpeg"/>
  <Override PartName="/ppt/media/image2.png" ContentType="image/png"/>
  <Override PartName="/ppt/media/image3.jpeg" ContentType="image/jpeg"/>
  <Override PartName="/ppt/media/image4.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notesSlides/notesSlide14.xml" ContentType="application/vnd.openxmlformats-officedocument.presentationml.notesSlide+xml"/>
  <Override PartName="/ppt/notesSlides/_rels/notesSlide7.xml.rels" ContentType="application/vnd.openxmlformats-package.relationships+xml"/>
  <Override PartName="/ppt/notesSlides/_rels/notesSlide22.xml.rels" ContentType="application/vnd.openxmlformats-package.relationships+xml"/>
  <Override PartName="/ppt/notesSlides/_rels/notesSlide6.xml.rels" ContentType="application/vnd.openxmlformats-package.relationships+xml"/>
  <Override PartName="/ppt/notesSlides/_rels/notesSlide21.xml.rels" ContentType="application/vnd.openxmlformats-package.relationships+xml"/>
  <Override PartName="/ppt/notesSlides/_rels/notesSlide5.xml.rels" ContentType="application/vnd.openxmlformats-package.relationships+xml"/>
  <Override PartName="/ppt/notesSlides/_rels/notesSlide18.xml.rels" ContentType="application/vnd.openxmlformats-package.relationships+xml"/>
  <Override PartName="/ppt/notesSlides/_rels/notesSlide20.xml.rels" ContentType="application/vnd.openxmlformats-package.relationships+xml"/>
  <Override PartName="/ppt/notesSlides/_rels/notesSlide14.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4.xml.rels" ContentType="application/vnd.openxmlformats-package.relationships+xml"/>
  <Override PartName="/ppt/notesSlides/_rels/notesSlide17.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13.xml"/><Relationship Id="rId4" Type="http://schemas.openxmlformats.org/officeDocument/2006/relationships/slideMaster" Target="slideMasters/slideMaster25.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7.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sldImg"/>
          </p:nvPr>
        </p:nvSpPr>
        <p:spPr>
          <a:xfrm>
            <a:off x="0" y="764280"/>
            <a:ext cx="0" cy="0"/>
          </a:xfrm>
          <a:prstGeom prst="rect">
            <a:avLst/>
          </a:prstGeom>
          <a:noFill/>
          <a:ln w="0">
            <a:noFill/>
          </a:ln>
        </p:spPr>
        <p:txBody>
          <a:bodyPr lIns="0" rIns="0" tIns="0" bIns="0" anchor="ctr">
            <a:noAutofit/>
          </a:bodyPr>
          <a:p>
            <a:pPr algn="ctr"/>
            <a:r>
              <a:rPr b="0" lang="en-US" sz="4400" strike="noStrike" u="none">
                <a:solidFill>
                  <a:srgbClr val="000000"/>
                </a:solidFill>
                <a:effectLst/>
                <a:uFillTx/>
                <a:latin typeface="Arial"/>
              </a:rPr>
              <a:t>Click to move the slide</a:t>
            </a:r>
            <a:endParaRPr b="0" lang="en-US" sz="4400" strike="noStrike" u="none">
              <a:solidFill>
                <a:srgbClr val="000000"/>
              </a:solidFill>
              <a:effectLst/>
              <a:uFillTx/>
              <a:latin typeface="Arial"/>
            </a:endParaRPr>
          </a:p>
        </p:txBody>
      </p:sp>
      <p:sp>
        <p:nvSpPr>
          <p:cNvPr id="157"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158"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&lt;header&gt;</a:t>
            </a:r>
            <a:endParaRPr b="0" lang="en-US" sz="1400" strike="noStrike" u="none">
              <a:solidFill>
                <a:srgbClr val="000000"/>
              </a:solidFill>
              <a:effectLst/>
              <a:uFillTx/>
              <a:latin typeface="Times New Roman"/>
            </a:endParaRPr>
          </a:p>
        </p:txBody>
      </p:sp>
      <p:sp>
        <p:nvSpPr>
          <p:cNvPr id="159" name="PlaceHolder 4"/>
          <p:cNvSpPr>
            <a:spLocks noGrp="1"/>
          </p:cNvSpPr>
          <p:nvPr>
            <p:ph type="dt" idx="37"/>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160" name="PlaceHolder 5"/>
          <p:cNvSpPr>
            <a:spLocks noGrp="1"/>
          </p:cNvSpPr>
          <p:nvPr>
            <p:ph type="ftr" idx="38"/>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61" name="PlaceHolder 6"/>
          <p:cNvSpPr>
            <a:spLocks noGrp="1"/>
          </p:cNvSpPr>
          <p:nvPr>
            <p:ph type="sldNum" idx="39"/>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64A9D50F-8184-4A63-983A-AF3B31D1D82C}"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hyperlink" Target="https://kubernetes.io/docs/concepts/storage/persistent-volumes/#types-of-persistent-volumes" TargetMode="External"/><Relationship Id="rId2" Type="http://schemas.openxmlformats.org/officeDocument/2006/relationships/slide" Target="../slides/slide16.xml"/><Relationship Id="rId3"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1" name="PlaceHolder 1"/>
          <p:cNvSpPr>
            <a:spLocks noGrp="1"/>
          </p:cNvSpPr>
          <p:nvPr>
            <p:ph type="sldImg"/>
          </p:nvPr>
        </p:nvSpPr>
        <p:spPr>
          <a:xfrm>
            <a:off x="685800" y="1143000"/>
            <a:ext cx="5485680" cy="3085560"/>
          </a:xfrm>
          <a:prstGeom prst="rect">
            <a:avLst/>
          </a:prstGeom>
          <a:ln w="0">
            <a:noFill/>
          </a:ln>
        </p:spPr>
      </p:sp>
      <p:sp>
        <p:nvSpPr>
          <p:cNvPr id="422"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423" name="PlaceHolder 3"/>
          <p:cNvSpPr>
            <a:spLocks noGrp="1"/>
          </p:cNvSpPr>
          <p:nvPr>
            <p:ph type="sldNum" idx="61"/>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629DA651-3AF8-4D19-8C6B-5FC4D3F974B7}"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4" name="PlaceHolder 1"/>
          <p:cNvSpPr>
            <a:spLocks noGrp="1"/>
          </p:cNvSpPr>
          <p:nvPr>
            <p:ph type="sldImg"/>
          </p:nvPr>
        </p:nvSpPr>
        <p:spPr>
          <a:xfrm>
            <a:off x="685800" y="1143000"/>
            <a:ext cx="5485680" cy="3085560"/>
          </a:xfrm>
          <a:prstGeom prst="rect">
            <a:avLst/>
          </a:prstGeom>
          <a:ln w="0">
            <a:noFill/>
          </a:ln>
        </p:spPr>
      </p:sp>
      <p:sp>
        <p:nvSpPr>
          <p:cNvPr id="425"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lnSpc>
                <a:spcPct val="100000"/>
              </a:lnSpc>
              <a:buNone/>
              <a:tabLst>
                <a:tab algn="l" pos="0"/>
              </a:tabLst>
            </a:pPr>
            <a:r>
              <a:rPr b="0" lang="en-US" sz="900" strike="noStrike" u="none">
                <a:solidFill>
                  <a:srgbClr val="000000"/>
                </a:solidFill>
                <a:effectLst/>
                <a:highlight>
                  <a:srgbClr val="ffffff"/>
                </a:highlight>
                <a:uFillTx/>
                <a:latin typeface="Arial"/>
                <a:ea typeface="Arial"/>
              </a:rPr>
              <a:t>One source of state is configuration data. Things like database credentials, log verbosity, etc. Kubernetes has mechanisms to expose this information to the application without storing it in the container. Decoupling the configuration from the image allows us to use the exact same image for all of our environments. Minimizing the differences between our environments will also minimize the bugs that appear in production that we cannot reproduce in development.</a:t>
            </a:r>
            <a:endParaRPr b="0" lang="en-US" sz="900" strike="noStrike" u="none">
              <a:solidFill>
                <a:srgbClr val="000000"/>
              </a:solidFill>
              <a:effectLst/>
              <a:uFillTx/>
              <a:latin typeface="Arial"/>
            </a:endParaRPr>
          </a:p>
        </p:txBody>
      </p:sp>
      <p:sp>
        <p:nvSpPr>
          <p:cNvPr id="426" name="PlaceHolder 3"/>
          <p:cNvSpPr>
            <a:spLocks noGrp="1"/>
          </p:cNvSpPr>
          <p:nvPr>
            <p:ph type="sldNum" idx="62"/>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E7679D6E-9990-48D1-9D61-2CA59CD89557}"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7" name="PlaceHolder 1"/>
          <p:cNvSpPr>
            <a:spLocks noGrp="1"/>
          </p:cNvSpPr>
          <p:nvPr>
            <p:ph type="sldImg"/>
          </p:nvPr>
        </p:nvSpPr>
        <p:spPr>
          <a:xfrm>
            <a:off x="685800" y="1143000"/>
            <a:ext cx="5485680" cy="3085560"/>
          </a:xfrm>
          <a:prstGeom prst="rect">
            <a:avLst/>
          </a:prstGeom>
          <a:ln w="0">
            <a:noFill/>
          </a:ln>
        </p:spPr>
      </p:sp>
      <p:sp>
        <p:nvSpPr>
          <p:cNvPr id="428"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lnSpc>
                <a:spcPct val="100000"/>
              </a:lnSpc>
              <a:buNone/>
            </a:pPr>
            <a:r>
              <a:rPr b="0" lang="en-US" sz="2000" strike="noStrike" u="none">
                <a:solidFill>
                  <a:srgbClr val="000000"/>
                </a:solidFill>
                <a:effectLst/>
                <a:uFillTx/>
                <a:latin typeface="Arial"/>
              </a:rPr>
              <a:t>The k8s objects for managing configuration data are ConfigMaps and Secrets. These allow use to set key/value pairs that are exposed to the application as either Environment variables or configuration files.</a:t>
            </a:r>
            <a:endParaRPr b="0" lang="en-US" sz="2000" strike="noStrike" u="none">
              <a:solidFill>
                <a:srgbClr val="000000"/>
              </a:solidFill>
              <a:effectLst/>
              <a:uFillTx/>
              <a:latin typeface="Arial"/>
            </a:endParaRPr>
          </a:p>
          <a:p>
            <a:pPr indent="0">
              <a:lnSpc>
                <a:spcPct val="100000"/>
              </a:lnSpc>
              <a:buNone/>
              <a:tabLst>
                <a:tab algn="l" pos="0"/>
              </a:tabLst>
            </a:pPr>
            <a:endParaRPr b="0" lang="en-US" sz="900" strike="noStrike" u="none">
              <a:solidFill>
                <a:srgbClr val="000000"/>
              </a:solidFill>
              <a:effectLst/>
              <a:uFillTx/>
              <a:latin typeface="Arial"/>
            </a:endParaRPr>
          </a:p>
        </p:txBody>
      </p:sp>
      <p:sp>
        <p:nvSpPr>
          <p:cNvPr id="429" name="PlaceHolder 3"/>
          <p:cNvSpPr>
            <a:spLocks noGrp="1"/>
          </p:cNvSpPr>
          <p:nvPr>
            <p:ph type="sldNum" idx="63"/>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55BEBAED-1A53-441A-9745-CA1F7FEB11F8}"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0" name="PlaceHolder 1"/>
          <p:cNvSpPr>
            <a:spLocks noGrp="1"/>
          </p:cNvSpPr>
          <p:nvPr>
            <p:ph type="sldImg"/>
          </p:nvPr>
        </p:nvSpPr>
        <p:spPr>
          <a:xfrm>
            <a:off x="685800" y="1143000"/>
            <a:ext cx="5485680" cy="3085560"/>
          </a:xfrm>
          <a:prstGeom prst="rect">
            <a:avLst/>
          </a:prstGeom>
          <a:ln w="0">
            <a:noFill/>
          </a:ln>
        </p:spPr>
      </p:sp>
      <p:sp>
        <p:nvSpPr>
          <p:cNvPr id="431"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432" name="PlaceHolder 3"/>
          <p:cNvSpPr>
            <a:spLocks noGrp="1"/>
          </p:cNvSpPr>
          <p:nvPr>
            <p:ph type="sldNum" idx="64"/>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236355F7-1458-4E0D-99A6-DC264510B2B8}"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3" name="PlaceHolder 1"/>
          <p:cNvSpPr>
            <a:spLocks noGrp="1"/>
          </p:cNvSpPr>
          <p:nvPr>
            <p:ph type="sldImg"/>
          </p:nvPr>
        </p:nvSpPr>
        <p:spPr>
          <a:xfrm>
            <a:off x="685800" y="1143000"/>
            <a:ext cx="5485680" cy="3085560"/>
          </a:xfrm>
          <a:prstGeom prst="rect">
            <a:avLst/>
          </a:prstGeom>
          <a:ln w="0">
            <a:noFill/>
          </a:ln>
        </p:spPr>
      </p:sp>
      <p:sp>
        <p:nvSpPr>
          <p:cNvPr id="434"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lnSpc>
                <a:spcPct val="100000"/>
              </a:lnSpc>
              <a:buNone/>
              <a:tabLst>
                <a:tab algn="l" pos="0"/>
              </a:tabLst>
            </a:pPr>
            <a:r>
              <a:rPr b="0" lang="en-US" sz="1200" strike="noStrike" u="none">
                <a:solidFill>
                  <a:srgbClr val="000000"/>
                </a:solidFill>
                <a:effectLst/>
                <a:uFillTx/>
                <a:latin typeface="Calibri"/>
                <a:ea typeface="Calibri"/>
              </a:rPr>
              <a:t>The only difference between a configmap and a secret is that you can base64 encode the data in the secret object to obfuscate and avoid plain text credentials on your screen.</a:t>
            </a:r>
            <a:endParaRPr b="0" lang="en-US" sz="1200" strike="noStrike" u="none">
              <a:solidFill>
                <a:srgbClr val="000000"/>
              </a:solidFill>
              <a:effectLst/>
              <a:uFillTx/>
              <a:latin typeface="Arial"/>
            </a:endParaRPr>
          </a:p>
        </p:txBody>
      </p:sp>
      <p:sp>
        <p:nvSpPr>
          <p:cNvPr id="435" name="PlaceHolder 3"/>
          <p:cNvSpPr>
            <a:spLocks noGrp="1"/>
          </p:cNvSpPr>
          <p:nvPr>
            <p:ph type="sldNum" idx="65"/>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95183FC7-27D0-4B13-9073-A675B8159FC3}"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6" name="PlaceHolder 1"/>
          <p:cNvSpPr>
            <a:spLocks noGrp="1"/>
          </p:cNvSpPr>
          <p:nvPr>
            <p:ph type="sldImg"/>
          </p:nvPr>
        </p:nvSpPr>
        <p:spPr>
          <a:xfrm>
            <a:off x="685800" y="1143000"/>
            <a:ext cx="5485680" cy="3085560"/>
          </a:xfrm>
          <a:prstGeom prst="rect">
            <a:avLst/>
          </a:prstGeom>
          <a:ln w="0">
            <a:noFill/>
          </a:ln>
        </p:spPr>
      </p:sp>
      <p:sp>
        <p:nvSpPr>
          <p:cNvPr id="437"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438" name="PlaceHolder 3"/>
          <p:cNvSpPr>
            <a:spLocks noGrp="1"/>
          </p:cNvSpPr>
          <p:nvPr>
            <p:ph type="sldNum" idx="66"/>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787BABFF-9C0D-42A9-BBEC-4D0DEFF7F03D}"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9" name="PlaceHolder 1"/>
          <p:cNvSpPr>
            <a:spLocks noGrp="1"/>
          </p:cNvSpPr>
          <p:nvPr>
            <p:ph type="sldImg"/>
          </p:nvPr>
        </p:nvSpPr>
        <p:spPr>
          <a:xfrm>
            <a:off x="685800" y="1143000"/>
            <a:ext cx="5485680" cy="3085560"/>
          </a:xfrm>
          <a:prstGeom prst="rect">
            <a:avLst/>
          </a:prstGeom>
          <a:ln w="0">
            <a:noFill/>
          </a:ln>
        </p:spPr>
      </p:sp>
      <p:sp>
        <p:nvSpPr>
          <p:cNvPr id="440"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441" name="PlaceHolder 3"/>
          <p:cNvSpPr>
            <a:spLocks noGrp="1"/>
          </p:cNvSpPr>
          <p:nvPr>
            <p:ph type="sldNum" idx="67"/>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0995E519-2BEA-4296-9AEA-BBEBDFB8EAA8}"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2" name="PlaceHolder 1"/>
          <p:cNvSpPr>
            <a:spLocks noGrp="1"/>
          </p:cNvSpPr>
          <p:nvPr>
            <p:ph type="sldImg"/>
          </p:nvPr>
        </p:nvSpPr>
        <p:spPr>
          <a:xfrm>
            <a:off x="685800" y="1143000"/>
            <a:ext cx="5485680" cy="3085560"/>
          </a:xfrm>
          <a:prstGeom prst="rect">
            <a:avLst/>
          </a:prstGeom>
          <a:ln w="0">
            <a:noFill/>
          </a:ln>
        </p:spPr>
      </p:sp>
      <p:sp>
        <p:nvSpPr>
          <p:cNvPr id="443"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444" name="PlaceHolder 3"/>
          <p:cNvSpPr>
            <a:spLocks noGrp="1"/>
          </p:cNvSpPr>
          <p:nvPr>
            <p:ph type="sldNum" idx="68"/>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43F384C6-19D5-40EC-B307-002BBEE73D47}"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5" name="PlaceHolder 1"/>
          <p:cNvSpPr>
            <a:spLocks noGrp="1"/>
          </p:cNvSpPr>
          <p:nvPr>
            <p:ph type="sldImg"/>
          </p:nvPr>
        </p:nvSpPr>
        <p:spPr>
          <a:xfrm>
            <a:off x="685800" y="1143000"/>
            <a:ext cx="5485680" cy="3085560"/>
          </a:xfrm>
          <a:prstGeom prst="rect">
            <a:avLst/>
          </a:prstGeom>
          <a:ln w="0">
            <a:noFill/>
          </a:ln>
        </p:spPr>
      </p:sp>
      <p:sp>
        <p:nvSpPr>
          <p:cNvPr id="446"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447" name="PlaceHolder 3"/>
          <p:cNvSpPr>
            <a:spLocks noGrp="1"/>
          </p:cNvSpPr>
          <p:nvPr>
            <p:ph type="sldNum" idx="69"/>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E94A75C7-598F-4B75-8C3C-96245591E388}"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8" name="PlaceHolder 1"/>
          <p:cNvSpPr>
            <a:spLocks noGrp="1"/>
          </p:cNvSpPr>
          <p:nvPr>
            <p:ph type="sldImg"/>
          </p:nvPr>
        </p:nvSpPr>
        <p:spPr>
          <a:xfrm>
            <a:off x="685800" y="1143000"/>
            <a:ext cx="5485680" cy="3085560"/>
          </a:xfrm>
          <a:prstGeom prst="rect">
            <a:avLst/>
          </a:prstGeom>
          <a:ln w="0">
            <a:noFill/>
          </a:ln>
        </p:spPr>
      </p:sp>
      <p:sp>
        <p:nvSpPr>
          <p:cNvPr id="449"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lnSpc>
                <a:spcPct val="100000"/>
              </a:lnSpc>
              <a:buNone/>
              <a:tabLst>
                <a:tab algn="l" pos="0"/>
              </a:tabLst>
            </a:pPr>
            <a:r>
              <a:rPr b="0" lang="en-US" sz="1200" strike="noStrike" u="none">
                <a:solidFill>
                  <a:srgbClr val="000000"/>
                </a:solidFill>
                <a:effectLst/>
                <a:uFillTx/>
                <a:latin typeface="Calibri"/>
                <a:ea typeface="Calibri"/>
              </a:rPr>
              <a:t>Persistent Volumes allow our applications to store data that will persist even as our pod(s) come and go. They may also allow for us to share data across pods (or containers in the same pod) in our cluster.</a:t>
            </a:r>
            <a:endParaRPr b="0" lang="en-US" sz="1200" strike="noStrike" u="none">
              <a:solidFill>
                <a:srgbClr val="000000"/>
              </a:solidFill>
              <a:effectLst/>
              <a:uFillTx/>
              <a:latin typeface="Arial"/>
            </a:endParaRPr>
          </a:p>
          <a:p>
            <a:pPr indent="0">
              <a:lnSpc>
                <a:spcPct val="100000"/>
              </a:lnSpc>
              <a:buNone/>
              <a:tabLst>
                <a:tab algn="l" pos="0"/>
              </a:tabLst>
            </a:pPr>
            <a:endParaRPr b="0" lang="en-US" sz="1200" strike="noStrike" u="none">
              <a:solidFill>
                <a:srgbClr val="000000"/>
              </a:solidFill>
              <a:effectLst/>
              <a:uFillTx/>
              <a:latin typeface="Arial"/>
            </a:endParaRPr>
          </a:p>
          <a:p>
            <a:pPr indent="0">
              <a:lnSpc>
                <a:spcPct val="100000"/>
              </a:lnSpc>
              <a:buNone/>
              <a:tabLst>
                <a:tab algn="l" pos="0"/>
              </a:tabLst>
            </a:pPr>
            <a:endParaRPr b="0" lang="en-US" sz="1200" strike="noStrike" u="none">
              <a:solidFill>
                <a:srgbClr val="000000"/>
              </a:solidFill>
              <a:effectLst/>
              <a:uFillTx/>
              <a:latin typeface="Arial"/>
            </a:endParaRPr>
          </a:p>
          <a:p>
            <a:pPr indent="0">
              <a:lnSpc>
                <a:spcPct val="100000"/>
              </a:lnSpc>
              <a:buNone/>
              <a:tabLst>
                <a:tab algn="l" pos="0"/>
              </a:tabLst>
            </a:pPr>
            <a:endParaRPr b="0" lang="en-US" sz="1200" strike="noStrike" u="none">
              <a:solidFill>
                <a:srgbClr val="000000"/>
              </a:solidFill>
              <a:effectLst/>
              <a:uFillTx/>
              <a:latin typeface="Arial"/>
            </a:endParaRPr>
          </a:p>
          <a:p>
            <a:pPr indent="0">
              <a:lnSpc>
                <a:spcPct val="100000"/>
              </a:lnSpc>
              <a:buNone/>
              <a:tabLst>
                <a:tab algn="l" pos="0"/>
              </a:tabLst>
            </a:pPr>
            <a:endParaRPr b="0" lang="en-US" sz="1200" strike="noStrike" u="none">
              <a:solidFill>
                <a:srgbClr val="000000"/>
              </a:solidFill>
              <a:effectLst/>
              <a:uFillTx/>
              <a:latin typeface="Arial"/>
            </a:endParaRPr>
          </a:p>
        </p:txBody>
      </p:sp>
      <p:sp>
        <p:nvSpPr>
          <p:cNvPr id="450" name="PlaceHolder 3"/>
          <p:cNvSpPr>
            <a:spLocks noGrp="1"/>
          </p:cNvSpPr>
          <p:nvPr>
            <p:ph type="sldNum" idx="70"/>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FBC33F89-DA07-4700-9620-D93A9C3D5B43}"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1" name="PlaceHolder 1"/>
          <p:cNvSpPr>
            <a:spLocks noGrp="1"/>
          </p:cNvSpPr>
          <p:nvPr>
            <p:ph type="sldImg"/>
          </p:nvPr>
        </p:nvSpPr>
        <p:spPr>
          <a:xfrm>
            <a:off x="685800" y="1143000"/>
            <a:ext cx="5485680" cy="3085560"/>
          </a:xfrm>
          <a:prstGeom prst="rect">
            <a:avLst/>
          </a:prstGeom>
          <a:ln w="0">
            <a:noFill/>
          </a:ln>
        </p:spPr>
      </p:sp>
      <p:sp>
        <p:nvSpPr>
          <p:cNvPr id="452"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lnSpc>
                <a:spcPct val="100000"/>
              </a:lnSpc>
              <a:buNone/>
              <a:tabLst>
                <a:tab algn="l" pos="0"/>
              </a:tabLst>
            </a:pPr>
            <a:r>
              <a:rPr b="0" lang="en-US" sz="1200" strike="noStrike" u="none">
                <a:solidFill>
                  <a:srgbClr val="000000"/>
                </a:solidFill>
                <a:effectLst/>
                <a:uFillTx/>
                <a:latin typeface="Calibri"/>
                <a:ea typeface="Calibri"/>
              </a:rPr>
              <a:t>Static Provisioning is when a Persistent Volume object is created manually by a cluster admin that contains connection information to an existing storage volume in the backend storage. That volume may then be bound to a Persistent Volume Claim if it matches all the specified criteria in the claim. Static Provisioning makes the most sense for brownfield volumes, where you already have some application data living in storage and you want to provision a PV that contains that data instead of a blank one.</a:t>
            </a:r>
            <a:endParaRPr b="0" lang="en-US" sz="1200" strike="noStrike" u="none">
              <a:solidFill>
                <a:srgbClr val="000000"/>
              </a:solidFill>
              <a:effectLst/>
              <a:uFillTx/>
              <a:latin typeface="Arial"/>
            </a:endParaRPr>
          </a:p>
          <a:p>
            <a:pPr indent="0">
              <a:lnSpc>
                <a:spcPct val="100000"/>
              </a:lnSpc>
              <a:buNone/>
              <a:tabLst>
                <a:tab algn="l" pos="0"/>
              </a:tabLst>
            </a:pPr>
            <a:endParaRPr b="0" lang="en-US" sz="1200" strike="noStrike" u="none">
              <a:solidFill>
                <a:srgbClr val="000000"/>
              </a:solidFill>
              <a:effectLst/>
              <a:uFillTx/>
              <a:latin typeface="Arial"/>
            </a:endParaRPr>
          </a:p>
          <a:p>
            <a:pPr indent="0">
              <a:lnSpc>
                <a:spcPct val="100000"/>
              </a:lnSpc>
              <a:buNone/>
              <a:tabLst>
                <a:tab algn="l" pos="0"/>
              </a:tabLst>
            </a:pPr>
            <a:r>
              <a:rPr b="0" lang="en-US" sz="1200" strike="noStrike" u="none">
                <a:solidFill>
                  <a:srgbClr val="000000"/>
                </a:solidFill>
                <a:effectLst/>
                <a:uFillTx/>
                <a:latin typeface="Calibri"/>
                <a:ea typeface="Calibri"/>
              </a:rPr>
              <a:t>Dynamic Provisioning uses storage plugins in kubernetes to trigger the creation of a PersistentVolume and it's backend storage when a PersistentVolumeClaim is created.</a:t>
            </a:r>
            <a:endParaRPr b="0" lang="en-US" sz="1200" strike="noStrike" u="none">
              <a:solidFill>
                <a:srgbClr val="000000"/>
              </a:solidFill>
              <a:effectLst/>
              <a:uFillTx/>
              <a:latin typeface="Arial"/>
            </a:endParaRPr>
          </a:p>
          <a:p>
            <a:pPr indent="0">
              <a:lnSpc>
                <a:spcPct val="100000"/>
              </a:lnSpc>
              <a:buNone/>
              <a:tabLst>
                <a:tab algn="l" pos="0"/>
              </a:tabLst>
            </a:pPr>
            <a:endParaRPr b="0" lang="en-US" sz="1200" strike="noStrike" u="none">
              <a:solidFill>
                <a:srgbClr val="000000"/>
              </a:solidFill>
              <a:effectLst/>
              <a:uFillTx/>
              <a:latin typeface="Arial"/>
            </a:endParaRPr>
          </a:p>
          <a:p>
            <a:pPr indent="0">
              <a:lnSpc>
                <a:spcPct val="100000"/>
              </a:lnSpc>
              <a:buNone/>
              <a:tabLst>
                <a:tab algn="l" pos="0"/>
              </a:tabLst>
            </a:pPr>
            <a:r>
              <a:rPr b="0" lang="en-US" sz="1200" strike="noStrike" u="none">
                <a:solidFill>
                  <a:srgbClr val="000000"/>
                </a:solidFill>
                <a:effectLst/>
                <a:uFillTx/>
                <a:latin typeface="Calibri"/>
                <a:ea typeface="Calibri"/>
              </a:rPr>
              <a:t>Kubernetes will always bind to an existing volume if possible before dynamically provisioning one</a:t>
            </a:r>
            <a:endParaRPr b="0" lang="en-US" sz="1200" strike="noStrike" u="none">
              <a:solidFill>
                <a:srgbClr val="000000"/>
              </a:solidFill>
              <a:effectLst/>
              <a:uFillTx/>
              <a:latin typeface="Arial"/>
            </a:endParaRPr>
          </a:p>
        </p:txBody>
      </p:sp>
      <p:sp>
        <p:nvSpPr>
          <p:cNvPr id="453" name="PlaceHolder 3"/>
          <p:cNvSpPr>
            <a:spLocks noGrp="1"/>
          </p:cNvSpPr>
          <p:nvPr>
            <p:ph type="sldNum" idx="71"/>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0E233FED-C50B-482E-939B-51920A852EB8}"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4" name="PlaceHolder 1"/>
          <p:cNvSpPr>
            <a:spLocks noGrp="1"/>
          </p:cNvSpPr>
          <p:nvPr>
            <p:ph type="sldImg"/>
          </p:nvPr>
        </p:nvSpPr>
        <p:spPr>
          <a:xfrm>
            <a:off x="685800" y="1143000"/>
            <a:ext cx="5485680" cy="3085560"/>
          </a:xfrm>
          <a:prstGeom prst="rect">
            <a:avLst/>
          </a:prstGeom>
          <a:ln w="0">
            <a:noFill/>
          </a:ln>
        </p:spPr>
      </p:sp>
      <p:sp>
        <p:nvSpPr>
          <p:cNvPr id="455"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lnSpc>
                <a:spcPct val="100000"/>
              </a:lnSpc>
              <a:buNone/>
              <a:tabLst>
                <a:tab algn="l" pos="0"/>
              </a:tabLst>
            </a:pPr>
            <a:r>
              <a:rPr b="0" lang="en-US" sz="1200" strike="noStrike" u="none">
                <a:solidFill>
                  <a:srgbClr val="000000"/>
                </a:solidFill>
                <a:effectLst/>
                <a:uFillTx/>
                <a:latin typeface="Calibri"/>
                <a:ea typeface="Calibri"/>
              </a:rPr>
              <a:t>Metadata that points to the backend storage</a:t>
            </a:r>
            <a:endParaRPr b="0" lang="en-US" sz="1200" strike="noStrike" u="none">
              <a:solidFill>
                <a:srgbClr val="000000"/>
              </a:solidFill>
              <a:effectLst/>
              <a:uFillTx/>
              <a:latin typeface="Arial"/>
            </a:endParaRPr>
          </a:p>
        </p:txBody>
      </p:sp>
      <p:sp>
        <p:nvSpPr>
          <p:cNvPr id="456" name="PlaceHolder 3"/>
          <p:cNvSpPr>
            <a:spLocks noGrp="1"/>
          </p:cNvSpPr>
          <p:nvPr>
            <p:ph type="sldNum" idx="72"/>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CAEE6C09-D51F-4D05-9B0B-D787F80C2BEF}"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7" name="PlaceHolder 1"/>
          <p:cNvSpPr>
            <a:spLocks noGrp="1"/>
          </p:cNvSpPr>
          <p:nvPr>
            <p:ph type="sldImg"/>
          </p:nvPr>
        </p:nvSpPr>
        <p:spPr>
          <a:xfrm>
            <a:off x="685800" y="1143000"/>
            <a:ext cx="5485680" cy="3085560"/>
          </a:xfrm>
          <a:prstGeom prst="rect">
            <a:avLst/>
          </a:prstGeom>
          <a:ln w="0">
            <a:noFill/>
          </a:ln>
        </p:spPr>
      </p:sp>
      <p:sp>
        <p:nvSpPr>
          <p:cNvPr id="458"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lnSpc>
                <a:spcPct val="100000"/>
              </a:lnSpc>
              <a:buNone/>
              <a:tabLst>
                <a:tab algn="l" pos="0"/>
              </a:tabLst>
            </a:pPr>
            <a:r>
              <a:rPr b="0" lang="en-US" sz="1200" strike="noStrike" u="none">
                <a:solidFill>
                  <a:srgbClr val="000000"/>
                </a:solidFill>
                <a:effectLst/>
                <a:uFillTx/>
                <a:latin typeface="Calibri"/>
                <a:ea typeface="Calibri"/>
              </a:rPr>
              <a:t>You can request a PV of a given size and characteristics from the cluster using a PersistentVolumeClaim object.  Size requests are simply specified in the PVC and the cluster will assign or create a PV of at least that size. Additional characteristics may be specified by use of a StorageClass.</a:t>
            </a:r>
            <a:endParaRPr b="0" lang="en-US" sz="1200" strike="noStrike" u="none">
              <a:solidFill>
                <a:srgbClr val="000000"/>
              </a:solidFill>
              <a:effectLst/>
              <a:uFillTx/>
              <a:latin typeface="Arial"/>
            </a:endParaRPr>
          </a:p>
        </p:txBody>
      </p:sp>
      <p:sp>
        <p:nvSpPr>
          <p:cNvPr id="459" name="PlaceHolder 3"/>
          <p:cNvSpPr>
            <a:spLocks noGrp="1"/>
          </p:cNvSpPr>
          <p:nvPr>
            <p:ph type="sldNum" idx="73"/>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197F0884-7576-4D1B-B923-90B4BCC053B1}"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0" name="PlaceHolder 1"/>
          <p:cNvSpPr>
            <a:spLocks noGrp="1"/>
          </p:cNvSpPr>
          <p:nvPr>
            <p:ph type="sldImg"/>
          </p:nvPr>
        </p:nvSpPr>
        <p:spPr>
          <a:xfrm>
            <a:off x="685800" y="1143000"/>
            <a:ext cx="5485680" cy="3085560"/>
          </a:xfrm>
          <a:prstGeom prst="rect">
            <a:avLst/>
          </a:prstGeom>
          <a:ln w="0">
            <a:noFill/>
          </a:ln>
        </p:spPr>
      </p:sp>
      <p:sp>
        <p:nvSpPr>
          <p:cNvPr id="461"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lnSpc>
                <a:spcPct val="100000"/>
              </a:lnSpc>
              <a:buNone/>
              <a:tabLst>
                <a:tab algn="l" pos="0"/>
              </a:tabLst>
            </a:pPr>
            <a:r>
              <a:rPr b="0" lang="en-US" sz="1200" strike="noStrike" u="none">
                <a:solidFill>
                  <a:srgbClr val="000000"/>
                </a:solidFill>
                <a:effectLst/>
                <a:uFillTx/>
                <a:latin typeface="Calibri"/>
                <a:ea typeface="Calibri"/>
              </a:rPr>
              <a:t>StorageClasses are generally created by cluster administrators and may be used to differentiate disk performance, access modes, etc. One example would be to have a 'fast' storage class that uses SSDs and a 'slow' storage class that uses standard HDDs. An administrator may also set a Storage Class to be the default so that it does not need to be specified in the PVC.</a:t>
            </a:r>
            <a:endParaRPr b="0" lang="en-US" sz="1200" strike="noStrike" u="none">
              <a:solidFill>
                <a:srgbClr val="000000"/>
              </a:solidFill>
              <a:effectLst/>
              <a:uFillTx/>
              <a:latin typeface="Arial"/>
            </a:endParaRPr>
          </a:p>
        </p:txBody>
      </p:sp>
      <p:sp>
        <p:nvSpPr>
          <p:cNvPr id="462" name="PlaceHolder 3"/>
          <p:cNvSpPr>
            <a:spLocks noGrp="1"/>
          </p:cNvSpPr>
          <p:nvPr>
            <p:ph type="sldNum" idx="74"/>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E5F82F54-D8C8-4BE1-BABA-05CC37C11C9E}"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3" name="PlaceHolder 1"/>
          <p:cNvSpPr>
            <a:spLocks noGrp="1"/>
          </p:cNvSpPr>
          <p:nvPr>
            <p:ph type="sldImg"/>
          </p:nvPr>
        </p:nvSpPr>
        <p:spPr>
          <a:xfrm>
            <a:off x="685800" y="1143000"/>
            <a:ext cx="5485680" cy="3085560"/>
          </a:xfrm>
          <a:prstGeom prst="rect">
            <a:avLst/>
          </a:prstGeom>
          <a:ln w="0">
            <a:noFill/>
          </a:ln>
        </p:spPr>
      </p:sp>
      <p:sp>
        <p:nvSpPr>
          <p:cNvPr id="464"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lnSpc>
                <a:spcPct val="100000"/>
              </a:lnSpc>
              <a:buNone/>
              <a:tabLst>
                <a:tab algn="l" pos="0"/>
              </a:tabLst>
            </a:pPr>
            <a:r>
              <a:rPr b="0" lang="en-US" sz="1200" strike="noStrike" u="none">
                <a:solidFill>
                  <a:srgbClr val="000000"/>
                </a:solidFill>
                <a:effectLst/>
                <a:uFillTx/>
                <a:latin typeface="Calibri"/>
                <a:ea typeface="Calibri"/>
              </a:rPr>
              <a:t>Parameters depend on the provisioner. In the above example, we are using Google Compute Engine persistent disks. There are lots of other storage providers with kubernetes plugins: </a:t>
            </a:r>
            <a:r>
              <a:rPr b="0" lang="en-US" sz="1100" strike="noStrike" u="sng">
                <a:solidFill>
                  <a:srgbClr val="000000"/>
                </a:solidFill>
                <a:effectLst/>
                <a:uFillTx/>
                <a:latin typeface="Arial"/>
                <a:ea typeface="Arial"/>
                <a:hlinkClick r:id="rId1"/>
              </a:rPr>
              <a:t>https://kubernetes.io/docs/concepts/storage/persistent-volumes/#types-of-persistent-volumes</a:t>
            </a:r>
            <a:r>
              <a:rPr b="0" lang="en-US" sz="1200" strike="noStrike" u="none">
                <a:solidFill>
                  <a:srgbClr val="000000"/>
                </a:solidFill>
                <a:effectLst/>
                <a:uFillTx/>
                <a:latin typeface="Calibri"/>
                <a:ea typeface="Calibri"/>
              </a:rPr>
              <a:t> </a:t>
            </a:r>
            <a:endParaRPr b="0" lang="en-US" sz="1200" strike="noStrike" u="none">
              <a:solidFill>
                <a:srgbClr val="000000"/>
              </a:solidFill>
              <a:effectLst/>
              <a:uFillTx/>
              <a:latin typeface="Arial"/>
            </a:endParaRPr>
          </a:p>
        </p:txBody>
      </p:sp>
      <p:sp>
        <p:nvSpPr>
          <p:cNvPr id="465" name="PlaceHolder 3"/>
          <p:cNvSpPr>
            <a:spLocks noGrp="1"/>
          </p:cNvSpPr>
          <p:nvPr>
            <p:ph type="sldNum" idx="75"/>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AFA9BBF5-36D3-4259-A283-4D1F05FA228C}"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6" name="PlaceHolder 1"/>
          <p:cNvSpPr>
            <a:spLocks noGrp="1"/>
          </p:cNvSpPr>
          <p:nvPr>
            <p:ph type="sldImg"/>
          </p:nvPr>
        </p:nvSpPr>
        <p:spPr>
          <a:xfrm>
            <a:off x="685800" y="1143000"/>
            <a:ext cx="5485680" cy="3085560"/>
          </a:xfrm>
          <a:prstGeom prst="rect">
            <a:avLst/>
          </a:prstGeom>
          <a:ln w="0">
            <a:noFill/>
          </a:ln>
        </p:spPr>
      </p:sp>
      <p:sp>
        <p:nvSpPr>
          <p:cNvPr id="467"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468" name="PlaceHolder 3"/>
          <p:cNvSpPr>
            <a:spLocks noGrp="1"/>
          </p:cNvSpPr>
          <p:nvPr>
            <p:ph type="sldNum" idx="76"/>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9E7B8346-2D89-4C2F-AF45-4EFC6E224A3D}"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9" name="PlaceHolder 1"/>
          <p:cNvSpPr>
            <a:spLocks noGrp="1"/>
          </p:cNvSpPr>
          <p:nvPr>
            <p:ph type="sldImg"/>
          </p:nvPr>
        </p:nvSpPr>
        <p:spPr>
          <a:xfrm>
            <a:off x="685800" y="1143000"/>
            <a:ext cx="5485680" cy="3085560"/>
          </a:xfrm>
          <a:prstGeom prst="rect">
            <a:avLst/>
          </a:prstGeom>
          <a:ln w="0">
            <a:noFill/>
          </a:ln>
        </p:spPr>
      </p:sp>
      <p:sp>
        <p:nvSpPr>
          <p:cNvPr id="470"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471" name="PlaceHolder 3"/>
          <p:cNvSpPr>
            <a:spLocks noGrp="1"/>
          </p:cNvSpPr>
          <p:nvPr>
            <p:ph type="sldNum" idx="77"/>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59919E11-E2FA-46CE-82C3-6A6FEDF577EA}"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2" name="PlaceHolder 1"/>
          <p:cNvSpPr>
            <a:spLocks noGrp="1"/>
          </p:cNvSpPr>
          <p:nvPr>
            <p:ph type="sldImg"/>
          </p:nvPr>
        </p:nvSpPr>
        <p:spPr>
          <a:xfrm>
            <a:off x="685800" y="1143000"/>
            <a:ext cx="5485680" cy="3085560"/>
          </a:xfrm>
          <a:prstGeom prst="rect">
            <a:avLst/>
          </a:prstGeom>
          <a:ln w="0">
            <a:noFill/>
          </a:ln>
        </p:spPr>
      </p:sp>
      <p:sp>
        <p:nvSpPr>
          <p:cNvPr id="473"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474" name="PlaceHolder 3"/>
          <p:cNvSpPr>
            <a:spLocks noGrp="1"/>
          </p:cNvSpPr>
          <p:nvPr>
            <p:ph type="sldNum" idx="78"/>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BC420910-AC24-4EFF-830A-A72AD3C0DC12}"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5" name="PlaceHolder 1"/>
          <p:cNvSpPr>
            <a:spLocks noGrp="1"/>
          </p:cNvSpPr>
          <p:nvPr>
            <p:ph type="sldImg"/>
          </p:nvPr>
        </p:nvSpPr>
        <p:spPr>
          <a:xfrm>
            <a:off x="685800" y="1143000"/>
            <a:ext cx="5485680" cy="3085560"/>
          </a:xfrm>
          <a:prstGeom prst="rect">
            <a:avLst/>
          </a:prstGeom>
          <a:ln w="0">
            <a:noFill/>
          </a:ln>
        </p:spPr>
      </p:sp>
      <p:sp>
        <p:nvSpPr>
          <p:cNvPr id="476"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477" name="PlaceHolder 3"/>
          <p:cNvSpPr>
            <a:spLocks noGrp="1"/>
          </p:cNvSpPr>
          <p:nvPr>
            <p:ph type="sldNum" idx="79"/>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74C03E96-4123-41E8-90BA-E1D3130E9B49}"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8" name="PlaceHolder 1"/>
          <p:cNvSpPr>
            <a:spLocks noGrp="1"/>
          </p:cNvSpPr>
          <p:nvPr>
            <p:ph type="sldImg"/>
          </p:nvPr>
        </p:nvSpPr>
        <p:spPr>
          <a:xfrm>
            <a:off x="685800" y="1143000"/>
            <a:ext cx="5485680" cy="3085560"/>
          </a:xfrm>
          <a:prstGeom prst="rect">
            <a:avLst/>
          </a:prstGeom>
          <a:ln w="0">
            <a:noFill/>
          </a:ln>
        </p:spPr>
      </p:sp>
      <p:sp>
        <p:nvSpPr>
          <p:cNvPr id="479" name="PlaceHolder 2"/>
          <p:cNvSpPr>
            <a:spLocks noGrp="1"/>
          </p:cNvSpPr>
          <p:nvPr>
            <p:ph type="body"/>
          </p:nvPr>
        </p:nvSpPr>
        <p:spPr>
          <a:xfrm>
            <a:off x="685800" y="4400640"/>
            <a:ext cx="5485680" cy="360000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480" name="PlaceHolder 3"/>
          <p:cNvSpPr>
            <a:spLocks noGrp="1"/>
          </p:cNvSpPr>
          <p:nvPr>
            <p:ph type="sldNum" idx="80"/>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28565201-822F-4ED1-A292-C60185803A91}"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4.png"/>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jpeg"/>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3.jpeg"/>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3.jpeg"/>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3.jpeg"/>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3.jpeg"/>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3.jpeg"/>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4.png"/>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3.jpeg"/>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3.jpeg"/>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3.jpeg"/>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3.jpeg"/>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3.jpeg"/>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3.jpe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Title Content and 2 Content">
    <p:bg>
      <p:bgPr>
        <a:blipFill rotWithShape="0">
          <a:blip r:embed="rId2"/>
          <a:stretch/>
        </a:blip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 name="PlaceHolder 2"/>
          <p:cNvSpPr>
            <a:spLocks noGrp="1"/>
          </p:cNvSpPr>
          <p:nvPr>
            <p:ph type="body"/>
          </p:nvPr>
        </p:nvSpPr>
        <p:spPr>
          <a:xfrm>
            <a:off x="828000" y="1512000"/>
            <a:ext cx="5129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 name="PlaceHolder 3"/>
          <p:cNvSpPr>
            <a:spLocks noGrp="1"/>
          </p:cNvSpPr>
          <p:nvPr>
            <p:ph type="body"/>
          </p:nvPr>
        </p:nvSpPr>
        <p:spPr>
          <a:xfrm>
            <a:off x="6214680" y="15120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3" name="PlaceHolder 4"/>
          <p:cNvSpPr>
            <a:spLocks noGrp="1"/>
          </p:cNvSpPr>
          <p:nvPr>
            <p:ph type="body"/>
          </p:nvPr>
        </p:nvSpPr>
        <p:spPr>
          <a:xfrm>
            <a:off x="6214680" y="39564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bg>
      <p:bgPr>
        <a:blipFill rotWithShape="0">
          <a:blip r:embed="rId2"/>
          <a:stretch/>
        </a:blip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a:t>
            </a:r>
            <a:r>
              <a:rPr b="0" lang="en-US" sz="1800" strike="noStrike" u="none">
                <a:solidFill>
                  <a:srgbClr val="000000"/>
                </a:solidFill>
                <a:effectLst/>
                <a:uFillTx/>
                <a:latin typeface="Arial"/>
              </a:rPr>
              <a:t>to edit </a:t>
            </a:r>
            <a:r>
              <a:rPr b="0" lang="en-US" sz="1800" strike="noStrike" u="none">
                <a:solidFill>
                  <a:srgbClr val="000000"/>
                </a:solidFill>
                <a:effectLst/>
                <a:uFillTx/>
                <a:latin typeface="Arial"/>
              </a:rPr>
              <a:t>the </a:t>
            </a:r>
            <a:r>
              <a:rPr b="0" lang="en-US" sz="1800" strike="noStrike" u="none">
                <a:solidFill>
                  <a:srgbClr val="000000"/>
                </a:solidFill>
                <a:effectLst/>
                <a:uFillTx/>
                <a:latin typeface="Arial"/>
              </a:rPr>
              <a:t>title </a:t>
            </a:r>
            <a:r>
              <a:rPr b="0" lang="en-US" sz="1800" strike="noStrike" u="none">
                <a:solidFill>
                  <a:srgbClr val="000000"/>
                </a:solidFill>
                <a:effectLst/>
                <a:uFillTx/>
                <a:latin typeface="Arial"/>
              </a:rPr>
              <a:t>text </a:t>
            </a:r>
            <a:r>
              <a:rPr b="0" lang="en-US" sz="1800" strike="noStrike" u="none">
                <a:solidFill>
                  <a:srgbClr val="000000"/>
                </a:solidFill>
                <a:effectLst/>
                <a:uFillTx/>
                <a:latin typeface="Arial"/>
              </a:rPr>
              <a:t>format</a:t>
            </a:r>
            <a:endParaRPr b="0" lang="en-US" sz="1800" strike="noStrike" u="none">
              <a:solidFill>
                <a:srgbClr val="000000"/>
              </a:solidFill>
              <a:effectLst/>
              <a:uFillTx/>
              <a:latin typeface="Arial"/>
            </a:endParaRPr>
          </a:p>
        </p:txBody>
      </p:sp>
      <p:sp>
        <p:nvSpPr>
          <p:cNvPr id="5" name="PlaceHolder 2"/>
          <p:cNvSpPr>
            <a:spLocks noGrp="1"/>
          </p:cNvSpPr>
          <p:nvPr>
            <p:ph type="body"/>
          </p:nvPr>
        </p:nvSpPr>
        <p:spPr>
          <a:xfrm>
            <a:off x="828000" y="15120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 name="PlaceHolder 3"/>
          <p:cNvSpPr>
            <a:spLocks noGrp="1"/>
          </p:cNvSpPr>
          <p:nvPr>
            <p:ph type="body"/>
          </p:nvPr>
        </p:nvSpPr>
        <p:spPr>
          <a:xfrm>
            <a:off x="6214680" y="15120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7" name="PlaceHolder 4"/>
          <p:cNvSpPr>
            <a:spLocks noGrp="1"/>
          </p:cNvSpPr>
          <p:nvPr>
            <p:ph type="body"/>
          </p:nvPr>
        </p:nvSpPr>
        <p:spPr>
          <a:xfrm>
            <a:off x="828000" y="3956400"/>
            <a:ext cx="10511280" cy="22316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bg>
      <p:bgPr>
        <a:blipFill rotWithShape="0">
          <a:blip r:embed="rId2"/>
          <a:stretch/>
        </a:blip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9" name="PlaceHolder 2"/>
          <p:cNvSpPr>
            <a:spLocks noGrp="1"/>
          </p:cNvSpPr>
          <p:nvPr>
            <p:ph type="body"/>
          </p:nvPr>
        </p:nvSpPr>
        <p:spPr>
          <a:xfrm>
            <a:off x="828000" y="1512000"/>
            <a:ext cx="10511280" cy="22316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0" name="PlaceHolder 3"/>
          <p:cNvSpPr>
            <a:spLocks noGrp="1"/>
          </p:cNvSpPr>
          <p:nvPr>
            <p:ph type="body"/>
          </p:nvPr>
        </p:nvSpPr>
        <p:spPr>
          <a:xfrm>
            <a:off x="828000" y="3956400"/>
            <a:ext cx="10511280" cy="22316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bg>
      <p:bgPr>
        <a:blipFill rotWithShape="0">
          <a:blip r:embed="rId2"/>
          <a:stretch/>
        </a:blip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a:t>
            </a:r>
            <a:r>
              <a:rPr b="0" lang="en-US" sz="1800" strike="noStrike" u="none">
                <a:solidFill>
                  <a:srgbClr val="000000"/>
                </a:solidFill>
                <a:effectLst/>
                <a:uFillTx/>
                <a:latin typeface="Arial"/>
              </a:rPr>
              <a:t>the title text </a:t>
            </a:r>
            <a:r>
              <a:rPr b="0" lang="en-US" sz="1800" strike="noStrike" u="none">
                <a:solidFill>
                  <a:srgbClr val="000000"/>
                </a:solidFill>
                <a:effectLst/>
                <a:uFillTx/>
                <a:latin typeface="Arial"/>
              </a:rPr>
              <a:t>format</a:t>
            </a:r>
            <a:endParaRPr b="0" lang="en-US" sz="1800" strike="noStrike" u="none">
              <a:solidFill>
                <a:srgbClr val="000000"/>
              </a:solidFill>
              <a:effectLst/>
              <a:uFillTx/>
              <a:latin typeface="Arial"/>
            </a:endParaRPr>
          </a:p>
        </p:txBody>
      </p:sp>
      <p:sp>
        <p:nvSpPr>
          <p:cNvPr id="12" name="PlaceHolder 2"/>
          <p:cNvSpPr>
            <a:spLocks noGrp="1"/>
          </p:cNvSpPr>
          <p:nvPr>
            <p:ph type="body"/>
          </p:nvPr>
        </p:nvSpPr>
        <p:spPr>
          <a:xfrm>
            <a:off x="828000" y="15120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3" name="PlaceHolder 3"/>
          <p:cNvSpPr>
            <a:spLocks noGrp="1"/>
          </p:cNvSpPr>
          <p:nvPr>
            <p:ph type="body"/>
          </p:nvPr>
        </p:nvSpPr>
        <p:spPr>
          <a:xfrm>
            <a:off x="6214680" y="15120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4" name="PlaceHolder 4"/>
          <p:cNvSpPr>
            <a:spLocks noGrp="1"/>
          </p:cNvSpPr>
          <p:nvPr>
            <p:ph type="body"/>
          </p:nvPr>
        </p:nvSpPr>
        <p:spPr>
          <a:xfrm>
            <a:off x="828000" y="39564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5" name="PlaceHolder 5"/>
          <p:cNvSpPr>
            <a:spLocks noGrp="1"/>
          </p:cNvSpPr>
          <p:nvPr>
            <p:ph type="body"/>
          </p:nvPr>
        </p:nvSpPr>
        <p:spPr>
          <a:xfrm>
            <a:off x="6214680" y="39564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bg>
      <p:bgPr>
        <a:blipFill rotWithShape="0">
          <a:blip r:embed="rId2"/>
          <a:stretch/>
        </a:blip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a:t>
            </a:r>
            <a:r>
              <a:rPr b="0" lang="en-US" sz="1800" strike="noStrike" u="none">
                <a:solidFill>
                  <a:srgbClr val="000000"/>
                </a:solidFill>
                <a:effectLst/>
                <a:uFillTx/>
                <a:latin typeface="Arial"/>
              </a:rPr>
              <a:t>format</a:t>
            </a:r>
            <a:endParaRPr b="0" lang="en-US" sz="1800" strike="noStrike" u="none">
              <a:solidFill>
                <a:srgbClr val="000000"/>
              </a:solidFill>
              <a:effectLst/>
              <a:uFillTx/>
              <a:latin typeface="Arial"/>
            </a:endParaRPr>
          </a:p>
        </p:txBody>
      </p:sp>
      <p:sp>
        <p:nvSpPr>
          <p:cNvPr id="17" name="PlaceHolder 2"/>
          <p:cNvSpPr>
            <a:spLocks noGrp="1"/>
          </p:cNvSpPr>
          <p:nvPr>
            <p:ph type="body"/>
          </p:nvPr>
        </p:nvSpPr>
        <p:spPr>
          <a:xfrm>
            <a:off x="828000" y="15120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8" name="PlaceHolder 3"/>
          <p:cNvSpPr>
            <a:spLocks noGrp="1"/>
          </p:cNvSpPr>
          <p:nvPr>
            <p:ph type="body"/>
          </p:nvPr>
        </p:nvSpPr>
        <p:spPr>
          <a:xfrm>
            <a:off x="4381920" y="15120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9" name="PlaceHolder 4"/>
          <p:cNvSpPr>
            <a:spLocks noGrp="1"/>
          </p:cNvSpPr>
          <p:nvPr>
            <p:ph type="body"/>
          </p:nvPr>
        </p:nvSpPr>
        <p:spPr>
          <a:xfrm>
            <a:off x="7935840" y="15120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0" name="PlaceHolder 5"/>
          <p:cNvSpPr>
            <a:spLocks noGrp="1"/>
          </p:cNvSpPr>
          <p:nvPr>
            <p:ph type="body"/>
          </p:nvPr>
        </p:nvSpPr>
        <p:spPr>
          <a:xfrm>
            <a:off x="828000" y="39564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1" name="PlaceHolder 6"/>
          <p:cNvSpPr>
            <a:spLocks noGrp="1"/>
          </p:cNvSpPr>
          <p:nvPr>
            <p:ph type="body"/>
          </p:nvPr>
        </p:nvSpPr>
        <p:spPr>
          <a:xfrm>
            <a:off x="4381920" y="39564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2" name="PlaceHolder 7"/>
          <p:cNvSpPr>
            <a:spLocks noGrp="1"/>
          </p:cNvSpPr>
          <p:nvPr>
            <p:ph type="body"/>
          </p:nvPr>
        </p:nvSpPr>
        <p:spPr>
          <a:xfrm>
            <a:off x="7935840" y="39564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bg>
      <p:bgPr>
        <a:blipFill rotWithShape="0">
          <a:blip r:embed="rId2"/>
          <a:stretch/>
        </a:blip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a:t>
            </a:r>
            <a:r>
              <a:rPr b="0" lang="en-US" sz="4400" strike="noStrike" u="none">
                <a:solidFill>
                  <a:srgbClr val="000000"/>
                </a:solidFill>
                <a:effectLst/>
                <a:uFillTx/>
                <a:latin typeface="Arial"/>
              </a:rPr>
              <a:t>the title text </a:t>
            </a:r>
            <a:r>
              <a:rPr b="0" lang="en-US" sz="4400" strike="noStrike" u="none">
                <a:solidFill>
                  <a:srgbClr val="000000"/>
                </a:solidFill>
                <a:effectLst/>
                <a:uFillTx/>
                <a:latin typeface="Arial"/>
              </a:rPr>
              <a:t>format</a:t>
            </a:r>
            <a:endParaRPr b="0" lang="en-US" sz="4400" strike="noStrike" u="none">
              <a:solidFill>
                <a:srgbClr val="000000"/>
              </a:solidFill>
              <a:effectLst/>
              <a:uFillTx/>
              <a:latin typeface="Arial"/>
            </a:endParaRPr>
          </a:p>
        </p:txBody>
      </p:sp>
      <p:sp>
        <p:nvSpPr>
          <p:cNvPr id="24"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bg>
      <p:bgPr>
        <a:blipFill rotWithShape="0">
          <a:blip r:embed="rId2"/>
          <a:stretch/>
        </a:blipFill>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a:t>
            </a:r>
            <a:r>
              <a:rPr b="0" lang="en-US" sz="1800" strike="noStrike" u="none">
                <a:solidFill>
                  <a:srgbClr val="000000"/>
                </a:solidFill>
                <a:effectLst/>
                <a:uFillTx/>
                <a:latin typeface="Arial"/>
              </a:rPr>
              <a:t>k to </a:t>
            </a:r>
            <a:r>
              <a:rPr b="0" lang="en-US" sz="1800" strike="noStrike" u="none">
                <a:solidFill>
                  <a:srgbClr val="000000"/>
                </a:solidFill>
                <a:effectLst/>
                <a:uFillTx/>
                <a:latin typeface="Arial"/>
              </a:rPr>
              <a:t>edit </a:t>
            </a:r>
            <a:r>
              <a:rPr b="0" lang="en-US" sz="1800" strike="noStrike" u="none">
                <a:solidFill>
                  <a:srgbClr val="000000"/>
                </a:solidFill>
                <a:effectLst/>
                <a:uFillTx/>
                <a:latin typeface="Arial"/>
              </a:rPr>
              <a:t>the </a:t>
            </a:r>
            <a:r>
              <a:rPr b="0" lang="en-US" sz="1800" strike="noStrike" u="none">
                <a:solidFill>
                  <a:srgbClr val="000000"/>
                </a:solidFill>
                <a:effectLst/>
                <a:uFillTx/>
                <a:latin typeface="Arial"/>
              </a:rPr>
              <a:t>title </a:t>
            </a:r>
            <a:r>
              <a:rPr b="0" lang="en-US" sz="1800" strike="noStrike" u="none">
                <a:solidFill>
                  <a:srgbClr val="000000"/>
                </a:solidFill>
                <a:effectLst/>
                <a:uFillTx/>
                <a:latin typeface="Arial"/>
              </a:rPr>
              <a:t>text </a:t>
            </a:r>
            <a:r>
              <a:rPr b="0" lang="en-US" sz="1800" strike="noStrike" u="none">
                <a:solidFill>
                  <a:srgbClr val="000000"/>
                </a:solidFill>
                <a:effectLst/>
                <a:uFillTx/>
                <a:latin typeface="Arial"/>
              </a:rPr>
              <a:t>form</a:t>
            </a:r>
            <a:r>
              <a:rPr b="0" lang="en-US" sz="1800" strike="noStrike" u="none">
                <a:solidFill>
                  <a:srgbClr val="000000"/>
                </a:solidFill>
                <a:effectLst/>
                <a:uFillTx/>
                <a:latin typeface="Arial"/>
              </a:rPr>
              <a:t>at</a:t>
            </a:r>
            <a:endParaRPr b="0" lang="en-US" sz="1800" strike="noStrike" u="none">
              <a:solidFill>
                <a:srgbClr val="000000"/>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bg>
      <p:bgPr>
        <a:blipFill rotWithShape="0">
          <a:blip r:embed="rId2"/>
          <a:stretch/>
        </a:blip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a:t>
            </a:r>
            <a:r>
              <a:rPr b="0" lang="en-US" sz="1800" strike="noStrike" u="none">
                <a:solidFill>
                  <a:srgbClr val="000000"/>
                </a:solidFill>
                <a:effectLst/>
                <a:uFillTx/>
                <a:latin typeface="Arial"/>
              </a:rPr>
              <a:t>the title text </a:t>
            </a:r>
            <a:r>
              <a:rPr b="0" lang="en-US" sz="1800" strike="noStrike" u="none">
                <a:solidFill>
                  <a:srgbClr val="000000"/>
                </a:solidFill>
                <a:effectLst/>
                <a:uFillTx/>
                <a:latin typeface="Arial"/>
              </a:rPr>
              <a:t>format</a:t>
            </a:r>
            <a:endParaRPr b="0" lang="en-US" sz="1800" strike="noStrike" u="none">
              <a:solidFill>
                <a:srgbClr val="000000"/>
              </a:solidFill>
              <a:effectLst/>
              <a:uFillTx/>
              <a:latin typeface="Arial"/>
            </a:endParaRPr>
          </a:p>
        </p:txBody>
      </p:sp>
      <p:sp>
        <p:nvSpPr>
          <p:cNvPr id="27" name="PlaceHolder 2"/>
          <p:cNvSpPr>
            <a:spLocks noGrp="1"/>
          </p:cNvSpPr>
          <p:nvPr>
            <p:ph type="body"/>
          </p:nvPr>
        </p:nvSpPr>
        <p:spPr>
          <a:xfrm>
            <a:off x="828000" y="1512000"/>
            <a:ext cx="10511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bg>
      <p:bgPr>
        <a:blipFill rotWithShape="0">
          <a:blip r:embed="rId2"/>
          <a:stretch/>
        </a:blip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a:t>
            </a:r>
            <a:r>
              <a:rPr b="0" lang="en-US" sz="1800" strike="noStrike" u="none">
                <a:solidFill>
                  <a:srgbClr val="000000"/>
                </a:solidFill>
                <a:effectLst/>
                <a:uFillTx/>
                <a:latin typeface="Arial"/>
              </a:rPr>
              <a:t>the title text </a:t>
            </a:r>
            <a:r>
              <a:rPr b="0" lang="en-US" sz="1800" strike="noStrike" u="none">
                <a:solidFill>
                  <a:srgbClr val="000000"/>
                </a:solidFill>
                <a:effectLst/>
                <a:uFillTx/>
                <a:latin typeface="Arial"/>
              </a:rPr>
              <a:t>format</a:t>
            </a:r>
            <a:endParaRPr b="0" lang="en-US" sz="1800" strike="noStrike" u="none">
              <a:solidFill>
                <a:srgbClr val="000000"/>
              </a:solidFill>
              <a:effectLst/>
              <a:uFillTx/>
              <a:latin typeface="Arial"/>
            </a:endParaRPr>
          </a:p>
        </p:txBody>
      </p:sp>
      <p:sp>
        <p:nvSpPr>
          <p:cNvPr id="29" name="PlaceHolder 2"/>
          <p:cNvSpPr>
            <a:spLocks noGrp="1"/>
          </p:cNvSpPr>
          <p:nvPr>
            <p:ph type="body"/>
          </p:nvPr>
        </p:nvSpPr>
        <p:spPr>
          <a:xfrm>
            <a:off x="828000" y="1512000"/>
            <a:ext cx="5129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30" name="PlaceHolder 3"/>
          <p:cNvSpPr>
            <a:spLocks noGrp="1"/>
          </p:cNvSpPr>
          <p:nvPr>
            <p:ph type="body"/>
          </p:nvPr>
        </p:nvSpPr>
        <p:spPr>
          <a:xfrm>
            <a:off x="6214680" y="1512000"/>
            <a:ext cx="5129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blipFill rotWithShape="0">
          <a:blip r:embed="rId2"/>
          <a:stretch/>
        </a:blipFill>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a:t>
            </a:r>
            <a:r>
              <a:rPr b="0" lang="en-US" sz="1800" strike="noStrike" u="none">
                <a:solidFill>
                  <a:srgbClr val="000000"/>
                </a:solidFill>
                <a:effectLst/>
                <a:uFillTx/>
                <a:latin typeface="Arial"/>
              </a:rPr>
              <a:t>the title text </a:t>
            </a:r>
            <a:r>
              <a:rPr b="0" lang="en-US" sz="1800" strike="noStrike" u="none">
                <a:solidFill>
                  <a:srgbClr val="000000"/>
                </a:solidFill>
                <a:effectLst/>
                <a:uFillTx/>
                <a:latin typeface="Arial"/>
              </a:rPr>
              <a:t>format</a:t>
            </a:r>
            <a:endParaRPr b="0" lang="en-US" sz="1800" strike="noStrike" u="none">
              <a:solidFill>
                <a:srgbClr val="000000"/>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Centered Text">
    <p:bg>
      <p:bgPr>
        <a:blipFill rotWithShape="0">
          <a:blip r:embed="rId2"/>
          <a:stretch/>
        </a:blipFill>
      </p:bgPr>
    </p:bg>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Title, 2 Content and Content">
    <p:bg>
      <p:bgPr>
        <a:blipFill rotWithShape="0">
          <a:blip r:embed="rId2"/>
          <a:stretch/>
        </a:blip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a:t>
            </a:r>
            <a:r>
              <a:rPr b="0" lang="en-US" sz="1800" strike="noStrike" u="none">
                <a:solidFill>
                  <a:srgbClr val="000000"/>
                </a:solidFill>
                <a:effectLst/>
                <a:uFillTx/>
                <a:latin typeface="Arial"/>
              </a:rPr>
              <a:t>title text format</a:t>
            </a:r>
            <a:endParaRPr b="0" lang="en-US" sz="1800" strike="noStrike" u="none">
              <a:solidFill>
                <a:srgbClr val="000000"/>
              </a:solidFill>
              <a:effectLst/>
              <a:uFillTx/>
              <a:latin typeface="Arial"/>
            </a:endParaRPr>
          </a:p>
        </p:txBody>
      </p:sp>
      <p:sp>
        <p:nvSpPr>
          <p:cNvPr id="33" name="PlaceHolder 2"/>
          <p:cNvSpPr>
            <a:spLocks noGrp="1"/>
          </p:cNvSpPr>
          <p:nvPr>
            <p:ph type="body"/>
          </p:nvPr>
        </p:nvSpPr>
        <p:spPr>
          <a:xfrm>
            <a:off x="828000" y="15120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34" name="PlaceHolder 3"/>
          <p:cNvSpPr>
            <a:spLocks noGrp="1"/>
          </p:cNvSpPr>
          <p:nvPr>
            <p:ph type="body"/>
          </p:nvPr>
        </p:nvSpPr>
        <p:spPr>
          <a:xfrm>
            <a:off x="6214680" y="1512000"/>
            <a:ext cx="5129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35" name="PlaceHolder 4"/>
          <p:cNvSpPr>
            <a:spLocks noGrp="1"/>
          </p:cNvSpPr>
          <p:nvPr>
            <p:ph type="body"/>
          </p:nvPr>
        </p:nvSpPr>
        <p:spPr>
          <a:xfrm>
            <a:off x="828000" y="39564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p:bg>
      <p:bgPr>
        <a:blipFill rotWithShape="0">
          <a:blip r:embed="rId2"/>
          <a:stretch/>
        </a:blipFill>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a:t>
            </a:r>
            <a:r>
              <a:rPr b="0" lang="en-US" sz="1800" strike="noStrike" u="none">
                <a:solidFill>
                  <a:srgbClr val="000000"/>
                </a:solidFill>
                <a:effectLst/>
                <a:uFillTx/>
                <a:latin typeface="Arial"/>
              </a:rPr>
              <a:t>k to </a:t>
            </a:r>
            <a:r>
              <a:rPr b="0" lang="en-US" sz="1800" strike="noStrike" u="none">
                <a:solidFill>
                  <a:srgbClr val="000000"/>
                </a:solidFill>
                <a:effectLst/>
                <a:uFillTx/>
                <a:latin typeface="Arial"/>
              </a:rPr>
              <a:t>edit </a:t>
            </a:r>
            <a:r>
              <a:rPr b="0" lang="en-US" sz="1800" strike="noStrike" u="none">
                <a:solidFill>
                  <a:srgbClr val="000000"/>
                </a:solidFill>
                <a:effectLst/>
                <a:uFillTx/>
                <a:latin typeface="Arial"/>
              </a:rPr>
              <a:t>the </a:t>
            </a:r>
            <a:r>
              <a:rPr b="0" lang="en-US" sz="1800" strike="noStrike" u="none">
                <a:solidFill>
                  <a:srgbClr val="000000"/>
                </a:solidFill>
                <a:effectLst/>
                <a:uFillTx/>
                <a:latin typeface="Arial"/>
              </a:rPr>
              <a:t>title </a:t>
            </a:r>
            <a:r>
              <a:rPr b="0" lang="en-US" sz="1800" strike="noStrike" u="none">
                <a:solidFill>
                  <a:srgbClr val="000000"/>
                </a:solidFill>
                <a:effectLst/>
                <a:uFillTx/>
                <a:latin typeface="Arial"/>
              </a:rPr>
              <a:t>text </a:t>
            </a:r>
            <a:r>
              <a:rPr b="0" lang="en-US" sz="1800" strike="noStrike" u="none">
                <a:solidFill>
                  <a:srgbClr val="000000"/>
                </a:solidFill>
                <a:effectLst/>
                <a:uFillTx/>
                <a:latin typeface="Arial"/>
              </a:rPr>
              <a:t>form</a:t>
            </a:r>
            <a:r>
              <a:rPr b="0" lang="en-US" sz="1800" strike="noStrike" u="none">
                <a:solidFill>
                  <a:srgbClr val="000000"/>
                </a:solidFill>
                <a:effectLst/>
                <a:uFillTx/>
                <a:latin typeface="Arial"/>
              </a:rPr>
              <a:t>at</a:t>
            </a:r>
            <a:endParaRPr b="0" lang="en-US" sz="1800" strike="noStrike" u="none">
              <a:solidFill>
                <a:srgbClr val="000000"/>
              </a:solidFill>
              <a:effectLst/>
              <a:uFillTx/>
              <a:latin typeface="Arial"/>
            </a:endParaRPr>
          </a:p>
        </p:txBody>
      </p:sp>
      <p:sp>
        <p:nvSpPr>
          <p:cNvPr id="37" name="PlaceHolder 2"/>
          <p:cNvSpPr>
            <a:spLocks noGrp="1"/>
          </p:cNvSpPr>
          <p:nvPr>
            <p:ph type="body"/>
          </p:nvPr>
        </p:nvSpPr>
        <p:spPr>
          <a:xfrm>
            <a:off x="828000" y="1512000"/>
            <a:ext cx="5129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38" name="PlaceHolder 3"/>
          <p:cNvSpPr>
            <a:spLocks noGrp="1"/>
          </p:cNvSpPr>
          <p:nvPr>
            <p:ph type="body"/>
          </p:nvPr>
        </p:nvSpPr>
        <p:spPr>
          <a:xfrm>
            <a:off x="6214680" y="15120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39" name="PlaceHolder 4"/>
          <p:cNvSpPr>
            <a:spLocks noGrp="1"/>
          </p:cNvSpPr>
          <p:nvPr>
            <p:ph type="body"/>
          </p:nvPr>
        </p:nvSpPr>
        <p:spPr>
          <a:xfrm>
            <a:off x="6214680" y="39564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40" name="PlaceHolder 5"/>
          <p:cNvSpPr>
            <a:spLocks noGrp="1"/>
          </p:cNvSpPr>
          <p:nvPr>
            <p:ph type="ftr" idx="1"/>
          </p:nvPr>
        </p:nvSpPr>
        <p:spPr>
          <a:xfrm>
            <a:off x="707760" y="6629400"/>
            <a:ext cx="3863880" cy="22824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41" name="PlaceHolder 6"/>
          <p:cNvSpPr>
            <a:spLocks noGrp="1"/>
          </p:cNvSpPr>
          <p:nvPr>
            <p:ph type="sldNum" idx="2"/>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0DFA3535-677C-453D-BF64-30286393E651}"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1">
    <p:bg>
      <p:bgPr>
        <a:blipFill rotWithShape="0">
          <a:blip r:embed="rId2"/>
          <a:stretch/>
        </a:blip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a:t>
            </a:r>
            <a:r>
              <a:rPr b="0" lang="en-US" sz="1800" strike="noStrike" u="none">
                <a:solidFill>
                  <a:srgbClr val="000000"/>
                </a:solidFill>
                <a:effectLst/>
                <a:uFillTx/>
                <a:latin typeface="Arial"/>
              </a:rPr>
              <a:t>to edit </a:t>
            </a:r>
            <a:r>
              <a:rPr b="0" lang="en-US" sz="1800" strike="noStrike" u="none">
                <a:solidFill>
                  <a:srgbClr val="000000"/>
                </a:solidFill>
                <a:effectLst/>
                <a:uFillTx/>
                <a:latin typeface="Arial"/>
              </a:rPr>
              <a:t>the </a:t>
            </a:r>
            <a:r>
              <a:rPr b="0" lang="en-US" sz="1800" strike="noStrike" u="none">
                <a:solidFill>
                  <a:srgbClr val="000000"/>
                </a:solidFill>
                <a:effectLst/>
                <a:uFillTx/>
                <a:latin typeface="Arial"/>
              </a:rPr>
              <a:t>title </a:t>
            </a:r>
            <a:r>
              <a:rPr b="0" lang="en-US" sz="1800" strike="noStrike" u="none">
                <a:solidFill>
                  <a:srgbClr val="000000"/>
                </a:solidFill>
                <a:effectLst/>
                <a:uFillTx/>
                <a:latin typeface="Arial"/>
              </a:rPr>
              <a:t>text </a:t>
            </a:r>
            <a:r>
              <a:rPr b="0" lang="en-US" sz="1800" strike="noStrike" u="none">
                <a:solidFill>
                  <a:srgbClr val="000000"/>
                </a:solidFill>
                <a:effectLst/>
                <a:uFillTx/>
                <a:latin typeface="Arial"/>
              </a:rPr>
              <a:t>format</a:t>
            </a:r>
            <a:endParaRPr b="0" lang="en-US" sz="1800" strike="noStrike" u="none">
              <a:solidFill>
                <a:srgbClr val="000000"/>
              </a:solidFill>
              <a:effectLst/>
              <a:uFillTx/>
              <a:latin typeface="Arial"/>
            </a:endParaRPr>
          </a:p>
        </p:txBody>
      </p:sp>
      <p:sp>
        <p:nvSpPr>
          <p:cNvPr id="43" name="PlaceHolder 2"/>
          <p:cNvSpPr>
            <a:spLocks noGrp="1"/>
          </p:cNvSpPr>
          <p:nvPr>
            <p:ph type="body"/>
          </p:nvPr>
        </p:nvSpPr>
        <p:spPr>
          <a:xfrm>
            <a:off x="828000" y="15120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44" name="PlaceHolder 3"/>
          <p:cNvSpPr>
            <a:spLocks noGrp="1"/>
          </p:cNvSpPr>
          <p:nvPr>
            <p:ph type="body"/>
          </p:nvPr>
        </p:nvSpPr>
        <p:spPr>
          <a:xfrm>
            <a:off x="6214680" y="15120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45" name="PlaceHolder 4"/>
          <p:cNvSpPr>
            <a:spLocks noGrp="1"/>
          </p:cNvSpPr>
          <p:nvPr>
            <p:ph type="body"/>
          </p:nvPr>
        </p:nvSpPr>
        <p:spPr>
          <a:xfrm>
            <a:off x="828000" y="3956400"/>
            <a:ext cx="10511280" cy="22316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46" name="PlaceHolder 5"/>
          <p:cNvSpPr>
            <a:spLocks noGrp="1"/>
          </p:cNvSpPr>
          <p:nvPr>
            <p:ph type="ftr" idx="3"/>
          </p:nvPr>
        </p:nvSpPr>
        <p:spPr>
          <a:xfrm>
            <a:off x="707760" y="6629400"/>
            <a:ext cx="3863880" cy="22824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47" name="PlaceHolder 6"/>
          <p:cNvSpPr>
            <a:spLocks noGrp="1"/>
          </p:cNvSpPr>
          <p:nvPr>
            <p:ph type="sldNum" idx="4"/>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BEDABD90-9806-4709-8C91-9548F71B4EEC}"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2">
    <p:bg>
      <p:bgPr>
        <a:blipFill rotWithShape="0">
          <a:blip r:embed="rId2"/>
          <a:stretch/>
        </a:blip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49" name="PlaceHolder 2"/>
          <p:cNvSpPr>
            <a:spLocks noGrp="1"/>
          </p:cNvSpPr>
          <p:nvPr>
            <p:ph type="body"/>
          </p:nvPr>
        </p:nvSpPr>
        <p:spPr>
          <a:xfrm>
            <a:off x="828000" y="1512000"/>
            <a:ext cx="10511280" cy="22316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50" name="PlaceHolder 3"/>
          <p:cNvSpPr>
            <a:spLocks noGrp="1"/>
          </p:cNvSpPr>
          <p:nvPr>
            <p:ph type="body"/>
          </p:nvPr>
        </p:nvSpPr>
        <p:spPr>
          <a:xfrm>
            <a:off x="828000" y="3956400"/>
            <a:ext cx="10511280" cy="22316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51" name="PlaceHolder 4"/>
          <p:cNvSpPr>
            <a:spLocks noGrp="1"/>
          </p:cNvSpPr>
          <p:nvPr>
            <p:ph type="ftr" idx="5"/>
          </p:nvPr>
        </p:nvSpPr>
        <p:spPr>
          <a:xfrm>
            <a:off x="707760" y="6629400"/>
            <a:ext cx="3863880" cy="22824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52" name="PlaceHolder 5"/>
          <p:cNvSpPr>
            <a:spLocks noGrp="1"/>
          </p:cNvSpPr>
          <p:nvPr>
            <p:ph type="sldNum" idx="6"/>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5DF40819-156E-4B5B-8408-4D2FCEC1153F}"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3">
    <p:bg>
      <p:bgPr>
        <a:blipFill rotWithShape="0">
          <a:blip r:embed="rId2"/>
          <a:stretch/>
        </a:blipFill>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54" name="PlaceHolder 2"/>
          <p:cNvSpPr>
            <a:spLocks noGrp="1"/>
          </p:cNvSpPr>
          <p:nvPr>
            <p:ph type="body"/>
          </p:nvPr>
        </p:nvSpPr>
        <p:spPr>
          <a:xfrm>
            <a:off x="828000" y="15120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55" name="PlaceHolder 3"/>
          <p:cNvSpPr>
            <a:spLocks noGrp="1"/>
          </p:cNvSpPr>
          <p:nvPr>
            <p:ph type="body"/>
          </p:nvPr>
        </p:nvSpPr>
        <p:spPr>
          <a:xfrm>
            <a:off x="6214680" y="15120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56" name="PlaceHolder 4"/>
          <p:cNvSpPr>
            <a:spLocks noGrp="1"/>
          </p:cNvSpPr>
          <p:nvPr>
            <p:ph type="body"/>
          </p:nvPr>
        </p:nvSpPr>
        <p:spPr>
          <a:xfrm>
            <a:off x="828000" y="39564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57" name="PlaceHolder 5"/>
          <p:cNvSpPr>
            <a:spLocks noGrp="1"/>
          </p:cNvSpPr>
          <p:nvPr>
            <p:ph type="body"/>
          </p:nvPr>
        </p:nvSpPr>
        <p:spPr>
          <a:xfrm>
            <a:off x="6214680" y="39564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58" name="PlaceHolder 6"/>
          <p:cNvSpPr>
            <a:spLocks noGrp="1"/>
          </p:cNvSpPr>
          <p:nvPr>
            <p:ph type="ftr" idx="7"/>
          </p:nvPr>
        </p:nvSpPr>
        <p:spPr>
          <a:xfrm>
            <a:off x="707760" y="6629400"/>
            <a:ext cx="3863880" cy="22824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59" name="PlaceHolder 7"/>
          <p:cNvSpPr>
            <a:spLocks noGrp="1"/>
          </p:cNvSpPr>
          <p:nvPr>
            <p:ph type="sldNum" idx="8"/>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6B3F7CD0-F945-4172-961B-F558BDD976DD}"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bg>
      <p:bgPr>
        <a:blipFill rotWithShape="0">
          <a:blip r:embed="rId2"/>
          <a:stretch/>
        </a:blipFill>
      </p:bgPr>
    </p:bg>
    <p:spTree>
      <p:nvGrpSpPr>
        <p:cNvPr id="1" name=""/>
        <p:cNvGrpSpPr/>
        <p:nvPr/>
      </p:nvGrpSpPr>
      <p:grpSpPr>
        <a:xfrm>
          <a:off x="0" y="0"/>
          <a:ext cx="0" cy="0"/>
          <a:chOff x="0" y="0"/>
          <a:chExt cx="0" cy="0"/>
        </a:xfrm>
      </p:grpSpPr>
      <p:sp>
        <p:nvSpPr>
          <p:cNvPr id="60"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61" name="PlaceHolder 2"/>
          <p:cNvSpPr>
            <a:spLocks noGrp="1"/>
          </p:cNvSpPr>
          <p:nvPr>
            <p:ph type="body"/>
          </p:nvPr>
        </p:nvSpPr>
        <p:spPr>
          <a:xfrm>
            <a:off x="828000" y="15120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2" name="PlaceHolder 3"/>
          <p:cNvSpPr>
            <a:spLocks noGrp="1"/>
          </p:cNvSpPr>
          <p:nvPr>
            <p:ph type="body"/>
          </p:nvPr>
        </p:nvSpPr>
        <p:spPr>
          <a:xfrm>
            <a:off x="4381920" y="15120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3" name="PlaceHolder 4"/>
          <p:cNvSpPr>
            <a:spLocks noGrp="1"/>
          </p:cNvSpPr>
          <p:nvPr>
            <p:ph type="body"/>
          </p:nvPr>
        </p:nvSpPr>
        <p:spPr>
          <a:xfrm>
            <a:off x="7935840" y="15120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4" name="PlaceHolder 5"/>
          <p:cNvSpPr>
            <a:spLocks noGrp="1"/>
          </p:cNvSpPr>
          <p:nvPr>
            <p:ph type="body"/>
          </p:nvPr>
        </p:nvSpPr>
        <p:spPr>
          <a:xfrm>
            <a:off x="828000" y="39564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5" name="PlaceHolder 6"/>
          <p:cNvSpPr>
            <a:spLocks noGrp="1"/>
          </p:cNvSpPr>
          <p:nvPr>
            <p:ph type="body"/>
          </p:nvPr>
        </p:nvSpPr>
        <p:spPr>
          <a:xfrm>
            <a:off x="4381920" y="39564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6" name="PlaceHolder 7"/>
          <p:cNvSpPr>
            <a:spLocks noGrp="1"/>
          </p:cNvSpPr>
          <p:nvPr>
            <p:ph type="body"/>
          </p:nvPr>
        </p:nvSpPr>
        <p:spPr>
          <a:xfrm>
            <a:off x="7935840" y="39564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7" name="PlaceHolder 8"/>
          <p:cNvSpPr>
            <a:spLocks noGrp="1"/>
          </p:cNvSpPr>
          <p:nvPr>
            <p:ph type="ftr" idx="9"/>
          </p:nvPr>
        </p:nvSpPr>
        <p:spPr>
          <a:xfrm>
            <a:off x="707760" y="6629400"/>
            <a:ext cx="3863880" cy="22824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68" name="PlaceHolder 9"/>
          <p:cNvSpPr>
            <a:spLocks noGrp="1"/>
          </p:cNvSpPr>
          <p:nvPr>
            <p:ph type="sldNum" idx="10"/>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E288CB00-9DEB-4C0E-8F71-CBC51C468382}"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5">
    <p:bg>
      <p:bgPr>
        <a:blipFill rotWithShape="0">
          <a:blip r:embed="rId2"/>
          <a:stretch/>
        </a:blipFill>
      </p:bgPr>
    </p:bg>
    <p:spTree>
      <p:nvGrpSpPr>
        <p:cNvPr id="1" name=""/>
        <p:cNvGrpSpPr/>
        <p:nvPr/>
      </p:nvGrpSpPr>
      <p:grpSpPr>
        <a:xfrm>
          <a:off x="0" y="0"/>
          <a:ext cx="0" cy="0"/>
          <a:chOff x="0" y="0"/>
          <a:chExt cx="0" cy="0"/>
        </a:xfrm>
      </p:grpSpPr>
      <p:sp>
        <p:nvSpPr>
          <p:cNvPr id="69" name="PlaceHolder 1"/>
          <p:cNvSpPr>
            <a:spLocks noGrp="1"/>
          </p:cNvSpPr>
          <p:nvPr>
            <p:ph type="ftr" idx="11"/>
          </p:nvPr>
        </p:nvSpPr>
        <p:spPr>
          <a:xfrm>
            <a:off x="707760" y="6629400"/>
            <a:ext cx="3863880" cy="22824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70" name="PlaceHolder 2"/>
          <p:cNvSpPr>
            <a:spLocks noGrp="1"/>
          </p:cNvSpPr>
          <p:nvPr>
            <p:ph type="sldNum" idx="12"/>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4A56FFD5-7FD5-4806-B932-B0311CD88B47}"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71" name="PlaceHolder 3"/>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72" name="PlaceHolder 4"/>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6">
    <p:bg>
      <p:bgPr>
        <a:blipFill rotWithShape="0">
          <a:blip r:embed="rId2"/>
          <a:stretch/>
        </a:blipFill>
      </p:bgPr>
    </p:bg>
    <p:spTree>
      <p:nvGrpSpPr>
        <p:cNvPr id="1" name=""/>
        <p:cNvGrpSpPr/>
        <p:nvPr/>
      </p:nvGrpSpPr>
      <p:grpSpPr>
        <a:xfrm>
          <a:off x="0" y="0"/>
          <a:ext cx="0" cy="0"/>
          <a:chOff x="0" y="0"/>
          <a:chExt cx="0" cy="0"/>
        </a:xfrm>
      </p:grpSpPr>
      <p:sp>
        <p:nvSpPr>
          <p:cNvPr id="73"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74" name="PlaceHolder 2"/>
          <p:cNvSpPr>
            <a:spLocks noGrp="1"/>
          </p:cNvSpPr>
          <p:nvPr>
            <p:ph type="ftr" idx="13"/>
          </p:nvPr>
        </p:nvSpPr>
        <p:spPr>
          <a:xfrm>
            <a:off x="707760" y="6629400"/>
            <a:ext cx="3863880" cy="22824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75" name="PlaceHolder 3"/>
          <p:cNvSpPr>
            <a:spLocks noGrp="1"/>
          </p:cNvSpPr>
          <p:nvPr>
            <p:ph type="sldNum" idx="14"/>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4F918626-04F6-47D1-95D0-5E9C132F342B}"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7">
    <p:bg>
      <p:bgPr>
        <a:blipFill rotWithShape="0">
          <a:blip r:embed="rId2"/>
          <a:stretch/>
        </a:blipFill>
      </p:bgPr>
    </p:bg>
    <p:spTree>
      <p:nvGrpSpPr>
        <p:cNvPr id="1" name=""/>
        <p:cNvGrpSpPr/>
        <p:nvPr/>
      </p:nvGrpSpPr>
      <p:grpSpPr>
        <a:xfrm>
          <a:off x="0" y="0"/>
          <a:ext cx="0" cy="0"/>
          <a:chOff x="0" y="0"/>
          <a:chExt cx="0" cy="0"/>
        </a:xfrm>
      </p:grpSpPr>
      <p:sp>
        <p:nvSpPr>
          <p:cNvPr id="76"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77" name="PlaceHolder 2"/>
          <p:cNvSpPr>
            <a:spLocks noGrp="1"/>
          </p:cNvSpPr>
          <p:nvPr>
            <p:ph type="body"/>
          </p:nvPr>
        </p:nvSpPr>
        <p:spPr>
          <a:xfrm>
            <a:off x="828000" y="1512000"/>
            <a:ext cx="10511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78" name="PlaceHolder 3"/>
          <p:cNvSpPr>
            <a:spLocks noGrp="1"/>
          </p:cNvSpPr>
          <p:nvPr>
            <p:ph type="ftr" idx="15"/>
          </p:nvPr>
        </p:nvSpPr>
        <p:spPr>
          <a:xfrm>
            <a:off x="707760" y="6629400"/>
            <a:ext cx="3863880" cy="22824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79" name="PlaceHolder 4"/>
          <p:cNvSpPr>
            <a:spLocks noGrp="1"/>
          </p:cNvSpPr>
          <p:nvPr>
            <p:ph type="sldNum" idx="16"/>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E2281D78-EEFF-4E32-AAAC-6B33965E7344}"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8">
    <p:bg>
      <p:bgPr>
        <a:blipFill rotWithShape="0">
          <a:blip r:embed="rId2"/>
          <a:stretch/>
        </a:blipFill>
      </p:bgPr>
    </p:bg>
    <p:spTree>
      <p:nvGrpSpPr>
        <p:cNvPr id="1" name=""/>
        <p:cNvGrpSpPr/>
        <p:nvPr/>
      </p:nvGrpSpPr>
      <p:grpSpPr>
        <a:xfrm>
          <a:off x="0" y="0"/>
          <a:ext cx="0" cy="0"/>
          <a:chOff x="0" y="0"/>
          <a:chExt cx="0" cy="0"/>
        </a:xfrm>
      </p:grpSpPr>
      <p:sp>
        <p:nvSpPr>
          <p:cNvPr id="80"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81" name="PlaceHolder 2"/>
          <p:cNvSpPr>
            <a:spLocks noGrp="1"/>
          </p:cNvSpPr>
          <p:nvPr>
            <p:ph type="body"/>
          </p:nvPr>
        </p:nvSpPr>
        <p:spPr>
          <a:xfrm>
            <a:off x="828000" y="1512000"/>
            <a:ext cx="5129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82" name="PlaceHolder 3"/>
          <p:cNvSpPr>
            <a:spLocks noGrp="1"/>
          </p:cNvSpPr>
          <p:nvPr>
            <p:ph type="body"/>
          </p:nvPr>
        </p:nvSpPr>
        <p:spPr>
          <a:xfrm>
            <a:off x="6214680" y="1512000"/>
            <a:ext cx="5129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83" name="PlaceHolder 4"/>
          <p:cNvSpPr>
            <a:spLocks noGrp="1"/>
          </p:cNvSpPr>
          <p:nvPr>
            <p:ph type="ftr" idx="17"/>
          </p:nvPr>
        </p:nvSpPr>
        <p:spPr>
          <a:xfrm>
            <a:off x="707760" y="6629400"/>
            <a:ext cx="3863880" cy="22824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84" name="PlaceHolder 5"/>
          <p:cNvSpPr>
            <a:spLocks noGrp="1"/>
          </p:cNvSpPr>
          <p:nvPr>
            <p:ph type="sldNum" idx="18"/>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718FFE0C-2375-459A-B269-0297144E2C7D}"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9">
    <p:bg>
      <p:bgPr>
        <a:blipFill rotWithShape="0">
          <a:blip r:embed="rId2"/>
          <a:stretch/>
        </a:blipFill>
      </p:bgPr>
    </p:bg>
    <p:spTree>
      <p:nvGrpSpPr>
        <p:cNvPr id="1" name=""/>
        <p:cNvGrpSpPr/>
        <p:nvPr/>
      </p:nvGrpSpPr>
      <p:grpSpPr>
        <a:xfrm>
          <a:off x="0" y="0"/>
          <a:ext cx="0" cy="0"/>
          <a:chOff x="0" y="0"/>
          <a:chExt cx="0" cy="0"/>
        </a:xfrm>
      </p:grpSpPr>
      <p:sp>
        <p:nvSpPr>
          <p:cNvPr id="85"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86" name="PlaceHolder 2"/>
          <p:cNvSpPr>
            <a:spLocks noGrp="1"/>
          </p:cNvSpPr>
          <p:nvPr>
            <p:ph type="ftr" idx="19"/>
          </p:nvPr>
        </p:nvSpPr>
        <p:spPr>
          <a:xfrm>
            <a:off x="707760" y="6629400"/>
            <a:ext cx="3863880" cy="22824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87" name="PlaceHolder 3"/>
          <p:cNvSpPr>
            <a:spLocks noGrp="1"/>
          </p:cNvSpPr>
          <p:nvPr>
            <p:ph type="sldNum" idx="20"/>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36669D89-9040-4011-82F2-4EFD71E1CB3F}"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10">
    <p:bg>
      <p:bgPr>
        <a:blipFill rotWithShape="0">
          <a:blip r:embed="rId2"/>
          <a:stretch/>
        </a:blipFill>
      </p:bgPr>
    </p:bg>
    <p:spTree>
      <p:nvGrpSpPr>
        <p:cNvPr id="1" name=""/>
        <p:cNvGrpSpPr/>
        <p:nvPr/>
      </p:nvGrpSpPr>
      <p:grpSpPr>
        <a:xfrm>
          <a:off x="0" y="0"/>
          <a:ext cx="0" cy="0"/>
          <a:chOff x="0" y="0"/>
          <a:chExt cx="0" cy="0"/>
        </a:xfrm>
      </p:grpSpPr>
      <p:sp>
        <p:nvSpPr>
          <p:cNvPr id="88" name="PlaceHolder 1"/>
          <p:cNvSpPr>
            <a:spLocks noGrp="1"/>
          </p:cNvSpPr>
          <p:nvPr>
            <p:ph type="ftr" idx="21"/>
          </p:nvPr>
        </p:nvSpPr>
        <p:spPr>
          <a:xfrm>
            <a:off x="707760" y="6629400"/>
            <a:ext cx="3863880" cy="22824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89" name="PlaceHolder 2"/>
          <p:cNvSpPr>
            <a:spLocks noGrp="1"/>
          </p:cNvSpPr>
          <p:nvPr>
            <p:ph type="sldNum" idx="22"/>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F53CF304-7201-44CF-8939-44811E1F0521}"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11">
    <p:bg>
      <p:bgPr>
        <a:blipFill rotWithShape="0">
          <a:blip r:embed="rId2"/>
          <a:stretch/>
        </a:blipFill>
      </p:bgPr>
    </p:bg>
    <p:spTree>
      <p:nvGrpSpPr>
        <p:cNvPr id="1" name=""/>
        <p:cNvGrpSpPr/>
        <p:nvPr/>
      </p:nvGrpSpPr>
      <p:grpSpPr>
        <a:xfrm>
          <a:off x="0" y="0"/>
          <a:ext cx="0" cy="0"/>
          <a:chOff x="0" y="0"/>
          <a:chExt cx="0" cy="0"/>
        </a:xfrm>
      </p:grpSpPr>
      <p:sp>
        <p:nvSpPr>
          <p:cNvPr id="90"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91" name="PlaceHolder 2"/>
          <p:cNvSpPr>
            <a:spLocks noGrp="1"/>
          </p:cNvSpPr>
          <p:nvPr>
            <p:ph type="body"/>
          </p:nvPr>
        </p:nvSpPr>
        <p:spPr>
          <a:xfrm>
            <a:off x="828000" y="15120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92" name="PlaceHolder 3"/>
          <p:cNvSpPr>
            <a:spLocks noGrp="1"/>
          </p:cNvSpPr>
          <p:nvPr>
            <p:ph type="body"/>
          </p:nvPr>
        </p:nvSpPr>
        <p:spPr>
          <a:xfrm>
            <a:off x="6214680" y="1512000"/>
            <a:ext cx="5129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93" name="PlaceHolder 4"/>
          <p:cNvSpPr>
            <a:spLocks noGrp="1"/>
          </p:cNvSpPr>
          <p:nvPr>
            <p:ph type="body"/>
          </p:nvPr>
        </p:nvSpPr>
        <p:spPr>
          <a:xfrm>
            <a:off x="828000" y="39564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94" name="PlaceHolder 5"/>
          <p:cNvSpPr>
            <a:spLocks noGrp="1"/>
          </p:cNvSpPr>
          <p:nvPr>
            <p:ph type="ftr" idx="23"/>
          </p:nvPr>
        </p:nvSpPr>
        <p:spPr>
          <a:xfrm>
            <a:off x="707760" y="6629400"/>
            <a:ext cx="3863880" cy="22824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95" name="PlaceHolder 6"/>
          <p:cNvSpPr>
            <a:spLocks noGrp="1"/>
          </p:cNvSpPr>
          <p:nvPr>
            <p:ph type="sldNum" idx="24"/>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06B449FE-ABCF-4052-A6FC-1CA55375CF59}"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12">
    <p:bg>
      <p:bgPr>
        <a:blipFill rotWithShape="0">
          <a:blip r:embed="rId2"/>
          <a:stretch/>
        </a:blipFill>
      </p:bgPr>
    </p:bg>
    <p:spTree>
      <p:nvGrpSpPr>
        <p:cNvPr id="1" name=""/>
        <p:cNvGrpSpPr/>
        <p:nvPr/>
      </p:nvGrpSpPr>
      <p:grpSpPr>
        <a:xfrm>
          <a:off x="0" y="0"/>
          <a:ext cx="0" cy="0"/>
          <a:chOff x="0" y="0"/>
          <a:chExt cx="0" cy="0"/>
        </a:xfrm>
      </p:grpSpPr>
      <p:sp>
        <p:nvSpPr>
          <p:cNvPr id="96" name=""/>
          <p:cNvSpPr/>
          <p:nvPr/>
        </p:nvSpPr>
        <p:spPr>
          <a:xfrm>
            <a:off x="707760" y="6629760"/>
            <a:ext cx="3863880" cy="22824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Arial"/>
            </a:endParaRPr>
          </a:p>
        </p:txBody>
      </p:sp>
      <p:sp>
        <p:nvSpPr>
          <p:cNvPr id="97"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98" name="PlaceHolder 2"/>
          <p:cNvSpPr>
            <a:spLocks noGrp="1"/>
          </p:cNvSpPr>
          <p:nvPr>
            <p:ph type="body"/>
          </p:nvPr>
        </p:nvSpPr>
        <p:spPr>
          <a:xfrm>
            <a:off x="828000" y="1512000"/>
            <a:ext cx="5129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99" name="PlaceHolder 3"/>
          <p:cNvSpPr>
            <a:spLocks noGrp="1"/>
          </p:cNvSpPr>
          <p:nvPr>
            <p:ph type="body"/>
          </p:nvPr>
        </p:nvSpPr>
        <p:spPr>
          <a:xfrm>
            <a:off x="6214680" y="15120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00" name="PlaceHolder 4"/>
          <p:cNvSpPr>
            <a:spLocks noGrp="1"/>
          </p:cNvSpPr>
          <p:nvPr>
            <p:ph type="body"/>
          </p:nvPr>
        </p:nvSpPr>
        <p:spPr>
          <a:xfrm>
            <a:off x="6214680" y="39564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01" name="PlaceHolder 5"/>
          <p:cNvSpPr>
            <a:spLocks noGrp="1"/>
          </p:cNvSpPr>
          <p:nvPr>
            <p:ph type="sldNum" idx="25"/>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26D63FCF-1DDF-4D75-A2CB-30537B8383CC}"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13">
    <p:bg>
      <p:bgPr>
        <a:blipFill rotWithShape="0">
          <a:blip r:embed="rId2"/>
          <a:stretch/>
        </a:blipFill>
      </p:bgPr>
    </p:bg>
    <p:spTree>
      <p:nvGrpSpPr>
        <p:cNvPr id="1" name=""/>
        <p:cNvGrpSpPr/>
        <p:nvPr/>
      </p:nvGrpSpPr>
      <p:grpSpPr>
        <a:xfrm>
          <a:off x="0" y="0"/>
          <a:ext cx="0" cy="0"/>
          <a:chOff x="0" y="0"/>
          <a:chExt cx="0" cy="0"/>
        </a:xfrm>
      </p:grpSpPr>
      <p:sp>
        <p:nvSpPr>
          <p:cNvPr id="102" name=""/>
          <p:cNvSpPr/>
          <p:nvPr/>
        </p:nvSpPr>
        <p:spPr>
          <a:xfrm>
            <a:off x="707760" y="6629760"/>
            <a:ext cx="3863880" cy="22824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Arial"/>
            </a:endParaRPr>
          </a:p>
        </p:txBody>
      </p:sp>
      <p:sp>
        <p:nvSpPr>
          <p:cNvPr id="103"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04" name="PlaceHolder 2"/>
          <p:cNvSpPr>
            <a:spLocks noGrp="1"/>
          </p:cNvSpPr>
          <p:nvPr>
            <p:ph type="body"/>
          </p:nvPr>
        </p:nvSpPr>
        <p:spPr>
          <a:xfrm>
            <a:off x="828000" y="15120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05" name="PlaceHolder 3"/>
          <p:cNvSpPr>
            <a:spLocks noGrp="1"/>
          </p:cNvSpPr>
          <p:nvPr>
            <p:ph type="body"/>
          </p:nvPr>
        </p:nvSpPr>
        <p:spPr>
          <a:xfrm>
            <a:off x="6214680" y="15120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06" name="PlaceHolder 4"/>
          <p:cNvSpPr>
            <a:spLocks noGrp="1"/>
          </p:cNvSpPr>
          <p:nvPr>
            <p:ph type="body"/>
          </p:nvPr>
        </p:nvSpPr>
        <p:spPr>
          <a:xfrm>
            <a:off x="828000" y="3956400"/>
            <a:ext cx="10511280" cy="22316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07" name="PlaceHolder 5"/>
          <p:cNvSpPr>
            <a:spLocks noGrp="1"/>
          </p:cNvSpPr>
          <p:nvPr>
            <p:ph type="sldNum" idx="26"/>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05D1564D-B6ED-4766-B5D2-575C64185F24}"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14">
    <p:bg>
      <p:bgPr>
        <a:blipFill rotWithShape="0">
          <a:blip r:embed="rId2"/>
          <a:stretch/>
        </a:blipFill>
      </p:bgPr>
    </p:bg>
    <p:spTree>
      <p:nvGrpSpPr>
        <p:cNvPr id="1" name=""/>
        <p:cNvGrpSpPr/>
        <p:nvPr/>
      </p:nvGrpSpPr>
      <p:grpSpPr>
        <a:xfrm>
          <a:off x="0" y="0"/>
          <a:ext cx="0" cy="0"/>
          <a:chOff x="0" y="0"/>
          <a:chExt cx="0" cy="0"/>
        </a:xfrm>
      </p:grpSpPr>
      <p:sp>
        <p:nvSpPr>
          <p:cNvPr id="108" name=""/>
          <p:cNvSpPr/>
          <p:nvPr/>
        </p:nvSpPr>
        <p:spPr>
          <a:xfrm>
            <a:off x="707760" y="6629760"/>
            <a:ext cx="3863880" cy="22824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Arial"/>
            </a:endParaRPr>
          </a:p>
        </p:txBody>
      </p:sp>
      <p:sp>
        <p:nvSpPr>
          <p:cNvPr id="109"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10" name="PlaceHolder 2"/>
          <p:cNvSpPr>
            <a:spLocks noGrp="1"/>
          </p:cNvSpPr>
          <p:nvPr>
            <p:ph type="body"/>
          </p:nvPr>
        </p:nvSpPr>
        <p:spPr>
          <a:xfrm>
            <a:off x="828000" y="1512000"/>
            <a:ext cx="10511280" cy="22316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11" name="PlaceHolder 3"/>
          <p:cNvSpPr>
            <a:spLocks noGrp="1"/>
          </p:cNvSpPr>
          <p:nvPr>
            <p:ph type="body"/>
          </p:nvPr>
        </p:nvSpPr>
        <p:spPr>
          <a:xfrm>
            <a:off x="828000" y="3956400"/>
            <a:ext cx="10511280" cy="22316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12" name="PlaceHolder 4"/>
          <p:cNvSpPr>
            <a:spLocks noGrp="1"/>
          </p:cNvSpPr>
          <p:nvPr>
            <p:ph type="sldNum" idx="27"/>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7D0B494A-51A5-4B8D-8187-A0CAFB5E058C}"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15">
    <p:bg>
      <p:bgPr>
        <a:blipFill rotWithShape="0">
          <a:blip r:embed="rId2"/>
          <a:stretch/>
        </a:blipFill>
      </p:bgPr>
    </p:bg>
    <p:spTree>
      <p:nvGrpSpPr>
        <p:cNvPr id="1" name=""/>
        <p:cNvGrpSpPr/>
        <p:nvPr/>
      </p:nvGrpSpPr>
      <p:grpSpPr>
        <a:xfrm>
          <a:off x="0" y="0"/>
          <a:ext cx="0" cy="0"/>
          <a:chOff x="0" y="0"/>
          <a:chExt cx="0" cy="0"/>
        </a:xfrm>
      </p:grpSpPr>
      <p:sp>
        <p:nvSpPr>
          <p:cNvPr id="113" name=""/>
          <p:cNvSpPr/>
          <p:nvPr/>
        </p:nvSpPr>
        <p:spPr>
          <a:xfrm>
            <a:off x="707760" y="6629760"/>
            <a:ext cx="3863880" cy="22824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Arial"/>
            </a:endParaRPr>
          </a:p>
        </p:txBody>
      </p:sp>
      <p:sp>
        <p:nvSpPr>
          <p:cNvPr id="114"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15" name="PlaceHolder 2"/>
          <p:cNvSpPr>
            <a:spLocks noGrp="1"/>
          </p:cNvSpPr>
          <p:nvPr>
            <p:ph type="body"/>
          </p:nvPr>
        </p:nvSpPr>
        <p:spPr>
          <a:xfrm>
            <a:off x="828000" y="15120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16" name="PlaceHolder 3"/>
          <p:cNvSpPr>
            <a:spLocks noGrp="1"/>
          </p:cNvSpPr>
          <p:nvPr>
            <p:ph type="body"/>
          </p:nvPr>
        </p:nvSpPr>
        <p:spPr>
          <a:xfrm>
            <a:off x="6214680" y="15120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17" name="PlaceHolder 4"/>
          <p:cNvSpPr>
            <a:spLocks noGrp="1"/>
          </p:cNvSpPr>
          <p:nvPr>
            <p:ph type="body"/>
          </p:nvPr>
        </p:nvSpPr>
        <p:spPr>
          <a:xfrm>
            <a:off x="828000" y="39564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18" name="PlaceHolder 5"/>
          <p:cNvSpPr>
            <a:spLocks noGrp="1"/>
          </p:cNvSpPr>
          <p:nvPr>
            <p:ph type="body"/>
          </p:nvPr>
        </p:nvSpPr>
        <p:spPr>
          <a:xfrm>
            <a:off x="6214680" y="39564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19" name="PlaceHolder 6"/>
          <p:cNvSpPr>
            <a:spLocks noGrp="1"/>
          </p:cNvSpPr>
          <p:nvPr>
            <p:ph type="sldNum" idx="28"/>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A12B0863-69DC-463C-889C-9B5D4BE0FB89}"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6">
    <p:bg>
      <p:bgPr>
        <a:blipFill rotWithShape="0">
          <a:blip r:embed="rId2"/>
          <a:stretch/>
        </a:blipFill>
      </p:bgPr>
    </p:bg>
    <p:spTree>
      <p:nvGrpSpPr>
        <p:cNvPr id="1" name=""/>
        <p:cNvGrpSpPr/>
        <p:nvPr/>
      </p:nvGrpSpPr>
      <p:grpSpPr>
        <a:xfrm>
          <a:off x="0" y="0"/>
          <a:ext cx="0" cy="0"/>
          <a:chOff x="0" y="0"/>
          <a:chExt cx="0" cy="0"/>
        </a:xfrm>
      </p:grpSpPr>
      <p:sp>
        <p:nvSpPr>
          <p:cNvPr id="120" name=""/>
          <p:cNvSpPr/>
          <p:nvPr/>
        </p:nvSpPr>
        <p:spPr>
          <a:xfrm>
            <a:off x="707760" y="6629760"/>
            <a:ext cx="3863880" cy="22824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Arial"/>
            </a:endParaRPr>
          </a:p>
        </p:txBody>
      </p:sp>
      <p:sp>
        <p:nvSpPr>
          <p:cNvPr id="121"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22" name="PlaceHolder 2"/>
          <p:cNvSpPr>
            <a:spLocks noGrp="1"/>
          </p:cNvSpPr>
          <p:nvPr>
            <p:ph type="body"/>
          </p:nvPr>
        </p:nvSpPr>
        <p:spPr>
          <a:xfrm>
            <a:off x="828000" y="15120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23" name="PlaceHolder 3"/>
          <p:cNvSpPr>
            <a:spLocks noGrp="1"/>
          </p:cNvSpPr>
          <p:nvPr>
            <p:ph type="body"/>
          </p:nvPr>
        </p:nvSpPr>
        <p:spPr>
          <a:xfrm>
            <a:off x="4381920" y="15120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24" name="PlaceHolder 4"/>
          <p:cNvSpPr>
            <a:spLocks noGrp="1"/>
          </p:cNvSpPr>
          <p:nvPr>
            <p:ph type="body"/>
          </p:nvPr>
        </p:nvSpPr>
        <p:spPr>
          <a:xfrm>
            <a:off x="7935840" y="15120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25" name="PlaceHolder 5"/>
          <p:cNvSpPr>
            <a:spLocks noGrp="1"/>
          </p:cNvSpPr>
          <p:nvPr>
            <p:ph type="body"/>
          </p:nvPr>
        </p:nvSpPr>
        <p:spPr>
          <a:xfrm>
            <a:off x="828000" y="39564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26" name="PlaceHolder 6"/>
          <p:cNvSpPr>
            <a:spLocks noGrp="1"/>
          </p:cNvSpPr>
          <p:nvPr>
            <p:ph type="body"/>
          </p:nvPr>
        </p:nvSpPr>
        <p:spPr>
          <a:xfrm>
            <a:off x="4381920" y="39564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27" name="PlaceHolder 7"/>
          <p:cNvSpPr>
            <a:spLocks noGrp="1"/>
          </p:cNvSpPr>
          <p:nvPr>
            <p:ph type="body"/>
          </p:nvPr>
        </p:nvSpPr>
        <p:spPr>
          <a:xfrm>
            <a:off x="7935840" y="3956400"/>
            <a:ext cx="3384000" cy="223164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28" name="PlaceHolder 8"/>
          <p:cNvSpPr>
            <a:spLocks noGrp="1"/>
          </p:cNvSpPr>
          <p:nvPr>
            <p:ph type="sldNum" idx="29"/>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5D3234C5-779E-4AC2-83E4-AF6A0F656972}"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7">
    <p:bg>
      <p:bgPr>
        <a:blipFill rotWithShape="0">
          <a:blip r:embed="rId2"/>
          <a:stretch/>
        </a:blipFill>
      </p:bgPr>
    </p:bg>
    <p:spTree>
      <p:nvGrpSpPr>
        <p:cNvPr id="1" name=""/>
        <p:cNvGrpSpPr/>
        <p:nvPr/>
      </p:nvGrpSpPr>
      <p:grpSpPr>
        <a:xfrm>
          <a:off x="0" y="0"/>
          <a:ext cx="0" cy="0"/>
          <a:chOff x="0" y="0"/>
          <a:chExt cx="0" cy="0"/>
        </a:xfrm>
      </p:grpSpPr>
      <p:sp>
        <p:nvSpPr>
          <p:cNvPr id="129" name=""/>
          <p:cNvSpPr/>
          <p:nvPr/>
        </p:nvSpPr>
        <p:spPr>
          <a:xfrm>
            <a:off x="707760" y="6629760"/>
            <a:ext cx="3863880" cy="22824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Arial"/>
            </a:endParaRPr>
          </a:p>
        </p:txBody>
      </p:sp>
      <p:sp>
        <p:nvSpPr>
          <p:cNvPr id="130" name="PlaceHolder 1"/>
          <p:cNvSpPr>
            <a:spLocks noGrp="1"/>
          </p:cNvSpPr>
          <p:nvPr>
            <p:ph type="sldNum" idx="30"/>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D1A14B6D-3F35-4059-97D7-0D7492FA7FAD}"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131" name="PlaceHolder 2"/>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132" name="PlaceHolder 3"/>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18">
    <p:bg>
      <p:bgPr>
        <a:blipFill rotWithShape="0">
          <a:blip r:embed="rId2"/>
          <a:stretch/>
        </a:blipFill>
      </p:bgPr>
    </p:bg>
    <p:spTree>
      <p:nvGrpSpPr>
        <p:cNvPr id="1" name=""/>
        <p:cNvGrpSpPr/>
        <p:nvPr/>
      </p:nvGrpSpPr>
      <p:grpSpPr>
        <a:xfrm>
          <a:off x="0" y="0"/>
          <a:ext cx="0" cy="0"/>
          <a:chOff x="0" y="0"/>
          <a:chExt cx="0" cy="0"/>
        </a:xfrm>
      </p:grpSpPr>
      <p:sp>
        <p:nvSpPr>
          <p:cNvPr id="133" name=""/>
          <p:cNvSpPr/>
          <p:nvPr/>
        </p:nvSpPr>
        <p:spPr>
          <a:xfrm>
            <a:off x="707760" y="6629760"/>
            <a:ext cx="3863880" cy="22824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Arial"/>
            </a:endParaRPr>
          </a:p>
        </p:txBody>
      </p:sp>
      <p:sp>
        <p:nvSpPr>
          <p:cNvPr id="134"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35" name="PlaceHolder 2"/>
          <p:cNvSpPr>
            <a:spLocks noGrp="1"/>
          </p:cNvSpPr>
          <p:nvPr>
            <p:ph type="sldNum" idx="31"/>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DEC1E6C0-2D2D-480E-8B45-4880DC029AD9}"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9">
    <p:bg>
      <p:bgPr>
        <a:blipFill rotWithShape="0">
          <a:blip r:embed="rId2"/>
          <a:stretch/>
        </a:blipFill>
      </p:bgPr>
    </p:bg>
    <p:spTree>
      <p:nvGrpSpPr>
        <p:cNvPr id="1" name=""/>
        <p:cNvGrpSpPr/>
        <p:nvPr/>
      </p:nvGrpSpPr>
      <p:grpSpPr>
        <a:xfrm>
          <a:off x="0" y="0"/>
          <a:ext cx="0" cy="0"/>
          <a:chOff x="0" y="0"/>
          <a:chExt cx="0" cy="0"/>
        </a:xfrm>
      </p:grpSpPr>
      <p:sp>
        <p:nvSpPr>
          <p:cNvPr id="136" name=""/>
          <p:cNvSpPr/>
          <p:nvPr/>
        </p:nvSpPr>
        <p:spPr>
          <a:xfrm>
            <a:off x="707760" y="6629760"/>
            <a:ext cx="3863880" cy="22824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Arial"/>
            </a:endParaRPr>
          </a:p>
        </p:txBody>
      </p:sp>
      <p:sp>
        <p:nvSpPr>
          <p:cNvPr id="137"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38" name="PlaceHolder 2"/>
          <p:cNvSpPr>
            <a:spLocks noGrp="1"/>
          </p:cNvSpPr>
          <p:nvPr>
            <p:ph type="body"/>
          </p:nvPr>
        </p:nvSpPr>
        <p:spPr>
          <a:xfrm>
            <a:off x="828000" y="1512000"/>
            <a:ext cx="10511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39" name="PlaceHolder 3"/>
          <p:cNvSpPr>
            <a:spLocks noGrp="1"/>
          </p:cNvSpPr>
          <p:nvPr>
            <p:ph type="sldNum" idx="32"/>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1B3B5CDF-C467-43E7-8441-C72D9CEB0BDE}"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20">
    <p:bg>
      <p:bgPr>
        <a:blipFill rotWithShape="0">
          <a:blip r:embed="rId2"/>
          <a:stretch/>
        </a:blipFill>
      </p:bgPr>
    </p:bg>
    <p:spTree>
      <p:nvGrpSpPr>
        <p:cNvPr id="1" name=""/>
        <p:cNvGrpSpPr/>
        <p:nvPr/>
      </p:nvGrpSpPr>
      <p:grpSpPr>
        <a:xfrm>
          <a:off x="0" y="0"/>
          <a:ext cx="0" cy="0"/>
          <a:chOff x="0" y="0"/>
          <a:chExt cx="0" cy="0"/>
        </a:xfrm>
      </p:grpSpPr>
      <p:sp>
        <p:nvSpPr>
          <p:cNvPr id="140" name=""/>
          <p:cNvSpPr/>
          <p:nvPr/>
        </p:nvSpPr>
        <p:spPr>
          <a:xfrm>
            <a:off x="707760" y="6629760"/>
            <a:ext cx="3863880" cy="22824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Arial"/>
            </a:endParaRPr>
          </a:p>
        </p:txBody>
      </p:sp>
      <p:sp>
        <p:nvSpPr>
          <p:cNvPr id="141"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42" name="PlaceHolder 2"/>
          <p:cNvSpPr>
            <a:spLocks noGrp="1"/>
          </p:cNvSpPr>
          <p:nvPr>
            <p:ph type="body"/>
          </p:nvPr>
        </p:nvSpPr>
        <p:spPr>
          <a:xfrm>
            <a:off x="828000" y="1512000"/>
            <a:ext cx="5129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43" name="PlaceHolder 3"/>
          <p:cNvSpPr>
            <a:spLocks noGrp="1"/>
          </p:cNvSpPr>
          <p:nvPr>
            <p:ph type="body"/>
          </p:nvPr>
        </p:nvSpPr>
        <p:spPr>
          <a:xfrm>
            <a:off x="6214680" y="1512000"/>
            <a:ext cx="5129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44" name="PlaceHolder 4"/>
          <p:cNvSpPr>
            <a:spLocks noGrp="1"/>
          </p:cNvSpPr>
          <p:nvPr>
            <p:ph type="sldNum" idx="33"/>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96592295-1A80-4B47-B435-057C2377D977}"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21">
    <p:bg>
      <p:bgPr>
        <a:blipFill rotWithShape="0">
          <a:blip r:embed="rId2"/>
          <a:stretch/>
        </a:blipFill>
      </p:bgPr>
    </p:bg>
    <p:spTree>
      <p:nvGrpSpPr>
        <p:cNvPr id="1" name=""/>
        <p:cNvGrpSpPr/>
        <p:nvPr/>
      </p:nvGrpSpPr>
      <p:grpSpPr>
        <a:xfrm>
          <a:off x="0" y="0"/>
          <a:ext cx="0" cy="0"/>
          <a:chOff x="0" y="0"/>
          <a:chExt cx="0" cy="0"/>
        </a:xfrm>
      </p:grpSpPr>
      <p:sp>
        <p:nvSpPr>
          <p:cNvPr id="145" name=""/>
          <p:cNvSpPr/>
          <p:nvPr/>
        </p:nvSpPr>
        <p:spPr>
          <a:xfrm>
            <a:off x="707760" y="6629760"/>
            <a:ext cx="3863880" cy="22824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Arial"/>
            </a:endParaRPr>
          </a:p>
        </p:txBody>
      </p:sp>
      <p:sp>
        <p:nvSpPr>
          <p:cNvPr id="146"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47" name="PlaceHolder 2"/>
          <p:cNvSpPr>
            <a:spLocks noGrp="1"/>
          </p:cNvSpPr>
          <p:nvPr>
            <p:ph type="sldNum" idx="34"/>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9DC75D8B-D54C-4DAB-8678-AA7CBBBA6D21}"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22">
    <p:bg>
      <p:bgPr>
        <a:blipFill rotWithShape="0">
          <a:blip r:embed="rId2"/>
          <a:stretch/>
        </a:blipFill>
      </p:bgPr>
    </p:bg>
    <p:spTree>
      <p:nvGrpSpPr>
        <p:cNvPr id="1" name=""/>
        <p:cNvGrpSpPr/>
        <p:nvPr/>
      </p:nvGrpSpPr>
      <p:grpSpPr>
        <a:xfrm>
          <a:off x="0" y="0"/>
          <a:ext cx="0" cy="0"/>
          <a:chOff x="0" y="0"/>
          <a:chExt cx="0" cy="0"/>
        </a:xfrm>
      </p:grpSpPr>
      <p:sp>
        <p:nvSpPr>
          <p:cNvPr id="148" name=""/>
          <p:cNvSpPr/>
          <p:nvPr/>
        </p:nvSpPr>
        <p:spPr>
          <a:xfrm>
            <a:off x="707760" y="6629760"/>
            <a:ext cx="3863880" cy="22824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Arial"/>
            </a:endParaRPr>
          </a:p>
        </p:txBody>
      </p:sp>
      <p:sp>
        <p:nvSpPr>
          <p:cNvPr id="149" name="PlaceHolder 1"/>
          <p:cNvSpPr>
            <a:spLocks noGrp="1"/>
          </p:cNvSpPr>
          <p:nvPr>
            <p:ph type="sldNum" idx="35"/>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4D917F8F-FF95-4CD4-8D03-8BA03495123E}"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23">
    <p:bg>
      <p:bgPr>
        <a:blipFill rotWithShape="0">
          <a:blip r:embed="rId2"/>
          <a:stretch/>
        </a:blipFill>
      </p:bgPr>
    </p:bg>
    <p:spTree>
      <p:nvGrpSpPr>
        <p:cNvPr id="1" name=""/>
        <p:cNvGrpSpPr/>
        <p:nvPr/>
      </p:nvGrpSpPr>
      <p:grpSpPr>
        <a:xfrm>
          <a:off x="0" y="0"/>
          <a:ext cx="0" cy="0"/>
          <a:chOff x="0" y="0"/>
          <a:chExt cx="0" cy="0"/>
        </a:xfrm>
      </p:grpSpPr>
      <p:sp>
        <p:nvSpPr>
          <p:cNvPr id="150" name=""/>
          <p:cNvSpPr/>
          <p:nvPr/>
        </p:nvSpPr>
        <p:spPr>
          <a:xfrm>
            <a:off x="707760" y="6629760"/>
            <a:ext cx="3863880" cy="22824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Arial"/>
            </a:endParaRPr>
          </a:p>
        </p:txBody>
      </p:sp>
      <p:sp>
        <p:nvSpPr>
          <p:cNvPr id="151" name="PlaceHolder 1"/>
          <p:cNvSpPr>
            <a:spLocks noGrp="1"/>
          </p:cNvSpPr>
          <p:nvPr>
            <p:ph type="title"/>
          </p:nvPr>
        </p:nvSpPr>
        <p:spPr>
          <a:xfrm>
            <a:off x="952560" y="324000"/>
            <a:ext cx="11231280" cy="90720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52" name="PlaceHolder 2"/>
          <p:cNvSpPr>
            <a:spLocks noGrp="1"/>
          </p:cNvSpPr>
          <p:nvPr>
            <p:ph type="body"/>
          </p:nvPr>
        </p:nvSpPr>
        <p:spPr>
          <a:xfrm>
            <a:off x="828000" y="15120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53" name="PlaceHolder 3"/>
          <p:cNvSpPr>
            <a:spLocks noGrp="1"/>
          </p:cNvSpPr>
          <p:nvPr>
            <p:ph type="body"/>
          </p:nvPr>
        </p:nvSpPr>
        <p:spPr>
          <a:xfrm>
            <a:off x="6214680" y="1512000"/>
            <a:ext cx="5129280" cy="4679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54" name="PlaceHolder 4"/>
          <p:cNvSpPr>
            <a:spLocks noGrp="1"/>
          </p:cNvSpPr>
          <p:nvPr>
            <p:ph type="body"/>
          </p:nvPr>
        </p:nvSpPr>
        <p:spPr>
          <a:xfrm>
            <a:off x="828000" y="3956400"/>
            <a:ext cx="5129280" cy="22316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55" name="PlaceHolder 5"/>
          <p:cNvSpPr>
            <a:spLocks noGrp="1"/>
          </p:cNvSpPr>
          <p:nvPr>
            <p:ph type="sldNum" idx="36"/>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06F509DB-4DCA-402C-AEC7-0E76161C1CB4}"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hyperlink" Target="https://kubernetes.io/docs/concepts/storage/storage-classes/" TargetMode="External"/><Relationship Id="rId2" Type="http://schemas.openxmlformats.org/officeDocument/2006/relationships/hyperlink" Target="https://kubernetes.io/docs/concepts/storage/persistent-volumes/" TargetMode="External"/><Relationship Id="rId3" Type="http://schemas.openxmlformats.org/officeDocument/2006/relationships/hyperlink" Target="https://kubernetes.io/docs/concepts/configuration/secret/" TargetMode="External"/><Relationship Id="rId4" Type="http://schemas.openxmlformats.org/officeDocument/2006/relationships/slideLayout" Target="../slideLayouts/slideLayout18.xml"/><Relationship Id="rId5" Type="http://schemas.openxmlformats.org/officeDocument/2006/relationships/notesSlide" Target="../notesSlides/notesSlide2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Google Shape;70;p16"/>
          <p:cNvSpPr/>
          <p:nvPr/>
        </p:nvSpPr>
        <p:spPr>
          <a:xfrm>
            <a:off x="862560" y="478080"/>
            <a:ext cx="7875720" cy="1014840"/>
          </a:xfrm>
          <a:prstGeom prst="rect">
            <a:avLst/>
          </a:prstGeom>
          <a:noFill/>
          <a:ln w="0">
            <a:noFill/>
          </a:ln>
        </p:spPr>
        <p:style>
          <a:lnRef idx="0"/>
          <a:fillRef idx="0"/>
          <a:effectRef idx="0"/>
          <a:fontRef idx="minor"/>
        </p:style>
        <p:txBody>
          <a:bodyPr lIns="90000" rIns="90000" tIns="45000" bIns="45000" anchor="t">
            <a:noAutofit/>
          </a:bodyPr>
          <a:p>
            <a:pPr>
              <a:lnSpc>
                <a:spcPct val="100000"/>
              </a:lnSpc>
              <a:tabLst>
                <a:tab algn="l" pos="0"/>
              </a:tabLst>
            </a:pPr>
            <a:r>
              <a:rPr b="1" lang="en-US" sz="6000" strike="noStrike" u="none">
                <a:solidFill>
                  <a:srgbClr val="980714"/>
                </a:solidFill>
                <a:effectLst/>
                <a:uFillTx/>
                <a:latin typeface="Calibri"/>
                <a:ea typeface="Calibri"/>
              </a:rPr>
              <a:t>k8s: Persistent Data</a:t>
            </a:r>
            <a:endParaRPr b="0" lang="en-US" sz="6000" strike="noStrike" u="none">
              <a:solidFill>
                <a:srgbClr val="980714"/>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title"/>
          </p:nvPr>
        </p:nvSpPr>
        <p:spPr>
          <a:xfrm>
            <a:off x="952920" y="324000"/>
            <a:ext cx="11231280" cy="90648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Module Outline</a:t>
            </a:r>
            <a:endParaRPr b="0" lang="en-US" sz="3200" strike="noStrike" u="none">
              <a:solidFill>
                <a:srgbClr val="000000"/>
              </a:solidFill>
              <a:effectLst/>
              <a:uFillTx/>
              <a:latin typeface="Arial"/>
            </a:endParaRPr>
          </a:p>
        </p:txBody>
      </p:sp>
      <p:sp>
        <p:nvSpPr>
          <p:cNvPr id="164" name="PlaceHolder 2"/>
          <p:cNvSpPr>
            <a:spLocks noGrp="1"/>
          </p:cNvSpPr>
          <p:nvPr>
            <p:ph/>
          </p:nvPr>
        </p:nvSpPr>
        <p:spPr>
          <a:xfrm>
            <a:off x="828000" y="1528200"/>
            <a:ext cx="10511280" cy="4679280"/>
          </a:xfrm>
          <a:prstGeom prst="rect">
            <a:avLst/>
          </a:prstGeom>
          <a:noFill/>
          <a:ln w="0">
            <a:noFill/>
          </a:ln>
        </p:spPr>
        <p:txBody>
          <a:bodyPr lIns="90000" rIns="90000" tIns="46800" bIns="45000" anchor="t">
            <a:noAutofit/>
          </a:bodyPr>
          <a:p>
            <a:pPr marL="457200" indent="-419040">
              <a:lnSpc>
                <a:spcPct val="90000"/>
              </a:lnSpc>
              <a:spcBef>
                <a:spcPts val="1001"/>
              </a:spcBef>
              <a:buClr>
                <a:srgbClr val="888888"/>
              </a:buClr>
              <a:buFont typeface="Helvetica Neue Light"/>
              <a:buChar char="●"/>
            </a:pPr>
            <a:r>
              <a:rPr b="0" lang="en-US" sz="3000" strike="noStrike" u="none">
                <a:solidFill>
                  <a:srgbClr val="888888"/>
                </a:solidFill>
                <a:effectLst/>
                <a:uFillTx/>
                <a:latin typeface="Helvetica Neue Light"/>
                <a:ea typeface="Helvetica Neue Light"/>
              </a:rPr>
              <a:t>Statefulness</a:t>
            </a:r>
            <a:endParaRPr b="0" lang="en-US" sz="3000" strike="noStrike" u="none">
              <a:solidFill>
                <a:srgbClr val="000000"/>
              </a:solidFill>
              <a:effectLst/>
              <a:uFillTx/>
              <a:latin typeface="Arial"/>
            </a:endParaRPr>
          </a:p>
          <a:p>
            <a:pPr marL="457200" indent="0">
              <a:lnSpc>
                <a:spcPct val="9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90000"/>
              </a:lnSpc>
              <a:spcBef>
                <a:spcPts val="1001"/>
              </a:spcBef>
              <a:buClr>
                <a:srgbClr val="888888"/>
              </a:buClr>
              <a:buFont typeface="Helvetica Neue"/>
              <a:buChar char="●"/>
              <a:tabLst>
                <a:tab algn="l" pos="0"/>
              </a:tabLst>
            </a:pPr>
            <a:r>
              <a:rPr b="1" lang="en-US" sz="3000" strike="noStrike" u="none">
                <a:solidFill>
                  <a:srgbClr val="888888"/>
                </a:solidFill>
                <a:effectLst/>
                <a:uFillTx/>
                <a:latin typeface="Helvetica Neue"/>
                <a:ea typeface="Helvetica Neue"/>
              </a:rPr>
              <a:t>ConfigMaps &amp; Secrets</a:t>
            </a:r>
            <a:endParaRPr b="0" lang="en-US" sz="3000" strike="noStrike" u="none">
              <a:solidFill>
                <a:srgbClr val="000000"/>
              </a:solidFill>
              <a:effectLst/>
              <a:uFillTx/>
              <a:latin typeface="Arial"/>
            </a:endParaRPr>
          </a:p>
          <a:p>
            <a:pPr marL="457200" indent="0">
              <a:lnSpc>
                <a:spcPct val="9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9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Persistent Volumes</a:t>
            </a:r>
            <a:endParaRPr b="0" lang="en-US" sz="3000" strike="noStrike" u="none">
              <a:solidFill>
                <a:srgbClr val="000000"/>
              </a:solidFill>
              <a:effectLst/>
              <a:uFillTx/>
              <a:latin typeface="Arial"/>
            </a:endParaRPr>
          </a:p>
          <a:p>
            <a:pPr marL="457200" indent="0">
              <a:lnSpc>
                <a:spcPct val="9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9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Demo</a:t>
            </a:r>
            <a:endParaRPr b="0" lang="en-US" sz="3000" strike="noStrike" u="none">
              <a:solidFill>
                <a:srgbClr val="000000"/>
              </a:solidFill>
              <a:effectLst/>
              <a:uFillTx/>
              <a:latin typeface="Arial"/>
            </a:endParaRPr>
          </a:p>
        </p:txBody>
      </p:sp>
      <p:sp>
        <p:nvSpPr>
          <p:cNvPr id="165" name="PlaceHolder 3"/>
          <p:cNvSpPr>
            <a:spLocks noGrp="1"/>
          </p:cNvSpPr>
          <p:nvPr>
            <p:ph type="sldNum" idx="40"/>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9BAFC8AF-D2F6-4328-A70F-E9F5568529D5}"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5" name="PlaceHolder 4"/>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title"/>
          </p:nvPr>
        </p:nvSpPr>
        <p:spPr>
          <a:xfrm>
            <a:off x="952560" y="324000"/>
            <a:ext cx="11231280" cy="90756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What about configs?</a:t>
            </a:r>
            <a:endParaRPr b="0" lang="en-US" sz="3200" strike="noStrike" u="none">
              <a:solidFill>
                <a:srgbClr val="000000"/>
              </a:solidFill>
              <a:effectLst/>
              <a:uFillTx/>
              <a:latin typeface="Arial"/>
            </a:endParaRPr>
          </a:p>
        </p:txBody>
      </p:sp>
      <p:sp>
        <p:nvSpPr>
          <p:cNvPr id="167" name="PlaceHolder 2"/>
          <p:cNvSpPr>
            <a:spLocks noGrp="1"/>
          </p:cNvSpPr>
          <p:nvPr>
            <p:ph type="sldNum" idx="41"/>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943E6692-5694-4F07-A451-C067384BBBC8}"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grpSp>
        <p:nvGrpSpPr>
          <p:cNvPr id="168" name="Google Shape;168;p22"/>
          <p:cNvGrpSpPr/>
          <p:nvPr/>
        </p:nvGrpSpPr>
        <p:grpSpPr>
          <a:xfrm>
            <a:off x="714960" y="1891080"/>
            <a:ext cx="4590360" cy="4232520"/>
            <a:chOff x="714960" y="1891080"/>
            <a:chExt cx="4590360" cy="4232520"/>
          </a:xfrm>
        </p:grpSpPr>
        <p:sp>
          <p:nvSpPr>
            <p:cNvPr id="169" name="Google Shape;169;p22"/>
            <p:cNvSpPr/>
            <p:nvPr/>
          </p:nvSpPr>
          <p:spPr>
            <a:xfrm>
              <a:off x="714960" y="1891080"/>
              <a:ext cx="4590360" cy="4232520"/>
            </a:xfrm>
            <a:prstGeom prst="roundRect">
              <a:avLst>
                <a:gd name="adj" fmla="val 16667"/>
              </a:avLst>
            </a:prstGeom>
            <a:solidFill>
              <a:schemeClr val="lt2"/>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3000" strike="noStrike" u="none">
                  <a:solidFill>
                    <a:srgbClr val="000000"/>
                  </a:solidFill>
                  <a:effectLst/>
                  <a:uFillTx/>
                  <a:latin typeface="Arial"/>
                  <a:ea typeface="Arial"/>
                </a:rPr>
                <a:t>Dev</a:t>
              </a:r>
              <a:endParaRPr b="0" lang="en-US" sz="3000" strike="noStrike" u="none">
                <a:solidFill>
                  <a:srgbClr val="000000"/>
                </a:solidFill>
                <a:effectLst/>
                <a:uFillTx/>
                <a:latin typeface="Arial"/>
              </a:endParaRPr>
            </a:p>
          </p:txBody>
        </p:sp>
        <p:sp>
          <p:nvSpPr>
            <p:cNvPr id="170" name="Google Shape;170;p22"/>
            <p:cNvSpPr/>
            <p:nvPr/>
          </p:nvSpPr>
          <p:spPr>
            <a:xfrm>
              <a:off x="1559160" y="2248920"/>
              <a:ext cx="2901960" cy="1157760"/>
            </a:xfrm>
            <a:prstGeom prst="flowChartMagneticDisk">
              <a:avLst/>
            </a:prstGeom>
            <a:solidFill>
              <a:srgbClr val="76a5af"/>
            </a:solidFill>
            <a:ln w="19050">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Dev DB Config</a:t>
              </a:r>
              <a:endParaRPr b="0" lang="en-US" sz="1800" strike="noStrike" u="none">
                <a:solidFill>
                  <a:srgbClr val="ffffff"/>
                </a:solidFill>
                <a:effectLst/>
                <a:uFillTx/>
                <a:latin typeface="Arial"/>
              </a:endParaRPr>
            </a:p>
          </p:txBody>
        </p:sp>
      </p:grpSp>
      <p:grpSp>
        <p:nvGrpSpPr>
          <p:cNvPr id="171" name="Google Shape;171;p22"/>
          <p:cNvGrpSpPr/>
          <p:nvPr/>
        </p:nvGrpSpPr>
        <p:grpSpPr>
          <a:xfrm>
            <a:off x="6596640" y="1891080"/>
            <a:ext cx="4590360" cy="4232520"/>
            <a:chOff x="6596640" y="1891080"/>
            <a:chExt cx="4590360" cy="4232520"/>
          </a:xfrm>
        </p:grpSpPr>
        <p:sp>
          <p:nvSpPr>
            <p:cNvPr id="172" name="Google Shape;172;p22"/>
            <p:cNvSpPr/>
            <p:nvPr/>
          </p:nvSpPr>
          <p:spPr>
            <a:xfrm>
              <a:off x="6596640" y="1891080"/>
              <a:ext cx="4590360" cy="4232520"/>
            </a:xfrm>
            <a:prstGeom prst="roundRect">
              <a:avLst>
                <a:gd name="adj" fmla="val 16667"/>
              </a:avLst>
            </a:prstGeom>
            <a:solidFill>
              <a:schemeClr val="lt2"/>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3000" strike="noStrike" u="none">
                  <a:solidFill>
                    <a:srgbClr val="000000"/>
                  </a:solidFill>
                  <a:effectLst/>
                  <a:uFillTx/>
                  <a:latin typeface="Arial"/>
                  <a:ea typeface="Arial"/>
                </a:rPr>
                <a:t>Prod</a:t>
              </a:r>
              <a:endParaRPr b="0" lang="en-US" sz="3000" strike="noStrike" u="none">
                <a:solidFill>
                  <a:srgbClr val="000000"/>
                </a:solidFill>
                <a:effectLst/>
                <a:uFillTx/>
                <a:latin typeface="Arial"/>
              </a:endParaRPr>
            </a:p>
          </p:txBody>
        </p:sp>
        <p:sp>
          <p:nvSpPr>
            <p:cNvPr id="173" name="Google Shape;173;p22"/>
            <p:cNvSpPr/>
            <p:nvPr/>
          </p:nvSpPr>
          <p:spPr>
            <a:xfrm>
              <a:off x="7440480" y="2248920"/>
              <a:ext cx="2901960" cy="1157760"/>
            </a:xfrm>
            <a:prstGeom prst="flowChartMagneticDisk">
              <a:avLst/>
            </a:prstGeom>
            <a:solidFill>
              <a:srgbClr val="76a5af"/>
            </a:solidFill>
            <a:ln w="19050">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Prod DB Config</a:t>
              </a:r>
              <a:endParaRPr b="0" lang="en-US" sz="1800" strike="noStrike" u="none">
                <a:solidFill>
                  <a:srgbClr val="ffffff"/>
                </a:solidFill>
                <a:effectLst/>
                <a:uFillTx/>
                <a:latin typeface="Arial"/>
              </a:endParaRPr>
            </a:p>
          </p:txBody>
        </p:sp>
      </p:grpSp>
      <p:grpSp>
        <p:nvGrpSpPr>
          <p:cNvPr id="174" name="Google Shape;174;p22"/>
          <p:cNvGrpSpPr/>
          <p:nvPr/>
        </p:nvGrpSpPr>
        <p:grpSpPr>
          <a:xfrm>
            <a:off x="1045800" y="4825800"/>
            <a:ext cx="1789560" cy="953640"/>
            <a:chOff x="1045800" y="4825800"/>
            <a:chExt cx="1789560" cy="953640"/>
          </a:xfrm>
        </p:grpSpPr>
        <p:grpSp>
          <p:nvGrpSpPr>
            <p:cNvPr id="175" name="Google Shape;175;p22"/>
            <p:cNvGrpSpPr/>
            <p:nvPr/>
          </p:nvGrpSpPr>
          <p:grpSpPr>
            <a:xfrm>
              <a:off x="1045800" y="4825800"/>
              <a:ext cx="1789560" cy="953640"/>
              <a:chOff x="1045800" y="4825800"/>
              <a:chExt cx="1789560" cy="953640"/>
            </a:xfrm>
          </p:grpSpPr>
          <p:sp>
            <p:nvSpPr>
              <p:cNvPr id="176" name="Google Shape;176;p22"/>
              <p:cNvSpPr/>
              <p:nvPr/>
            </p:nvSpPr>
            <p:spPr>
              <a:xfrm>
                <a:off x="1045800" y="4825800"/>
                <a:ext cx="1789560" cy="953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177" name="Google Shape;177;p22"/>
              <p:cNvSpPr/>
              <p:nvPr/>
            </p:nvSpPr>
            <p:spPr>
              <a:xfrm>
                <a:off x="1287720" y="4952880"/>
                <a:ext cx="1303200" cy="54576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78" name="Google Shape;178;p22"/>
              <p:cNvSpPr/>
              <p:nvPr/>
            </p:nvSpPr>
            <p:spPr>
              <a:xfrm>
                <a:off x="1377000" y="5056200"/>
                <a:ext cx="1126800" cy="37476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72080" bIns="172080" anchor="ctr">
                <a:noAutofit/>
              </a:bodyPr>
              <a:p>
                <a:pPr algn="ctr">
                  <a:lnSpc>
                    <a:spcPct val="100000"/>
                  </a:lnSpc>
                  <a:tabLst>
                    <a:tab algn="l" pos="0"/>
                  </a:tabLst>
                </a:pPr>
                <a:r>
                  <a:rPr b="1" lang="en-US" sz="1800" strike="noStrike" u="none">
                    <a:solidFill>
                      <a:srgbClr val="6aa84f"/>
                    </a:solidFill>
                    <a:effectLst/>
                    <a:uFillTx/>
                    <a:latin typeface="Arial"/>
                    <a:ea typeface="Arial"/>
                  </a:rPr>
                  <a:t>App</a:t>
                </a:r>
                <a:endParaRPr b="0" lang="en-US" sz="1800" strike="noStrike" u="none">
                  <a:solidFill>
                    <a:srgbClr val="000000"/>
                  </a:solidFill>
                  <a:effectLst/>
                  <a:uFillTx/>
                  <a:latin typeface="Arial"/>
                </a:endParaRPr>
              </a:p>
            </p:txBody>
          </p:sp>
        </p:grpSp>
        <p:sp>
          <p:nvSpPr>
            <p:cNvPr id="179" name="Google Shape;179;p22"/>
            <p:cNvSpPr/>
            <p:nvPr/>
          </p:nvSpPr>
          <p:spPr>
            <a:xfrm>
              <a:off x="1549800" y="5499720"/>
              <a:ext cx="781200" cy="279720"/>
            </a:xfrm>
            <a:prstGeom prst="rect">
              <a:avLst/>
            </a:prstGeom>
            <a:noFill/>
            <a:ln w="0">
              <a:noFill/>
            </a:ln>
          </p:spPr>
          <p:style>
            <a:lnRef idx="0"/>
            <a:fillRef idx="0"/>
            <a:effectRef idx="0"/>
            <a:fontRef idx="minor"/>
          </p:style>
          <p:txBody>
            <a:bodyPr lIns="90000" rIns="90000" tIns="140040" bIns="140040" anchor="ctr">
              <a:noAutofit/>
            </a:bodyPr>
            <a:p>
              <a:pPr algn="ctr">
                <a:lnSpc>
                  <a:spcPct val="100000"/>
                </a:lnSpc>
                <a:tabLst>
                  <a:tab algn="l" pos="0"/>
                </a:tabLst>
              </a:pPr>
              <a:r>
                <a:rPr b="1" lang="en-US" sz="1800" strike="noStrike" u="none">
                  <a:solidFill>
                    <a:srgbClr val="000000"/>
                  </a:solidFill>
                  <a:effectLst/>
                  <a:uFillTx/>
                  <a:latin typeface="Helvetica Neue"/>
                  <a:ea typeface="Helvetica Neue"/>
                </a:rPr>
                <a:t>Pod</a:t>
              </a:r>
              <a:endParaRPr b="0" lang="en-US" sz="1800" strike="noStrike" u="none">
                <a:solidFill>
                  <a:srgbClr val="000000"/>
                </a:solidFill>
                <a:effectLst/>
                <a:uFillTx/>
                <a:latin typeface="Arial"/>
              </a:endParaRPr>
            </a:p>
          </p:txBody>
        </p:sp>
      </p:grpSp>
      <p:grpSp>
        <p:nvGrpSpPr>
          <p:cNvPr id="180" name="Google Shape;180;p22"/>
          <p:cNvGrpSpPr/>
          <p:nvPr/>
        </p:nvGrpSpPr>
        <p:grpSpPr>
          <a:xfrm>
            <a:off x="3192480" y="4825800"/>
            <a:ext cx="1789560" cy="953640"/>
            <a:chOff x="3192480" y="4825800"/>
            <a:chExt cx="1789560" cy="953640"/>
          </a:xfrm>
        </p:grpSpPr>
        <p:grpSp>
          <p:nvGrpSpPr>
            <p:cNvPr id="181" name="Google Shape;181;p22"/>
            <p:cNvGrpSpPr/>
            <p:nvPr/>
          </p:nvGrpSpPr>
          <p:grpSpPr>
            <a:xfrm>
              <a:off x="3192480" y="4825800"/>
              <a:ext cx="1789560" cy="953640"/>
              <a:chOff x="3192480" y="4825800"/>
              <a:chExt cx="1789560" cy="953640"/>
            </a:xfrm>
          </p:grpSpPr>
          <p:sp>
            <p:nvSpPr>
              <p:cNvPr id="182" name="Google Shape;182;p22"/>
              <p:cNvSpPr/>
              <p:nvPr/>
            </p:nvSpPr>
            <p:spPr>
              <a:xfrm>
                <a:off x="3192480" y="4825800"/>
                <a:ext cx="1789560" cy="953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183" name="Google Shape;183;p22"/>
              <p:cNvSpPr/>
              <p:nvPr/>
            </p:nvSpPr>
            <p:spPr>
              <a:xfrm>
                <a:off x="3434400" y="4952880"/>
                <a:ext cx="1303200" cy="54576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84" name="Google Shape;184;p22"/>
              <p:cNvSpPr/>
              <p:nvPr/>
            </p:nvSpPr>
            <p:spPr>
              <a:xfrm>
                <a:off x="3523680" y="5056200"/>
                <a:ext cx="1126800" cy="37476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72080" bIns="172080" anchor="ctr">
                <a:noAutofit/>
              </a:bodyPr>
              <a:p>
                <a:pPr algn="ctr">
                  <a:lnSpc>
                    <a:spcPct val="100000"/>
                  </a:lnSpc>
                  <a:tabLst>
                    <a:tab algn="l" pos="0"/>
                  </a:tabLst>
                </a:pPr>
                <a:r>
                  <a:rPr b="1" lang="en-US" sz="1800" strike="noStrike" u="none">
                    <a:solidFill>
                      <a:srgbClr val="6aa84f"/>
                    </a:solidFill>
                    <a:effectLst/>
                    <a:uFillTx/>
                    <a:latin typeface="Arial"/>
                    <a:ea typeface="Arial"/>
                  </a:rPr>
                  <a:t>App</a:t>
                </a:r>
                <a:endParaRPr b="0" lang="en-US" sz="1800" strike="noStrike" u="none">
                  <a:solidFill>
                    <a:srgbClr val="000000"/>
                  </a:solidFill>
                  <a:effectLst/>
                  <a:uFillTx/>
                  <a:latin typeface="Arial"/>
                </a:endParaRPr>
              </a:p>
            </p:txBody>
          </p:sp>
        </p:grpSp>
        <p:sp>
          <p:nvSpPr>
            <p:cNvPr id="185" name="Google Shape;185;p22"/>
            <p:cNvSpPr/>
            <p:nvPr/>
          </p:nvSpPr>
          <p:spPr>
            <a:xfrm>
              <a:off x="3696840" y="5499720"/>
              <a:ext cx="781200" cy="279720"/>
            </a:xfrm>
            <a:prstGeom prst="rect">
              <a:avLst/>
            </a:prstGeom>
            <a:noFill/>
            <a:ln w="0">
              <a:noFill/>
            </a:ln>
          </p:spPr>
          <p:style>
            <a:lnRef idx="0"/>
            <a:fillRef idx="0"/>
            <a:effectRef idx="0"/>
            <a:fontRef idx="minor"/>
          </p:style>
          <p:txBody>
            <a:bodyPr lIns="90000" rIns="90000" tIns="140040" bIns="140040" anchor="ctr">
              <a:noAutofit/>
            </a:bodyPr>
            <a:p>
              <a:pPr algn="ctr">
                <a:lnSpc>
                  <a:spcPct val="100000"/>
                </a:lnSpc>
                <a:tabLst>
                  <a:tab algn="l" pos="0"/>
                </a:tabLst>
              </a:pPr>
              <a:r>
                <a:rPr b="1" lang="en-US" sz="1800" strike="noStrike" u="none">
                  <a:solidFill>
                    <a:srgbClr val="000000"/>
                  </a:solidFill>
                  <a:effectLst/>
                  <a:uFillTx/>
                  <a:latin typeface="Helvetica Neue"/>
                  <a:ea typeface="Helvetica Neue"/>
                </a:rPr>
                <a:t>Pod</a:t>
              </a:r>
              <a:endParaRPr b="0" lang="en-US" sz="1800" strike="noStrike" u="none">
                <a:solidFill>
                  <a:srgbClr val="000000"/>
                </a:solidFill>
                <a:effectLst/>
                <a:uFillTx/>
                <a:latin typeface="Arial"/>
              </a:endParaRPr>
            </a:p>
          </p:txBody>
        </p:sp>
      </p:grpSp>
      <p:grpSp>
        <p:nvGrpSpPr>
          <p:cNvPr id="186" name="Google Shape;186;p22"/>
          <p:cNvGrpSpPr/>
          <p:nvPr/>
        </p:nvGrpSpPr>
        <p:grpSpPr>
          <a:xfrm>
            <a:off x="6923520" y="4825800"/>
            <a:ext cx="1789560" cy="953640"/>
            <a:chOff x="6923520" y="4825800"/>
            <a:chExt cx="1789560" cy="953640"/>
          </a:xfrm>
        </p:grpSpPr>
        <p:grpSp>
          <p:nvGrpSpPr>
            <p:cNvPr id="187" name="Google Shape;187;p22"/>
            <p:cNvGrpSpPr/>
            <p:nvPr/>
          </p:nvGrpSpPr>
          <p:grpSpPr>
            <a:xfrm>
              <a:off x="6923520" y="4825800"/>
              <a:ext cx="1789560" cy="953640"/>
              <a:chOff x="6923520" y="4825800"/>
              <a:chExt cx="1789560" cy="953640"/>
            </a:xfrm>
          </p:grpSpPr>
          <p:sp>
            <p:nvSpPr>
              <p:cNvPr id="188" name="Google Shape;188;p22"/>
              <p:cNvSpPr/>
              <p:nvPr/>
            </p:nvSpPr>
            <p:spPr>
              <a:xfrm>
                <a:off x="6923520" y="4825800"/>
                <a:ext cx="1789560" cy="953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189" name="Google Shape;189;p22"/>
              <p:cNvSpPr/>
              <p:nvPr/>
            </p:nvSpPr>
            <p:spPr>
              <a:xfrm>
                <a:off x="7165440" y="4952880"/>
                <a:ext cx="1303200" cy="54576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90" name="Google Shape;190;p22"/>
              <p:cNvSpPr/>
              <p:nvPr/>
            </p:nvSpPr>
            <p:spPr>
              <a:xfrm>
                <a:off x="7254720" y="5056200"/>
                <a:ext cx="1126800" cy="37476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72080" bIns="172080" anchor="ctr">
                <a:noAutofit/>
              </a:bodyPr>
              <a:p>
                <a:pPr algn="ctr">
                  <a:lnSpc>
                    <a:spcPct val="100000"/>
                  </a:lnSpc>
                  <a:tabLst>
                    <a:tab algn="l" pos="0"/>
                  </a:tabLst>
                </a:pPr>
                <a:r>
                  <a:rPr b="1" lang="en-US" sz="1800" strike="noStrike" u="none">
                    <a:solidFill>
                      <a:srgbClr val="6aa84f"/>
                    </a:solidFill>
                    <a:effectLst/>
                    <a:uFillTx/>
                    <a:latin typeface="Arial"/>
                    <a:ea typeface="Arial"/>
                  </a:rPr>
                  <a:t>App</a:t>
                </a:r>
                <a:endParaRPr b="0" lang="en-US" sz="1800" strike="noStrike" u="none">
                  <a:solidFill>
                    <a:srgbClr val="000000"/>
                  </a:solidFill>
                  <a:effectLst/>
                  <a:uFillTx/>
                  <a:latin typeface="Arial"/>
                </a:endParaRPr>
              </a:p>
            </p:txBody>
          </p:sp>
        </p:grpSp>
        <p:sp>
          <p:nvSpPr>
            <p:cNvPr id="191" name="Google Shape;191;p22"/>
            <p:cNvSpPr/>
            <p:nvPr/>
          </p:nvSpPr>
          <p:spPr>
            <a:xfrm>
              <a:off x="7427520" y="5499720"/>
              <a:ext cx="781200" cy="279720"/>
            </a:xfrm>
            <a:prstGeom prst="rect">
              <a:avLst/>
            </a:prstGeom>
            <a:noFill/>
            <a:ln w="0">
              <a:noFill/>
            </a:ln>
          </p:spPr>
          <p:style>
            <a:lnRef idx="0"/>
            <a:fillRef idx="0"/>
            <a:effectRef idx="0"/>
            <a:fontRef idx="minor"/>
          </p:style>
          <p:txBody>
            <a:bodyPr lIns="90000" rIns="90000" tIns="140040" bIns="140040" anchor="ctr">
              <a:noAutofit/>
            </a:bodyPr>
            <a:p>
              <a:pPr algn="ctr">
                <a:lnSpc>
                  <a:spcPct val="100000"/>
                </a:lnSpc>
                <a:tabLst>
                  <a:tab algn="l" pos="0"/>
                </a:tabLst>
              </a:pPr>
              <a:r>
                <a:rPr b="1" lang="en-US" sz="1800" strike="noStrike" u="none">
                  <a:solidFill>
                    <a:srgbClr val="000000"/>
                  </a:solidFill>
                  <a:effectLst/>
                  <a:uFillTx/>
                  <a:latin typeface="Helvetica Neue"/>
                  <a:ea typeface="Helvetica Neue"/>
                </a:rPr>
                <a:t>Pod</a:t>
              </a:r>
              <a:endParaRPr b="0" lang="en-US" sz="1800" strike="noStrike" u="none">
                <a:solidFill>
                  <a:srgbClr val="000000"/>
                </a:solidFill>
                <a:effectLst/>
                <a:uFillTx/>
                <a:latin typeface="Arial"/>
              </a:endParaRPr>
            </a:p>
          </p:txBody>
        </p:sp>
      </p:grpSp>
      <p:grpSp>
        <p:nvGrpSpPr>
          <p:cNvPr id="192" name="Google Shape;192;p22"/>
          <p:cNvGrpSpPr/>
          <p:nvPr/>
        </p:nvGrpSpPr>
        <p:grpSpPr>
          <a:xfrm>
            <a:off x="9070200" y="4825800"/>
            <a:ext cx="1789560" cy="953640"/>
            <a:chOff x="9070200" y="4825800"/>
            <a:chExt cx="1789560" cy="953640"/>
          </a:xfrm>
        </p:grpSpPr>
        <p:grpSp>
          <p:nvGrpSpPr>
            <p:cNvPr id="193" name="Google Shape;193;p22"/>
            <p:cNvGrpSpPr/>
            <p:nvPr/>
          </p:nvGrpSpPr>
          <p:grpSpPr>
            <a:xfrm>
              <a:off x="9070200" y="4825800"/>
              <a:ext cx="1789560" cy="953640"/>
              <a:chOff x="9070200" y="4825800"/>
              <a:chExt cx="1789560" cy="953640"/>
            </a:xfrm>
          </p:grpSpPr>
          <p:sp>
            <p:nvSpPr>
              <p:cNvPr id="194" name="Google Shape;194;p22"/>
              <p:cNvSpPr/>
              <p:nvPr/>
            </p:nvSpPr>
            <p:spPr>
              <a:xfrm>
                <a:off x="9070200" y="4825800"/>
                <a:ext cx="1789560" cy="953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195" name="Google Shape;195;p22"/>
              <p:cNvSpPr/>
              <p:nvPr/>
            </p:nvSpPr>
            <p:spPr>
              <a:xfrm>
                <a:off x="9312120" y="4952880"/>
                <a:ext cx="1303200" cy="54576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96" name="Google Shape;196;p22"/>
              <p:cNvSpPr/>
              <p:nvPr/>
            </p:nvSpPr>
            <p:spPr>
              <a:xfrm>
                <a:off x="9401400" y="5056200"/>
                <a:ext cx="1126800" cy="37476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72080" bIns="172080" anchor="ctr">
                <a:noAutofit/>
              </a:bodyPr>
              <a:p>
                <a:pPr algn="ctr">
                  <a:lnSpc>
                    <a:spcPct val="100000"/>
                  </a:lnSpc>
                  <a:tabLst>
                    <a:tab algn="l" pos="0"/>
                  </a:tabLst>
                </a:pPr>
                <a:r>
                  <a:rPr b="1" lang="en-US" sz="1800" strike="noStrike" u="none">
                    <a:solidFill>
                      <a:srgbClr val="6aa84f"/>
                    </a:solidFill>
                    <a:effectLst/>
                    <a:uFillTx/>
                    <a:latin typeface="Arial"/>
                    <a:ea typeface="Arial"/>
                  </a:rPr>
                  <a:t>App</a:t>
                </a:r>
                <a:endParaRPr b="0" lang="en-US" sz="1800" strike="noStrike" u="none">
                  <a:solidFill>
                    <a:srgbClr val="000000"/>
                  </a:solidFill>
                  <a:effectLst/>
                  <a:uFillTx/>
                  <a:latin typeface="Arial"/>
                </a:endParaRPr>
              </a:p>
            </p:txBody>
          </p:sp>
        </p:grpSp>
        <p:sp>
          <p:nvSpPr>
            <p:cNvPr id="197" name="Google Shape;197;p22"/>
            <p:cNvSpPr/>
            <p:nvPr/>
          </p:nvSpPr>
          <p:spPr>
            <a:xfrm>
              <a:off x="9574200" y="5499720"/>
              <a:ext cx="781200" cy="279720"/>
            </a:xfrm>
            <a:prstGeom prst="rect">
              <a:avLst/>
            </a:prstGeom>
            <a:noFill/>
            <a:ln w="0">
              <a:noFill/>
            </a:ln>
          </p:spPr>
          <p:style>
            <a:lnRef idx="0"/>
            <a:fillRef idx="0"/>
            <a:effectRef idx="0"/>
            <a:fontRef idx="minor"/>
          </p:style>
          <p:txBody>
            <a:bodyPr lIns="90000" rIns="90000" tIns="140040" bIns="140040" anchor="ctr">
              <a:noAutofit/>
            </a:bodyPr>
            <a:p>
              <a:pPr algn="ctr">
                <a:lnSpc>
                  <a:spcPct val="100000"/>
                </a:lnSpc>
                <a:tabLst>
                  <a:tab algn="l" pos="0"/>
                </a:tabLst>
              </a:pPr>
              <a:r>
                <a:rPr b="1" lang="en-US" sz="1800" strike="noStrike" u="none">
                  <a:solidFill>
                    <a:srgbClr val="000000"/>
                  </a:solidFill>
                  <a:effectLst/>
                  <a:uFillTx/>
                  <a:latin typeface="Helvetica Neue"/>
                  <a:ea typeface="Helvetica Neue"/>
                </a:rPr>
                <a:t>Pod</a:t>
              </a:r>
              <a:endParaRPr b="0" lang="en-US" sz="1800" strike="noStrike" u="none">
                <a:solidFill>
                  <a:srgbClr val="000000"/>
                </a:solidFill>
                <a:effectLst/>
                <a:uFillTx/>
                <a:latin typeface="Arial"/>
              </a:endParaRPr>
            </a:p>
          </p:txBody>
        </p:sp>
      </p:gr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 name="PlaceHolder 1"/>
          <p:cNvSpPr>
            <a:spLocks noGrp="1"/>
          </p:cNvSpPr>
          <p:nvPr>
            <p:ph type="title"/>
          </p:nvPr>
        </p:nvSpPr>
        <p:spPr>
          <a:xfrm>
            <a:off x="952560" y="324000"/>
            <a:ext cx="11231280" cy="90756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What about configs?</a:t>
            </a:r>
            <a:endParaRPr b="0" lang="en-US" sz="3200" strike="noStrike" u="none">
              <a:solidFill>
                <a:srgbClr val="000000"/>
              </a:solidFill>
              <a:effectLst/>
              <a:uFillTx/>
              <a:latin typeface="Arial"/>
            </a:endParaRPr>
          </a:p>
        </p:txBody>
      </p:sp>
      <p:sp>
        <p:nvSpPr>
          <p:cNvPr id="199" name="PlaceHolder 2"/>
          <p:cNvSpPr>
            <a:spLocks noGrp="1"/>
          </p:cNvSpPr>
          <p:nvPr>
            <p:ph type="sldNum" idx="42"/>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06CAE305-5DF4-46DC-AE1D-A3DA35E00D10}"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grpSp>
        <p:nvGrpSpPr>
          <p:cNvPr id="200" name="Google Shape;205;p23"/>
          <p:cNvGrpSpPr/>
          <p:nvPr/>
        </p:nvGrpSpPr>
        <p:grpSpPr>
          <a:xfrm>
            <a:off x="714960" y="1891080"/>
            <a:ext cx="4590360" cy="4232520"/>
            <a:chOff x="714960" y="1891080"/>
            <a:chExt cx="4590360" cy="4232520"/>
          </a:xfrm>
        </p:grpSpPr>
        <p:grpSp>
          <p:nvGrpSpPr>
            <p:cNvPr id="201" name="Google Shape;206;p23"/>
            <p:cNvGrpSpPr/>
            <p:nvPr/>
          </p:nvGrpSpPr>
          <p:grpSpPr>
            <a:xfrm>
              <a:off x="714960" y="1891080"/>
              <a:ext cx="4590360" cy="4232520"/>
              <a:chOff x="714960" y="1891080"/>
              <a:chExt cx="4590360" cy="4232520"/>
            </a:xfrm>
          </p:grpSpPr>
          <p:sp>
            <p:nvSpPr>
              <p:cNvPr id="202" name="Google Shape;207;p23"/>
              <p:cNvSpPr/>
              <p:nvPr/>
            </p:nvSpPr>
            <p:spPr>
              <a:xfrm>
                <a:off x="714960" y="1891080"/>
                <a:ext cx="4590360" cy="4232520"/>
              </a:xfrm>
              <a:prstGeom prst="roundRect">
                <a:avLst>
                  <a:gd name="adj" fmla="val 16667"/>
                </a:avLst>
              </a:prstGeom>
              <a:solidFill>
                <a:schemeClr val="lt2"/>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3000" strike="noStrike" u="none">
                    <a:solidFill>
                      <a:srgbClr val="000000"/>
                    </a:solidFill>
                    <a:effectLst/>
                    <a:uFillTx/>
                    <a:latin typeface="Arial"/>
                    <a:ea typeface="Arial"/>
                  </a:rPr>
                  <a:t>Dev</a:t>
                </a:r>
                <a:endParaRPr b="0" lang="en-US" sz="3000" strike="noStrike" u="none">
                  <a:solidFill>
                    <a:srgbClr val="000000"/>
                  </a:solidFill>
                  <a:effectLst/>
                  <a:uFillTx/>
                  <a:latin typeface="Arial"/>
                </a:endParaRPr>
              </a:p>
            </p:txBody>
          </p:sp>
          <p:sp>
            <p:nvSpPr>
              <p:cNvPr id="203" name="Google Shape;208;p23"/>
              <p:cNvSpPr/>
              <p:nvPr/>
            </p:nvSpPr>
            <p:spPr>
              <a:xfrm>
                <a:off x="999720" y="2270520"/>
                <a:ext cx="1859760" cy="1157760"/>
              </a:xfrm>
              <a:prstGeom prst="flowChartMagneticDisk">
                <a:avLst/>
              </a:prstGeom>
              <a:solidFill>
                <a:srgbClr val="76a5af"/>
              </a:solidFill>
              <a:ln w="19050">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Dev ConfigMap</a:t>
                </a:r>
                <a:endParaRPr b="0" lang="en-US" sz="1800" strike="noStrike" u="none">
                  <a:solidFill>
                    <a:srgbClr val="ffffff"/>
                  </a:solidFill>
                  <a:effectLst/>
                  <a:uFillTx/>
                  <a:latin typeface="Arial"/>
                </a:endParaRPr>
              </a:p>
            </p:txBody>
          </p:sp>
        </p:grpSp>
        <p:sp>
          <p:nvSpPr>
            <p:cNvPr id="204" name="Google Shape;209;p23"/>
            <p:cNvSpPr/>
            <p:nvPr/>
          </p:nvSpPr>
          <p:spPr>
            <a:xfrm>
              <a:off x="3183840" y="2270520"/>
              <a:ext cx="1859760" cy="1157760"/>
            </a:xfrm>
            <a:prstGeom prst="flowChartMagneticDisk">
              <a:avLst/>
            </a:prstGeom>
            <a:solidFill>
              <a:srgbClr val="76a5af"/>
            </a:solidFill>
            <a:ln w="19050">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Dev Secret</a:t>
              </a:r>
              <a:endParaRPr b="0" lang="en-US" sz="1800" strike="noStrike" u="none">
                <a:solidFill>
                  <a:srgbClr val="ffffff"/>
                </a:solidFill>
                <a:effectLst/>
                <a:uFillTx/>
                <a:latin typeface="Arial"/>
              </a:endParaRPr>
            </a:p>
          </p:txBody>
        </p:sp>
      </p:grpSp>
      <p:grpSp>
        <p:nvGrpSpPr>
          <p:cNvPr id="205" name="Google Shape;210;p23"/>
          <p:cNvGrpSpPr/>
          <p:nvPr/>
        </p:nvGrpSpPr>
        <p:grpSpPr>
          <a:xfrm>
            <a:off x="6749280" y="1891080"/>
            <a:ext cx="4590360" cy="4232520"/>
            <a:chOff x="6749280" y="1891080"/>
            <a:chExt cx="4590360" cy="4232520"/>
          </a:xfrm>
        </p:grpSpPr>
        <p:sp>
          <p:nvSpPr>
            <p:cNvPr id="206" name="Google Shape;211;p23"/>
            <p:cNvSpPr/>
            <p:nvPr/>
          </p:nvSpPr>
          <p:spPr>
            <a:xfrm>
              <a:off x="6749280" y="1891080"/>
              <a:ext cx="4590360" cy="4232520"/>
            </a:xfrm>
            <a:prstGeom prst="roundRect">
              <a:avLst>
                <a:gd name="adj" fmla="val 16667"/>
              </a:avLst>
            </a:prstGeom>
            <a:solidFill>
              <a:schemeClr val="lt2"/>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3000" strike="noStrike" u="none">
                  <a:solidFill>
                    <a:srgbClr val="000000"/>
                  </a:solidFill>
                  <a:effectLst/>
                  <a:uFillTx/>
                  <a:latin typeface="Arial"/>
                  <a:ea typeface="Arial"/>
                </a:rPr>
                <a:t>Prod</a:t>
              </a:r>
              <a:endParaRPr b="0" lang="en-US" sz="3000" strike="noStrike" u="none">
                <a:solidFill>
                  <a:srgbClr val="000000"/>
                </a:solidFill>
                <a:effectLst/>
                <a:uFillTx/>
                <a:latin typeface="Arial"/>
              </a:endParaRPr>
            </a:p>
          </p:txBody>
        </p:sp>
        <p:sp>
          <p:nvSpPr>
            <p:cNvPr id="207" name="Google Shape;212;p23"/>
            <p:cNvSpPr/>
            <p:nvPr/>
          </p:nvSpPr>
          <p:spPr>
            <a:xfrm>
              <a:off x="6923880" y="2270520"/>
              <a:ext cx="1969560" cy="1157760"/>
            </a:xfrm>
            <a:prstGeom prst="flowChartMagneticDisk">
              <a:avLst/>
            </a:prstGeom>
            <a:solidFill>
              <a:srgbClr val="76a5af"/>
            </a:solidFill>
            <a:ln w="19050">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Prod ConfigMap</a:t>
              </a:r>
              <a:endParaRPr b="0" lang="en-US" sz="1800" strike="noStrike" u="none">
                <a:solidFill>
                  <a:srgbClr val="ffffff"/>
                </a:solidFill>
                <a:effectLst/>
                <a:uFillTx/>
                <a:latin typeface="Arial"/>
              </a:endParaRPr>
            </a:p>
          </p:txBody>
        </p:sp>
      </p:grpSp>
      <p:sp>
        <p:nvSpPr>
          <p:cNvPr id="208" name="Google Shape;213;p23"/>
          <p:cNvSpPr/>
          <p:nvPr/>
        </p:nvSpPr>
        <p:spPr>
          <a:xfrm>
            <a:off x="9164880" y="2270520"/>
            <a:ext cx="1969560" cy="1157760"/>
          </a:xfrm>
          <a:prstGeom prst="flowChartMagneticDisk">
            <a:avLst/>
          </a:prstGeom>
          <a:solidFill>
            <a:srgbClr val="76a5af"/>
          </a:solidFill>
          <a:ln w="19050">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Prod Secret</a:t>
            </a:r>
            <a:endParaRPr b="0" lang="en-US" sz="1800" strike="noStrike" u="none">
              <a:solidFill>
                <a:srgbClr val="ffffff"/>
              </a:solidFill>
              <a:effectLst/>
              <a:uFillTx/>
              <a:latin typeface="Arial"/>
            </a:endParaRPr>
          </a:p>
        </p:txBody>
      </p:sp>
      <p:grpSp>
        <p:nvGrpSpPr>
          <p:cNvPr id="209" name="Google Shape;214;p23"/>
          <p:cNvGrpSpPr/>
          <p:nvPr/>
        </p:nvGrpSpPr>
        <p:grpSpPr>
          <a:xfrm>
            <a:off x="7076160" y="4807080"/>
            <a:ext cx="1789560" cy="953640"/>
            <a:chOff x="7076160" y="4807080"/>
            <a:chExt cx="1789560" cy="953640"/>
          </a:xfrm>
        </p:grpSpPr>
        <p:grpSp>
          <p:nvGrpSpPr>
            <p:cNvPr id="210" name="Google Shape;215;p23"/>
            <p:cNvGrpSpPr/>
            <p:nvPr/>
          </p:nvGrpSpPr>
          <p:grpSpPr>
            <a:xfrm>
              <a:off x="7076160" y="4807080"/>
              <a:ext cx="1789560" cy="953640"/>
              <a:chOff x="7076160" y="4807080"/>
              <a:chExt cx="1789560" cy="953640"/>
            </a:xfrm>
          </p:grpSpPr>
          <p:sp>
            <p:nvSpPr>
              <p:cNvPr id="211" name="Google Shape;216;p23"/>
              <p:cNvSpPr/>
              <p:nvPr/>
            </p:nvSpPr>
            <p:spPr>
              <a:xfrm>
                <a:off x="7076160" y="4807080"/>
                <a:ext cx="1789560" cy="953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212" name="Google Shape;217;p23"/>
              <p:cNvSpPr/>
              <p:nvPr/>
            </p:nvSpPr>
            <p:spPr>
              <a:xfrm>
                <a:off x="7318080" y="4934160"/>
                <a:ext cx="1303200" cy="54576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13" name="Google Shape;218;p23"/>
              <p:cNvSpPr/>
              <p:nvPr/>
            </p:nvSpPr>
            <p:spPr>
              <a:xfrm>
                <a:off x="7407360" y="5037480"/>
                <a:ext cx="1126800" cy="37476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72080" bIns="172080" anchor="ctr">
                <a:noAutofit/>
              </a:bodyPr>
              <a:p>
                <a:pPr algn="ctr">
                  <a:lnSpc>
                    <a:spcPct val="100000"/>
                  </a:lnSpc>
                  <a:tabLst>
                    <a:tab algn="l" pos="0"/>
                  </a:tabLst>
                </a:pPr>
                <a:r>
                  <a:rPr b="1" lang="en-US" sz="1800" strike="noStrike" u="none">
                    <a:solidFill>
                      <a:srgbClr val="6aa84f"/>
                    </a:solidFill>
                    <a:effectLst/>
                    <a:uFillTx/>
                    <a:latin typeface="Arial"/>
                    <a:ea typeface="Arial"/>
                  </a:rPr>
                  <a:t>App</a:t>
                </a:r>
                <a:endParaRPr b="0" lang="en-US" sz="1800" strike="noStrike" u="none">
                  <a:solidFill>
                    <a:srgbClr val="000000"/>
                  </a:solidFill>
                  <a:effectLst/>
                  <a:uFillTx/>
                  <a:latin typeface="Arial"/>
                </a:endParaRPr>
              </a:p>
            </p:txBody>
          </p:sp>
        </p:grpSp>
        <p:sp>
          <p:nvSpPr>
            <p:cNvPr id="214" name="Google Shape;219;p23"/>
            <p:cNvSpPr/>
            <p:nvPr/>
          </p:nvSpPr>
          <p:spPr>
            <a:xfrm>
              <a:off x="7580160" y="5481000"/>
              <a:ext cx="781200" cy="279720"/>
            </a:xfrm>
            <a:prstGeom prst="rect">
              <a:avLst/>
            </a:prstGeom>
            <a:noFill/>
            <a:ln w="0">
              <a:noFill/>
            </a:ln>
          </p:spPr>
          <p:style>
            <a:lnRef idx="0"/>
            <a:fillRef idx="0"/>
            <a:effectRef idx="0"/>
            <a:fontRef idx="minor"/>
          </p:style>
          <p:txBody>
            <a:bodyPr lIns="90000" rIns="90000" tIns="140040" bIns="140040" anchor="ctr">
              <a:noAutofit/>
            </a:bodyPr>
            <a:p>
              <a:pPr algn="ctr">
                <a:lnSpc>
                  <a:spcPct val="100000"/>
                </a:lnSpc>
                <a:tabLst>
                  <a:tab algn="l" pos="0"/>
                </a:tabLst>
              </a:pPr>
              <a:r>
                <a:rPr b="1" lang="en-US" sz="1800" strike="noStrike" u="none">
                  <a:solidFill>
                    <a:srgbClr val="000000"/>
                  </a:solidFill>
                  <a:effectLst/>
                  <a:uFillTx/>
                  <a:latin typeface="Helvetica Neue"/>
                  <a:ea typeface="Helvetica Neue"/>
                </a:rPr>
                <a:t>Pod</a:t>
              </a:r>
              <a:endParaRPr b="0" lang="en-US" sz="1800" strike="noStrike" u="none">
                <a:solidFill>
                  <a:srgbClr val="000000"/>
                </a:solidFill>
                <a:effectLst/>
                <a:uFillTx/>
                <a:latin typeface="Arial"/>
              </a:endParaRPr>
            </a:p>
          </p:txBody>
        </p:sp>
      </p:grpSp>
      <p:grpSp>
        <p:nvGrpSpPr>
          <p:cNvPr id="215" name="Google Shape;220;p23"/>
          <p:cNvGrpSpPr/>
          <p:nvPr/>
        </p:nvGrpSpPr>
        <p:grpSpPr>
          <a:xfrm>
            <a:off x="9222840" y="4807080"/>
            <a:ext cx="1789560" cy="953640"/>
            <a:chOff x="9222840" y="4807080"/>
            <a:chExt cx="1789560" cy="953640"/>
          </a:xfrm>
        </p:grpSpPr>
        <p:grpSp>
          <p:nvGrpSpPr>
            <p:cNvPr id="216" name="Google Shape;221;p23"/>
            <p:cNvGrpSpPr/>
            <p:nvPr/>
          </p:nvGrpSpPr>
          <p:grpSpPr>
            <a:xfrm>
              <a:off x="9222840" y="4807080"/>
              <a:ext cx="1789560" cy="953640"/>
              <a:chOff x="9222840" y="4807080"/>
              <a:chExt cx="1789560" cy="953640"/>
            </a:xfrm>
          </p:grpSpPr>
          <p:sp>
            <p:nvSpPr>
              <p:cNvPr id="217" name="Google Shape;222;p23"/>
              <p:cNvSpPr/>
              <p:nvPr/>
            </p:nvSpPr>
            <p:spPr>
              <a:xfrm>
                <a:off x="9222840" y="4807080"/>
                <a:ext cx="1789560" cy="953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218" name="Google Shape;223;p23"/>
              <p:cNvSpPr/>
              <p:nvPr/>
            </p:nvSpPr>
            <p:spPr>
              <a:xfrm>
                <a:off x="9464760" y="4934160"/>
                <a:ext cx="1303200" cy="54576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19" name="Google Shape;224;p23"/>
              <p:cNvSpPr/>
              <p:nvPr/>
            </p:nvSpPr>
            <p:spPr>
              <a:xfrm>
                <a:off x="9554040" y="5037480"/>
                <a:ext cx="1126800" cy="37476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72080" bIns="172080" anchor="ctr">
                <a:noAutofit/>
              </a:bodyPr>
              <a:p>
                <a:pPr algn="ctr">
                  <a:lnSpc>
                    <a:spcPct val="100000"/>
                  </a:lnSpc>
                  <a:tabLst>
                    <a:tab algn="l" pos="0"/>
                  </a:tabLst>
                </a:pPr>
                <a:r>
                  <a:rPr b="1" lang="en-US" sz="1800" strike="noStrike" u="none">
                    <a:solidFill>
                      <a:srgbClr val="6aa84f"/>
                    </a:solidFill>
                    <a:effectLst/>
                    <a:uFillTx/>
                    <a:latin typeface="Arial"/>
                    <a:ea typeface="Arial"/>
                  </a:rPr>
                  <a:t>App</a:t>
                </a:r>
                <a:endParaRPr b="0" lang="en-US" sz="1800" strike="noStrike" u="none">
                  <a:solidFill>
                    <a:srgbClr val="000000"/>
                  </a:solidFill>
                  <a:effectLst/>
                  <a:uFillTx/>
                  <a:latin typeface="Arial"/>
                </a:endParaRPr>
              </a:p>
            </p:txBody>
          </p:sp>
        </p:grpSp>
        <p:sp>
          <p:nvSpPr>
            <p:cNvPr id="220" name="Google Shape;225;p23"/>
            <p:cNvSpPr/>
            <p:nvPr/>
          </p:nvSpPr>
          <p:spPr>
            <a:xfrm>
              <a:off x="9726840" y="5481000"/>
              <a:ext cx="781200" cy="279720"/>
            </a:xfrm>
            <a:prstGeom prst="rect">
              <a:avLst/>
            </a:prstGeom>
            <a:noFill/>
            <a:ln w="0">
              <a:noFill/>
            </a:ln>
          </p:spPr>
          <p:style>
            <a:lnRef idx="0"/>
            <a:fillRef idx="0"/>
            <a:effectRef idx="0"/>
            <a:fontRef idx="minor"/>
          </p:style>
          <p:txBody>
            <a:bodyPr lIns="90000" rIns="90000" tIns="140040" bIns="140040" anchor="ctr">
              <a:noAutofit/>
            </a:bodyPr>
            <a:p>
              <a:pPr algn="ctr">
                <a:lnSpc>
                  <a:spcPct val="100000"/>
                </a:lnSpc>
                <a:tabLst>
                  <a:tab algn="l" pos="0"/>
                </a:tabLst>
              </a:pPr>
              <a:r>
                <a:rPr b="1" lang="en-US" sz="1800" strike="noStrike" u="none">
                  <a:solidFill>
                    <a:srgbClr val="000000"/>
                  </a:solidFill>
                  <a:effectLst/>
                  <a:uFillTx/>
                  <a:latin typeface="Helvetica Neue"/>
                  <a:ea typeface="Helvetica Neue"/>
                </a:rPr>
                <a:t>Pod</a:t>
              </a:r>
              <a:endParaRPr b="0" lang="en-US" sz="1800" strike="noStrike" u="none">
                <a:solidFill>
                  <a:srgbClr val="000000"/>
                </a:solidFill>
                <a:effectLst/>
                <a:uFillTx/>
                <a:latin typeface="Arial"/>
              </a:endParaRPr>
            </a:p>
          </p:txBody>
        </p:sp>
      </p:grpSp>
      <p:grpSp>
        <p:nvGrpSpPr>
          <p:cNvPr id="221" name="Google Shape;226;p23"/>
          <p:cNvGrpSpPr/>
          <p:nvPr/>
        </p:nvGrpSpPr>
        <p:grpSpPr>
          <a:xfrm>
            <a:off x="1045800" y="4825800"/>
            <a:ext cx="1789560" cy="953640"/>
            <a:chOff x="1045800" y="4825800"/>
            <a:chExt cx="1789560" cy="953640"/>
          </a:xfrm>
        </p:grpSpPr>
        <p:grpSp>
          <p:nvGrpSpPr>
            <p:cNvPr id="222" name="Google Shape;227;p23"/>
            <p:cNvGrpSpPr/>
            <p:nvPr/>
          </p:nvGrpSpPr>
          <p:grpSpPr>
            <a:xfrm>
              <a:off x="1045800" y="4825800"/>
              <a:ext cx="1789560" cy="953640"/>
              <a:chOff x="1045800" y="4825800"/>
              <a:chExt cx="1789560" cy="953640"/>
            </a:xfrm>
          </p:grpSpPr>
          <p:sp>
            <p:nvSpPr>
              <p:cNvPr id="223" name="Google Shape;228;p23"/>
              <p:cNvSpPr/>
              <p:nvPr/>
            </p:nvSpPr>
            <p:spPr>
              <a:xfrm>
                <a:off x="1045800" y="4825800"/>
                <a:ext cx="1789560" cy="953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224" name="Google Shape;229;p23"/>
              <p:cNvSpPr/>
              <p:nvPr/>
            </p:nvSpPr>
            <p:spPr>
              <a:xfrm>
                <a:off x="1287720" y="4952880"/>
                <a:ext cx="1303200" cy="54576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25" name="Google Shape;230;p23"/>
              <p:cNvSpPr/>
              <p:nvPr/>
            </p:nvSpPr>
            <p:spPr>
              <a:xfrm>
                <a:off x="1377000" y="5056200"/>
                <a:ext cx="1126800" cy="37476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72080" bIns="172080" anchor="ctr">
                <a:noAutofit/>
              </a:bodyPr>
              <a:p>
                <a:pPr algn="ctr">
                  <a:lnSpc>
                    <a:spcPct val="100000"/>
                  </a:lnSpc>
                  <a:tabLst>
                    <a:tab algn="l" pos="0"/>
                  </a:tabLst>
                </a:pPr>
                <a:r>
                  <a:rPr b="1" lang="en-US" sz="1800" strike="noStrike" u="none">
                    <a:solidFill>
                      <a:srgbClr val="6aa84f"/>
                    </a:solidFill>
                    <a:effectLst/>
                    <a:uFillTx/>
                    <a:latin typeface="Arial"/>
                    <a:ea typeface="Arial"/>
                  </a:rPr>
                  <a:t>App</a:t>
                </a:r>
                <a:endParaRPr b="0" lang="en-US" sz="1800" strike="noStrike" u="none">
                  <a:solidFill>
                    <a:srgbClr val="000000"/>
                  </a:solidFill>
                  <a:effectLst/>
                  <a:uFillTx/>
                  <a:latin typeface="Arial"/>
                </a:endParaRPr>
              </a:p>
            </p:txBody>
          </p:sp>
        </p:grpSp>
        <p:sp>
          <p:nvSpPr>
            <p:cNvPr id="226" name="Google Shape;231;p23"/>
            <p:cNvSpPr/>
            <p:nvPr/>
          </p:nvSpPr>
          <p:spPr>
            <a:xfrm>
              <a:off x="1549800" y="5499720"/>
              <a:ext cx="781200" cy="279720"/>
            </a:xfrm>
            <a:prstGeom prst="rect">
              <a:avLst/>
            </a:prstGeom>
            <a:noFill/>
            <a:ln w="0">
              <a:noFill/>
            </a:ln>
          </p:spPr>
          <p:style>
            <a:lnRef idx="0"/>
            <a:fillRef idx="0"/>
            <a:effectRef idx="0"/>
            <a:fontRef idx="minor"/>
          </p:style>
          <p:txBody>
            <a:bodyPr lIns="90000" rIns="90000" tIns="140040" bIns="140040" anchor="ctr">
              <a:noAutofit/>
            </a:bodyPr>
            <a:p>
              <a:pPr algn="ctr">
                <a:lnSpc>
                  <a:spcPct val="100000"/>
                </a:lnSpc>
                <a:tabLst>
                  <a:tab algn="l" pos="0"/>
                </a:tabLst>
              </a:pPr>
              <a:r>
                <a:rPr b="1" lang="en-US" sz="1800" strike="noStrike" u="none">
                  <a:solidFill>
                    <a:srgbClr val="000000"/>
                  </a:solidFill>
                  <a:effectLst/>
                  <a:uFillTx/>
                  <a:latin typeface="Helvetica Neue"/>
                  <a:ea typeface="Helvetica Neue"/>
                </a:rPr>
                <a:t>Pod</a:t>
              </a:r>
              <a:endParaRPr b="0" lang="en-US" sz="1800" strike="noStrike" u="none">
                <a:solidFill>
                  <a:srgbClr val="000000"/>
                </a:solidFill>
                <a:effectLst/>
                <a:uFillTx/>
                <a:latin typeface="Arial"/>
              </a:endParaRPr>
            </a:p>
          </p:txBody>
        </p:sp>
      </p:grpSp>
      <p:grpSp>
        <p:nvGrpSpPr>
          <p:cNvPr id="227" name="Google Shape;232;p23"/>
          <p:cNvGrpSpPr/>
          <p:nvPr/>
        </p:nvGrpSpPr>
        <p:grpSpPr>
          <a:xfrm>
            <a:off x="3192480" y="4825800"/>
            <a:ext cx="1789560" cy="953640"/>
            <a:chOff x="3192480" y="4825800"/>
            <a:chExt cx="1789560" cy="953640"/>
          </a:xfrm>
        </p:grpSpPr>
        <p:grpSp>
          <p:nvGrpSpPr>
            <p:cNvPr id="228" name="Google Shape;233;p23"/>
            <p:cNvGrpSpPr/>
            <p:nvPr/>
          </p:nvGrpSpPr>
          <p:grpSpPr>
            <a:xfrm>
              <a:off x="3192480" y="4825800"/>
              <a:ext cx="1789560" cy="953640"/>
              <a:chOff x="3192480" y="4825800"/>
              <a:chExt cx="1789560" cy="953640"/>
            </a:xfrm>
          </p:grpSpPr>
          <p:sp>
            <p:nvSpPr>
              <p:cNvPr id="229" name="Google Shape;234;p23"/>
              <p:cNvSpPr/>
              <p:nvPr/>
            </p:nvSpPr>
            <p:spPr>
              <a:xfrm>
                <a:off x="3192480" y="4825800"/>
                <a:ext cx="1789560" cy="9536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230" name="Google Shape;235;p23"/>
              <p:cNvSpPr/>
              <p:nvPr/>
            </p:nvSpPr>
            <p:spPr>
              <a:xfrm>
                <a:off x="3434400" y="4952880"/>
                <a:ext cx="1303200" cy="54576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31" name="Google Shape;236;p23"/>
              <p:cNvSpPr/>
              <p:nvPr/>
            </p:nvSpPr>
            <p:spPr>
              <a:xfrm>
                <a:off x="3523680" y="5056200"/>
                <a:ext cx="1126800" cy="37476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72080" bIns="172080" anchor="ctr">
                <a:noAutofit/>
              </a:bodyPr>
              <a:p>
                <a:pPr algn="ctr">
                  <a:lnSpc>
                    <a:spcPct val="100000"/>
                  </a:lnSpc>
                  <a:tabLst>
                    <a:tab algn="l" pos="0"/>
                  </a:tabLst>
                </a:pPr>
                <a:r>
                  <a:rPr b="1" lang="en-US" sz="1800" strike="noStrike" u="none">
                    <a:solidFill>
                      <a:srgbClr val="6aa84f"/>
                    </a:solidFill>
                    <a:effectLst/>
                    <a:uFillTx/>
                    <a:latin typeface="Arial"/>
                    <a:ea typeface="Arial"/>
                  </a:rPr>
                  <a:t>App</a:t>
                </a:r>
                <a:endParaRPr b="0" lang="en-US" sz="1800" strike="noStrike" u="none">
                  <a:solidFill>
                    <a:srgbClr val="000000"/>
                  </a:solidFill>
                  <a:effectLst/>
                  <a:uFillTx/>
                  <a:latin typeface="Arial"/>
                </a:endParaRPr>
              </a:p>
            </p:txBody>
          </p:sp>
        </p:grpSp>
        <p:sp>
          <p:nvSpPr>
            <p:cNvPr id="232" name="Google Shape;237;p23"/>
            <p:cNvSpPr/>
            <p:nvPr/>
          </p:nvSpPr>
          <p:spPr>
            <a:xfrm>
              <a:off x="3696840" y="5499720"/>
              <a:ext cx="781200" cy="279720"/>
            </a:xfrm>
            <a:prstGeom prst="rect">
              <a:avLst/>
            </a:prstGeom>
            <a:noFill/>
            <a:ln w="0">
              <a:noFill/>
            </a:ln>
          </p:spPr>
          <p:style>
            <a:lnRef idx="0"/>
            <a:fillRef idx="0"/>
            <a:effectRef idx="0"/>
            <a:fontRef idx="minor"/>
          </p:style>
          <p:txBody>
            <a:bodyPr lIns="90000" rIns="90000" tIns="140040" bIns="140040" anchor="ctr">
              <a:noAutofit/>
            </a:bodyPr>
            <a:p>
              <a:pPr algn="ctr">
                <a:lnSpc>
                  <a:spcPct val="100000"/>
                </a:lnSpc>
                <a:tabLst>
                  <a:tab algn="l" pos="0"/>
                </a:tabLst>
              </a:pPr>
              <a:r>
                <a:rPr b="1" lang="en-US" sz="1800" strike="noStrike" u="none">
                  <a:solidFill>
                    <a:srgbClr val="000000"/>
                  </a:solidFill>
                  <a:effectLst/>
                  <a:uFillTx/>
                  <a:latin typeface="Helvetica Neue"/>
                  <a:ea typeface="Helvetica Neue"/>
                </a:rPr>
                <a:t>Pod</a:t>
              </a:r>
              <a:endParaRPr b="0" lang="en-US" sz="1800" strike="noStrike" u="none">
                <a:solidFill>
                  <a:srgbClr val="000000"/>
                </a:solidFill>
                <a:effectLst/>
                <a:uFillTx/>
                <a:latin typeface="Arial"/>
              </a:endParaRPr>
            </a:p>
          </p:txBody>
        </p:sp>
      </p:gr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Google Shape;243;p24"/>
          <p:cNvSpPr/>
          <p:nvPr/>
        </p:nvSpPr>
        <p:spPr>
          <a:xfrm>
            <a:off x="9943560" y="5271840"/>
            <a:ext cx="2032920" cy="108360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234" name="Google Shape;244;p24"/>
          <p:cNvSpPr/>
          <p:nvPr/>
        </p:nvSpPr>
        <p:spPr>
          <a:xfrm>
            <a:off x="10030320" y="3421800"/>
            <a:ext cx="1859760" cy="1157760"/>
          </a:xfrm>
          <a:prstGeom prst="flowChartMagneticDisk">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35" name="PlaceHolder 1"/>
          <p:cNvSpPr>
            <a:spLocks noGrp="1"/>
          </p:cNvSpPr>
          <p:nvPr>
            <p:ph type="title"/>
          </p:nvPr>
        </p:nvSpPr>
        <p:spPr>
          <a:xfrm>
            <a:off x="952560" y="324000"/>
            <a:ext cx="11231280" cy="90756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ConfigMap</a:t>
            </a:r>
            <a:endParaRPr b="0" lang="en-US" sz="3200" strike="noStrike" u="none">
              <a:solidFill>
                <a:srgbClr val="000000"/>
              </a:solidFill>
              <a:effectLst/>
              <a:uFillTx/>
              <a:latin typeface="Arial"/>
            </a:endParaRPr>
          </a:p>
        </p:txBody>
      </p:sp>
      <p:sp>
        <p:nvSpPr>
          <p:cNvPr id="236" name="PlaceHolder 2"/>
          <p:cNvSpPr>
            <a:spLocks noGrp="1"/>
          </p:cNvSpPr>
          <p:nvPr>
            <p:ph type="sldNum" idx="43"/>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A11A7F59-B449-47CB-AF61-677117EF5561}"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237" name="Google Shape;247;p24"/>
          <p:cNvSpPr/>
          <p:nvPr/>
        </p:nvSpPr>
        <p:spPr>
          <a:xfrm>
            <a:off x="264600" y="1373400"/>
            <a:ext cx="7213680" cy="4970520"/>
          </a:xfrm>
          <a:prstGeom prst="rect">
            <a:avLst/>
          </a:prstGeom>
          <a:noFill/>
          <a:ln w="19050">
            <a:solidFill>
              <a:srgbClr val="000000"/>
            </a:solidFill>
            <a:round/>
          </a:ln>
        </p:spPr>
        <p:style>
          <a:lnRef idx="0"/>
          <a:fillRef idx="0"/>
          <a:effectRef idx="0"/>
          <a:fontRef idx="minor"/>
        </p:style>
        <p:txBody>
          <a:bodyPr lIns="90000" rIns="90000" tIns="91440" bIns="91440" anchor="t">
            <a:noAutofit/>
          </a:bodyPr>
          <a:p>
            <a:pPr>
              <a:lnSpc>
                <a:spcPct val="100000"/>
              </a:lnSpc>
              <a:tabLst>
                <a:tab algn="l" pos="0"/>
              </a:tabLst>
            </a:pPr>
            <a:r>
              <a:rPr b="0" lang="en-US" sz="2200" strike="noStrike" u="none">
                <a:solidFill>
                  <a:srgbClr val="000000"/>
                </a:solidFill>
                <a:effectLst/>
                <a:uFillTx/>
                <a:latin typeface="Consolas"/>
                <a:ea typeface="Consolas"/>
              </a:rPr>
              <a:t>kind: ConfigMap </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apiVersion: v1 </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metadata:</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  name: example-configmap </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data:</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  database: mongodb</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  database_uri: mongodb://localhost:27017</a:t>
            </a:r>
            <a:endParaRPr b="0" lang="en-US" sz="2200" strike="noStrike" u="none">
              <a:solidFill>
                <a:srgbClr val="000000"/>
              </a:solidFill>
              <a:effectLst/>
              <a:uFillTx/>
              <a:latin typeface="Arial"/>
            </a:endParaRPr>
          </a:p>
        </p:txBody>
      </p:sp>
      <p:grpSp>
        <p:nvGrpSpPr>
          <p:cNvPr id="238" name="Google Shape;248;p24"/>
          <p:cNvGrpSpPr/>
          <p:nvPr/>
        </p:nvGrpSpPr>
        <p:grpSpPr>
          <a:xfrm>
            <a:off x="7479720" y="1384560"/>
            <a:ext cx="4344120" cy="4947840"/>
            <a:chOff x="7479720" y="1384560"/>
            <a:chExt cx="4344120" cy="4947840"/>
          </a:xfrm>
        </p:grpSpPr>
        <p:sp>
          <p:nvSpPr>
            <p:cNvPr id="239" name="Google Shape;249;p24"/>
            <p:cNvSpPr/>
            <p:nvPr/>
          </p:nvSpPr>
          <p:spPr>
            <a:xfrm>
              <a:off x="9877680" y="3269520"/>
              <a:ext cx="1859760" cy="1157760"/>
            </a:xfrm>
            <a:prstGeom prst="flowChartMagneticDisk">
              <a:avLst/>
            </a:prstGeom>
            <a:solidFill>
              <a:srgbClr val="76a5af"/>
            </a:solidFill>
            <a:ln w="19050">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Dev ConfigMap</a:t>
              </a:r>
              <a:endParaRPr b="0" lang="en-US" sz="1800" strike="noStrike" u="none">
                <a:solidFill>
                  <a:srgbClr val="ffffff"/>
                </a:solidFill>
                <a:effectLst/>
                <a:uFillTx/>
                <a:latin typeface="Arial"/>
              </a:endParaRPr>
            </a:p>
          </p:txBody>
        </p:sp>
        <p:grpSp>
          <p:nvGrpSpPr>
            <p:cNvPr id="240" name="Google Shape;250;p24"/>
            <p:cNvGrpSpPr/>
            <p:nvPr/>
          </p:nvGrpSpPr>
          <p:grpSpPr>
            <a:xfrm>
              <a:off x="9790920" y="5119560"/>
              <a:ext cx="2032920" cy="1083600"/>
              <a:chOff x="9790920" y="5119560"/>
              <a:chExt cx="2032920" cy="1083600"/>
            </a:xfrm>
          </p:grpSpPr>
          <p:grpSp>
            <p:nvGrpSpPr>
              <p:cNvPr id="241" name="Google Shape;251;p24"/>
              <p:cNvGrpSpPr/>
              <p:nvPr/>
            </p:nvGrpSpPr>
            <p:grpSpPr>
              <a:xfrm>
                <a:off x="9790920" y="5119560"/>
                <a:ext cx="2032920" cy="1083600"/>
                <a:chOff x="9790920" y="5119560"/>
                <a:chExt cx="2032920" cy="1083600"/>
              </a:xfrm>
            </p:grpSpPr>
            <p:sp>
              <p:nvSpPr>
                <p:cNvPr id="242" name="Google Shape;252;p24"/>
                <p:cNvSpPr/>
                <p:nvPr/>
              </p:nvSpPr>
              <p:spPr>
                <a:xfrm>
                  <a:off x="9790920" y="5119560"/>
                  <a:ext cx="2032920" cy="108360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243" name="Google Shape;253;p24"/>
                <p:cNvSpPr/>
                <p:nvPr/>
              </p:nvSpPr>
              <p:spPr>
                <a:xfrm>
                  <a:off x="10065960" y="5263920"/>
                  <a:ext cx="1480320" cy="62028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44" name="Google Shape;254;p24"/>
                <p:cNvSpPr/>
                <p:nvPr/>
              </p:nvSpPr>
              <p:spPr>
                <a:xfrm>
                  <a:off x="10167480" y="5381280"/>
                  <a:ext cx="1280160" cy="42588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6aa84f"/>
                      </a:solidFill>
                      <a:effectLst/>
                      <a:uFillTx/>
                      <a:latin typeface="Arial"/>
                      <a:ea typeface="Arial"/>
                    </a:rPr>
                    <a:t>App</a:t>
                  </a:r>
                  <a:endParaRPr b="0" lang="en-US" sz="1800" strike="noStrike" u="none">
                    <a:solidFill>
                      <a:srgbClr val="000000"/>
                    </a:solidFill>
                    <a:effectLst/>
                    <a:uFillTx/>
                    <a:latin typeface="Arial"/>
                  </a:endParaRPr>
                </a:p>
              </p:txBody>
            </p:sp>
          </p:grpSp>
          <p:sp>
            <p:nvSpPr>
              <p:cNvPr id="245" name="Google Shape;255;p24"/>
              <p:cNvSpPr/>
              <p:nvPr/>
            </p:nvSpPr>
            <p:spPr>
              <a:xfrm>
                <a:off x="10363680" y="5884920"/>
                <a:ext cx="887760" cy="317880"/>
              </a:xfrm>
              <a:prstGeom prst="rect">
                <a:avLst/>
              </a:prstGeom>
              <a:noFill/>
              <a:ln w="0">
                <a:noFill/>
              </a:ln>
            </p:spPr>
            <p:style>
              <a:lnRef idx="0"/>
              <a:fillRef idx="0"/>
              <a:effectRef idx="0"/>
              <a:fontRef idx="minor"/>
            </p:style>
            <p:txBody>
              <a:bodyPr lIns="90000" rIns="90000" tIns="159120" bIns="159120" anchor="ctr">
                <a:noAutofit/>
              </a:bodyPr>
              <a:p>
                <a:pPr algn="ctr">
                  <a:lnSpc>
                    <a:spcPct val="100000"/>
                  </a:lnSpc>
                  <a:tabLst>
                    <a:tab algn="l" pos="0"/>
                  </a:tabLst>
                </a:pPr>
                <a:r>
                  <a:rPr b="1" lang="en-US" sz="1800" strike="noStrike" u="none">
                    <a:solidFill>
                      <a:srgbClr val="000000"/>
                    </a:solidFill>
                    <a:effectLst/>
                    <a:uFillTx/>
                    <a:latin typeface="Helvetica Neue"/>
                    <a:ea typeface="Helvetica Neue"/>
                  </a:rPr>
                  <a:t>Pod</a:t>
                </a:r>
                <a:endParaRPr b="0" lang="en-US" sz="1800" strike="noStrike" u="none">
                  <a:solidFill>
                    <a:srgbClr val="000000"/>
                  </a:solidFill>
                  <a:effectLst/>
                  <a:uFillTx/>
                  <a:latin typeface="Arial"/>
                </a:endParaRPr>
              </a:p>
            </p:txBody>
          </p:sp>
        </p:grpSp>
        <p:sp>
          <p:nvSpPr>
            <p:cNvPr id="246" name="Google Shape;256;p24"/>
            <p:cNvSpPr/>
            <p:nvPr/>
          </p:nvSpPr>
          <p:spPr>
            <a:xfrm rot="5400000">
              <a:off x="6204600" y="2659320"/>
              <a:ext cx="4947840" cy="2397960"/>
            </a:xfrm>
            <a:prstGeom prst="trapezoid">
              <a:avLst>
                <a:gd name="adj" fmla="val 85419"/>
              </a:avLst>
            </a:prstGeom>
            <a:solidFill>
              <a:srgbClr val="76a5af">
                <a:alpha val="48000"/>
              </a:srgbClr>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gr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Google Shape;262;p25"/>
          <p:cNvSpPr/>
          <p:nvPr/>
        </p:nvSpPr>
        <p:spPr>
          <a:xfrm>
            <a:off x="9943560" y="5271840"/>
            <a:ext cx="2032920" cy="108360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248" name="Google Shape;263;p25"/>
          <p:cNvSpPr/>
          <p:nvPr/>
        </p:nvSpPr>
        <p:spPr>
          <a:xfrm>
            <a:off x="10030320" y="3421800"/>
            <a:ext cx="1859760" cy="1157760"/>
          </a:xfrm>
          <a:prstGeom prst="flowChartMagneticDisk">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49" name="PlaceHolder 1"/>
          <p:cNvSpPr>
            <a:spLocks noGrp="1"/>
          </p:cNvSpPr>
          <p:nvPr>
            <p:ph type="title"/>
          </p:nvPr>
        </p:nvSpPr>
        <p:spPr>
          <a:xfrm>
            <a:off x="952560" y="324000"/>
            <a:ext cx="11231280" cy="90756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Secret</a:t>
            </a:r>
            <a:endParaRPr b="0" lang="en-US" sz="3200" strike="noStrike" u="none">
              <a:solidFill>
                <a:srgbClr val="000000"/>
              </a:solidFill>
              <a:effectLst/>
              <a:uFillTx/>
              <a:latin typeface="Arial"/>
            </a:endParaRPr>
          </a:p>
        </p:txBody>
      </p:sp>
      <p:sp>
        <p:nvSpPr>
          <p:cNvPr id="250" name="PlaceHolder 2"/>
          <p:cNvSpPr>
            <a:spLocks noGrp="1"/>
          </p:cNvSpPr>
          <p:nvPr>
            <p:ph type="sldNum" idx="44"/>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140BCC5E-E9B1-40AC-820C-5F70960624B7}"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251" name="Google Shape;266;p25"/>
          <p:cNvSpPr/>
          <p:nvPr/>
        </p:nvSpPr>
        <p:spPr>
          <a:xfrm>
            <a:off x="264600" y="1373400"/>
            <a:ext cx="7213680" cy="4970520"/>
          </a:xfrm>
          <a:prstGeom prst="rect">
            <a:avLst/>
          </a:prstGeom>
          <a:noFill/>
          <a:ln w="19050">
            <a:solidFill>
              <a:srgbClr val="000000"/>
            </a:solidFill>
            <a:round/>
          </a:ln>
        </p:spPr>
        <p:style>
          <a:lnRef idx="0"/>
          <a:fillRef idx="0"/>
          <a:effectRef idx="0"/>
          <a:fontRef idx="minor"/>
        </p:style>
        <p:txBody>
          <a:bodyPr lIns="90000" rIns="90000" tIns="91440" bIns="91440" anchor="t">
            <a:noAutofit/>
          </a:bodyPr>
          <a:p>
            <a:pPr>
              <a:lnSpc>
                <a:spcPct val="100000"/>
              </a:lnSpc>
              <a:tabLst>
                <a:tab algn="l" pos="0"/>
              </a:tabLst>
            </a:pPr>
            <a:r>
              <a:rPr b="0" lang="en-US" sz="2400" strike="noStrike" u="none">
                <a:solidFill>
                  <a:srgbClr val="000000"/>
                </a:solidFill>
                <a:effectLst/>
                <a:uFillTx/>
                <a:latin typeface="Consolas"/>
                <a:ea typeface="Consolas"/>
              </a:rPr>
              <a:t>kind: Secret </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apiVersion: v1 </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metadata:</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name: example-secret </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data:</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db_username: YWRtaW4=</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db_password: amlraTg5M2tkam5zZDlz</a:t>
            </a:r>
            <a:endParaRPr b="0" lang="en-US" sz="2400" strike="noStrike" u="none">
              <a:solidFill>
                <a:srgbClr val="000000"/>
              </a:solidFill>
              <a:effectLst/>
              <a:uFillTx/>
              <a:latin typeface="Arial"/>
            </a:endParaRPr>
          </a:p>
          <a:p>
            <a:pPr>
              <a:lnSpc>
                <a:spcPct val="100000"/>
              </a:lnSpc>
              <a:tabLst>
                <a:tab algn="l" pos="0"/>
              </a:tabLst>
            </a:pPr>
            <a:endParaRPr b="0" lang="en-US" sz="2400" strike="noStrike" u="none">
              <a:solidFill>
                <a:srgbClr val="000000"/>
              </a:solidFill>
              <a:effectLst/>
              <a:uFillTx/>
              <a:latin typeface="Arial"/>
            </a:endParaRPr>
          </a:p>
          <a:p>
            <a:pPr>
              <a:lnSpc>
                <a:spcPct val="100000"/>
              </a:lnSpc>
              <a:tabLst>
                <a:tab algn="l" pos="0"/>
              </a:tabLst>
            </a:pPr>
            <a:endParaRPr b="0" lang="en-US" sz="2400" strike="noStrike" u="none">
              <a:solidFill>
                <a:srgbClr val="000000"/>
              </a:solidFill>
              <a:effectLst/>
              <a:uFillTx/>
              <a:latin typeface="Arial"/>
            </a:endParaRPr>
          </a:p>
        </p:txBody>
      </p:sp>
      <p:grpSp>
        <p:nvGrpSpPr>
          <p:cNvPr id="252" name="Google Shape;267;p25"/>
          <p:cNvGrpSpPr/>
          <p:nvPr/>
        </p:nvGrpSpPr>
        <p:grpSpPr>
          <a:xfrm>
            <a:off x="7479720" y="1384560"/>
            <a:ext cx="4344120" cy="4947840"/>
            <a:chOff x="7479720" y="1384560"/>
            <a:chExt cx="4344120" cy="4947840"/>
          </a:xfrm>
        </p:grpSpPr>
        <p:sp>
          <p:nvSpPr>
            <p:cNvPr id="253" name="Google Shape;268;p25"/>
            <p:cNvSpPr/>
            <p:nvPr/>
          </p:nvSpPr>
          <p:spPr>
            <a:xfrm>
              <a:off x="9877680" y="3269520"/>
              <a:ext cx="1859760" cy="1157760"/>
            </a:xfrm>
            <a:prstGeom prst="flowChartMagneticDisk">
              <a:avLst/>
            </a:prstGeom>
            <a:solidFill>
              <a:srgbClr val="76a5af"/>
            </a:solidFill>
            <a:ln w="19050">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Dev Secret</a:t>
              </a:r>
              <a:endParaRPr b="0" lang="en-US" sz="1800" strike="noStrike" u="none">
                <a:solidFill>
                  <a:srgbClr val="ffffff"/>
                </a:solidFill>
                <a:effectLst/>
                <a:uFillTx/>
                <a:latin typeface="Arial"/>
              </a:endParaRPr>
            </a:p>
          </p:txBody>
        </p:sp>
        <p:grpSp>
          <p:nvGrpSpPr>
            <p:cNvPr id="254" name="Google Shape;269;p25"/>
            <p:cNvGrpSpPr/>
            <p:nvPr/>
          </p:nvGrpSpPr>
          <p:grpSpPr>
            <a:xfrm>
              <a:off x="9790920" y="5119560"/>
              <a:ext cx="2032920" cy="1083600"/>
              <a:chOff x="9790920" y="5119560"/>
              <a:chExt cx="2032920" cy="1083600"/>
            </a:xfrm>
          </p:grpSpPr>
          <p:grpSp>
            <p:nvGrpSpPr>
              <p:cNvPr id="255" name="Google Shape;270;p25"/>
              <p:cNvGrpSpPr/>
              <p:nvPr/>
            </p:nvGrpSpPr>
            <p:grpSpPr>
              <a:xfrm>
                <a:off x="9790920" y="5119560"/>
                <a:ext cx="2032920" cy="1083600"/>
                <a:chOff x="9790920" y="5119560"/>
                <a:chExt cx="2032920" cy="1083600"/>
              </a:xfrm>
            </p:grpSpPr>
            <p:sp>
              <p:nvSpPr>
                <p:cNvPr id="256" name="Google Shape;271;p25"/>
                <p:cNvSpPr/>
                <p:nvPr/>
              </p:nvSpPr>
              <p:spPr>
                <a:xfrm>
                  <a:off x="9790920" y="5119560"/>
                  <a:ext cx="2032920" cy="108360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257" name="Google Shape;272;p25"/>
                <p:cNvSpPr/>
                <p:nvPr/>
              </p:nvSpPr>
              <p:spPr>
                <a:xfrm>
                  <a:off x="10065960" y="5263920"/>
                  <a:ext cx="1480320" cy="62028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58" name="Google Shape;273;p25"/>
                <p:cNvSpPr/>
                <p:nvPr/>
              </p:nvSpPr>
              <p:spPr>
                <a:xfrm>
                  <a:off x="10167480" y="5381280"/>
                  <a:ext cx="1280160" cy="42588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6aa84f"/>
                      </a:solidFill>
                      <a:effectLst/>
                      <a:uFillTx/>
                      <a:latin typeface="Arial"/>
                      <a:ea typeface="Arial"/>
                    </a:rPr>
                    <a:t>App</a:t>
                  </a:r>
                  <a:endParaRPr b="0" lang="en-US" sz="1800" strike="noStrike" u="none">
                    <a:solidFill>
                      <a:srgbClr val="000000"/>
                    </a:solidFill>
                    <a:effectLst/>
                    <a:uFillTx/>
                    <a:latin typeface="Arial"/>
                  </a:endParaRPr>
                </a:p>
              </p:txBody>
            </p:sp>
          </p:grpSp>
          <p:sp>
            <p:nvSpPr>
              <p:cNvPr id="259" name="Google Shape;274;p25"/>
              <p:cNvSpPr/>
              <p:nvPr/>
            </p:nvSpPr>
            <p:spPr>
              <a:xfrm>
                <a:off x="10363680" y="5884920"/>
                <a:ext cx="887760" cy="317880"/>
              </a:xfrm>
              <a:prstGeom prst="rect">
                <a:avLst/>
              </a:prstGeom>
              <a:noFill/>
              <a:ln w="0">
                <a:noFill/>
              </a:ln>
            </p:spPr>
            <p:style>
              <a:lnRef idx="0"/>
              <a:fillRef idx="0"/>
              <a:effectRef idx="0"/>
              <a:fontRef idx="minor"/>
            </p:style>
            <p:txBody>
              <a:bodyPr lIns="90000" rIns="90000" tIns="159120" bIns="159120" anchor="ctr">
                <a:noAutofit/>
              </a:bodyPr>
              <a:p>
                <a:pPr algn="ctr">
                  <a:lnSpc>
                    <a:spcPct val="100000"/>
                  </a:lnSpc>
                  <a:tabLst>
                    <a:tab algn="l" pos="0"/>
                  </a:tabLst>
                </a:pPr>
                <a:r>
                  <a:rPr b="1" lang="en-US" sz="1800" strike="noStrike" u="none">
                    <a:solidFill>
                      <a:srgbClr val="000000"/>
                    </a:solidFill>
                    <a:effectLst/>
                    <a:uFillTx/>
                    <a:latin typeface="Helvetica Neue"/>
                    <a:ea typeface="Helvetica Neue"/>
                  </a:rPr>
                  <a:t>Pod</a:t>
                </a:r>
                <a:endParaRPr b="0" lang="en-US" sz="1800" strike="noStrike" u="none">
                  <a:solidFill>
                    <a:srgbClr val="000000"/>
                  </a:solidFill>
                  <a:effectLst/>
                  <a:uFillTx/>
                  <a:latin typeface="Arial"/>
                </a:endParaRPr>
              </a:p>
            </p:txBody>
          </p:sp>
        </p:grpSp>
        <p:sp>
          <p:nvSpPr>
            <p:cNvPr id="260" name="Google Shape;275;p25"/>
            <p:cNvSpPr/>
            <p:nvPr/>
          </p:nvSpPr>
          <p:spPr>
            <a:xfrm rot="5400000">
              <a:off x="6204600" y="2659320"/>
              <a:ext cx="4947840" cy="2397960"/>
            </a:xfrm>
            <a:prstGeom prst="trapezoid">
              <a:avLst>
                <a:gd name="adj" fmla="val 85419"/>
              </a:avLst>
            </a:prstGeom>
            <a:solidFill>
              <a:srgbClr val="76a5af">
                <a:alpha val="48000"/>
              </a:srgbClr>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gr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Google Shape;281;p26"/>
          <p:cNvSpPr/>
          <p:nvPr/>
        </p:nvSpPr>
        <p:spPr>
          <a:xfrm>
            <a:off x="9542520" y="3422520"/>
            <a:ext cx="2326320" cy="12398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262" name="PlaceHolder 1"/>
          <p:cNvSpPr>
            <a:spLocks noGrp="1"/>
          </p:cNvSpPr>
          <p:nvPr>
            <p:ph type="title"/>
          </p:nvPr>
        </p:nvSpPr>
        <p:spPr>
          <a:xfrm>
            <a:off x="952560" y="324000"/>
            <a:ext cx="11231280" cy="90756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Consuming Secrets as volumes</a:t>
            </a:r>
            <a:endParaRPr b="0" lang="en-US" sz="3200" strike="noStrike" u="none">
              <a:solidFill>
                <a:srgbClr val="000000"/>
              </a:solidFill>
              <a:effectLst/>
              <a:uFillTx/>
              <a:latin typeface="Arial"/>
            </a:endParaRPr>
          </a:p>
        </p:txBody>
      </p:sp>
      <p:sp>
        <p:nvSpPr>
          <p:cNvPr id="263" name="PlaceHolder 2"/>
          <p:cNvSpPr>
            <a:spLocks noGrp="1"/>
          </p:cNvSpPr>
          <p:nvPr>
            <p:ph type="sldNum" idx="45"/>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728C21D7-F39D-40B5-A40A-E279F7A3EF61}"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264" name="Google Shape;284;p26"/>
          <p:cNvSpPr/>
          <p:nvPr/>
        </p:nvSpPr>
        <p:spPr>
          <a:xfrm>
            <a:off x="264600" y="1373400"/>
            <a:ext cx="6576120" cy="4970520"/>
          </a:xfrm>
          <a:prstGeom prst="rect">
            <a:avLst/>
          </a:prstGeom>
          <a:solidFill>
            <a:srgbClr val="ffffff"/>
          </a:solidFill>
          <a:ln w="19050">
            <a:solidFill>
              <a:srgbClr val="000000"/>
            </a:solidFill>
            <a:round/>
          </a:ln>
        </p:spPr>
        <p:style>
          <a:lnRef idx="0"/>
          <a:fillRef idx="0"/>
          <a:effectRef idx="0"/>
          <a:fontRef idx="minor"/>
        </p:style>
        <p:txBody>
          <a:bodyPr lIns="90000" rIns="90000" tIns="91440" bIns="91440" anchor="t">
            <a:noAutofit/>
          </a:bodyPr>
          <a:p>
            <a:pPr>
              <a:lnSpc>
                <a:spcPct val="100000"/>
              </a:lnSpc>
              <a:tabLst>
                <a:tab algn="l" pos="0"/>
              </a:tabLst>
            </a:pPr>
            <a:r>
              <a:rPr b="0" lang="en-US" sz="2400" strike="noStrike" u="none">
                <a:solidFill>
                  <a:srgbClr val="000000"/>
                </a:solidFill>
                <a:effectLst/>
                <a:uFillTx/>
                <a:latin typeface="Consolas"/>
                <a:ea typeface="Consolas"/>
              </a:rPr>
              <a:t>...</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spec:</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containers:</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 name:  myapp</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image: appv1</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volumeMounts:</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 name: myvolume</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mountPath: "/etc/secrets"</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readOnly: true</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volumes:</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 name: myvolume</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secret:</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secretName: example-secret</a:t>
            </a:r>
            <a:endParaRPr b="0" lang="en-US" sz="2400" strike="noStrike" u="none">
              <a:solidFill>
                <a:srgbClr val="000000"/>
              </a:solidFill>
              <a:effectLst/>
              <a:uFillTx/>
              <a:latin typeface="Arial"/>
            </a:endParaRPr>
          </a:p>
        </p:txBody>
      </p:sp>
      <p:sp>
        <p:nvSpPr>
          <p:cNvPr id="265" name="Google Shape;285;p26"/>
          <p:cNvSpPr/>
          <p:nvPr/>
        </p:nvSpPr>
        <p:spPr>
          <a:xfrm>
            <a:off x="525600" y="3269880"/>
            <a:ext cx="6103440" cy="3015360"/>
          </a:xfrm>
          <a:prstGeom prst="rect">
            <a:avLst/>
          </a:prstGeom>
          <a:noFill/>
          <a:ln w="28575">
            <a:solidFill>
              <a:srgbClr val="b6d7a8"/>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66" name="Google Shape;286;p26"/>
          <p:cNvSpPr/>
          <p:nvPr/>
        </p:nvSpPr>
        <p:spPr>
          <a:xfrm>
            <a:off x="7612920" y="4786200"/>
            <a:ext cx="4303800" cy="1406160"/>
          </a:xfrm>
          <a:prstGeom prst="rect">
            <a:avLst/>
          </a:prstGeom>
          <a:no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67" name="Google Shape;287;p26"/>
          <p:cNvSpPr/>
          <p:nvPr/>
        </p:nvSpPr>
        <p:spPr>
          <a:xfrm>
            <a:off x="9365760" y="5265000"/>
            <a:ext cx="2374920" cy="1078560"/>
          </a:xfrm>
          <a:prstGeom prst="rect">
            <a:avLst/>
          </a:prstGeom>
          <a:solidFill>
            <a:srgbClr val="000000"/>
          </a:solid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US" sz="1400" strike="noStrike" u="none">
                <a:solidFill>
                  <a:srgbClr val="00ff00"/>
                </a:solidFill>
                <a:effectLst/>
                <a:uFillTx/>
                <a:latin typeface="Consolas"/>
                <a:ea typeface="Consolas"/>
              </a:rPr>
              <a:t>$  ls /etc/secrets</a:t>
            </a:r>
            <a:endParaRPr b="0" lang="en-US" sz="1400" strike="noStrike" u="none">
              <a:solidFill>
                <a:srgbClr val="ffffff"/>
              </a:solidFill>
              <a:effectLst/>
              <a:uFillTx/>
              <a:latin typeface="Arial"/>
            </a:endParaRPr>
          </a:p>
          <a:p>
            <a:pPr>
              <a:lnSpc>
                <a:spcPct val="100000"/>
              </a:lnSpc>
              <a:tabLst>
                <a:tab algn="l" pos="0"/>
              </a:tabLst>
            </a:pPr>
            <a:r>
              <a:rPr b="0" lang="en-US" sz="1400" strike="noStrike" u="none">
                <a:solidFill>
                  <a:srgbClr val="00ff00"/>
                </a:solidFill>
                <a:effectLst/>
                <a:uFillTx/>
                <a:latin typeface="Consolas"/>
                <a:ea typeface="Consolas"/>
              </a:rPr>
              <a:t>db_username</a:t>
            </a:r>
            <a:endParaRPr b="0" lang="en-US" sz="1400" strike="noStrike" u="none">
              <a:solidFill>
                <a:srgbClr val="ffffff"/>
              </a:solidFill>
              <a:effectLst/>
              <a:uFillTx/>
              <a:latin typeface="Arial"/>
            </a:endParaRPr>
          </a:p>
          <a:p>
            <a:pPr>
              <a:lnSpc>
                <a:spcPct val="100000"/>
              </a:lnSpc>
              <a:tabLst>
                <a:tab algn="l" pos="0"/>
              </a:tabLst>
            </a:pPr>
            <a:r>
              <a:rPr b="0" lang="en-US" sz="1400" strike="noStrike" u="none">
                <a:solidFill>
                  <a:srgbClr val="00ff00"/>
                </a:solidFill>
                <a:effectLst/>
                <a:uFillTx/>
                <a:latin typeface="Consolas"/>
                <a:ea typeface="Consolas"/>
              </a:rPr>
              <a:t>db_password</a:t>
            </a:r>
            <a:endParaRPr b="0" lang="en-US" sz="1400" strike="noStrike" u="none">
              <a:solidFill>
                <a:srgbClr val="ffffff"/>
              </a:solidFill>
              <a:effectLst/>
              <a:uFillTx/>
              <a:latin typeface="Arial"/>
            </a:endParaRPr>
          </a:p>
          <a:p>
            <a:pPr>
              <a:lnSpc>
                <a:spcPct val="100000"/>
              </a:lnSpc>
              <a:tabLst>
                <a:tab algn="l" pos="0"/>
              </a:tabLst>
            </a:pPr>
            <a:endParaRPr b="0" lang="en-US" sz="1400" strike="noStrike" u="none">
              <a:solidFill>
                <a:srgbClr val="ffffff"/>
              </a:solidFill>
              <a:effectLst/>
              <a:uFillTx/>
              <a:latin typeface="Arial"/>
            </a:endParaRPr>
          </a:p>
        </p:txBody>
      </p:sp>
      <p:sp>
        <p:nvSpPr>
          <p:cNvPr id="268" name="Google Shape;288;p26"/>
          <p:cNvSpPr/>
          <p:nvPr/>
        </p:nvSpPr>
        <p:spPr>
          <a:xfrm>
            <a:off x="9365760" y="4914720"/>
            <a:ext cx="2374920" cy="38592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tabLst>
                <a:tab algn="l" pos="0"/>
              </a:tabLst>
            </a:pPr>
            <a:r>
              <a:rPr b="0" lang="en-US" sz="1400" strike="noStrike" u="none">
                <a:solidFill>
                  <a:srgbClr val="000000"/>
                </a:solidFill>
                <a:effectLst/>
                <a:uFillTx/>
                <a:latin typeface="Helvetica Neue Light"/>
                <a:ea typeface="Helvetica Neue Light"/>
              </a:rPr>
              <a:t>From within container:</a:t>
            </a:r>
            <a:endParaRPr b="0" lang="en-US" sz="1400" strike="noStrike" u="none">
              <a:solidFill>
                <a:srgbClr val="000000"/>
              </a:solidFill>
              <a:effectLst/>
              <a:uFillTx/>
              <a:latin typeface="Arial"/>
            </a:endParaRPr>
          </a:p>
        </p:txBody>
      </p:sp>
      <p:sp>
        <p:nvSpPr>
          <p:cNvPr id="269" name="Google Shape;289;p26"/>
          <p:cNvSpPr/>
          <p:nvPr/>
        </p:nvSpPr>
        <p:spPr>
          <a:xfrm rot="5400000">
            <a:off x="5698800" y="2504880"/>
            <a:ext cx="4971960" cy="2708640"/>
          </a:xfrm>
          <a:prstGeom prst="trapezoid">
            <a:avLst>
              <a:gd name="adj" fmla="val 70747"/>
            </a:avLst>
          </a:prstGeom>
          <a:solidFill>
            <a:srgbClr val="93c47d">
              <a:alpha val="36000"/>
            </a:srgbClr>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nvGrpSpPr>
          <p:cNvPr id="270" name="Google Shape;290;p26"/>
          <p:cNvGrpSpPr/>
          <p:nvPr/>
        </p:nvGrpSpPr>
        <p:grpSpPr>
          <a:xfrm>
            <a:off x="9390240" y="3269880"/>
            <a:ext cx="2326320" cy="1239840"/>
            <a:chOff x="9390240" y="3269880"/>
            <a:chExt cx="2326320" cy="1239840"/>
          </a:xfrm>
        </p:grpSpPr>
        <p:grpSp>
          <p:nvGrpSpPr>
            <p:cNvPr id="271" name="Google Shape;291;p26"/>
            <p:cNvGrpSpPr/>
            <p:nvPr/>
          </p:nvGrpSpPr>
          <p:grpSpPr>
            <a:xfrm>
              <a:off x="9390240" y="3269880"/>
              <a:ext cx="2326320" cy="1239840"/>
              <a:chOff x="9390240" y="3269880"/>
              <a:chExt cx="2326320" cy="1239840"/>
            </a:xfrm>
          </p:grpSpPr>
          <p:sp>
            <p:nvSpPr>
              <p:cNvPr id="272" name="Google Shape;292;p26"/>
              <p:cNvSpPr/>
              <p:nvPr/>
            </p:nvSpPr>
            <p:spPr>
              <a:xfrm>
                <a:off x="9390240" y="3269880"/>
                <a:ext cx="2326320" cy="12398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273" name="Google Shape;293;p26"/>
              <p:cNvSpPr/>
              <p:nvPr/>
            </p:nvSpPr>
            <p:spPr>
              <a:xfrm>
                <a:off x="9704520" y="3435120"/>
                <a:ext cx="1694160" cy="70956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74" name="Google Shape;294;p26"/>
              <p:cNvSpPr/>
              <p:nvPr/>
            </p:nvSpPr>
            <p:spPr>
              <a:xfrm>
                <a:off x="9820800" y="3569760"/>
                <a:ext cx="1465200" cy="4874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6aa84f"/>
                    </a:solidFill>
                    <a:effectLst/>
                    <a:uFillTx/>
                    <a:latin typeface="Arial"/>
                    <a:ea typeface="Arial"/>
                  </a:rPr>
                  <a:t>App</a:t>
                </a:r>
                <a:endParaRPr b="0" lang="en-US" sz="1800" strike="noStrike" u="none">
                  <a:solidFill>
                    <a:srgbClr val="000000"/>
                  </a:solidFill>
                  <a:effectLst/>
                  <a:uFillTx/>
                  <a:latin typeface="Arial"/>
                </a:endParaRPr>
              </a:p>
            </p:txBody>
          </p:sp>
        </p:grpSp>
        <p:sp>
          <p:nvSpPr>
            <p:cNvPr id="275" name="Google Shape;295;p26"/>
            <p:cNvSpPr/>
            <p:nvPr/>
          </p:nvSpPr>
          <p:spPr>
            <a:xfrm>
              <a:off x="10045440" y="4145760"/>
              <a:ext cx="1015920" cy="363960"/>
            </a:xfrm>
            <a:prstGeom prst="rect">
              <a:avLst/>
            </a:prstGeom>
            <a:noFill/>
            <a:ln w="0">
              <a:noFill/>
            </a:ln>
          </p:spPr>
          <p:style>
            <a:lnRef idx="0"/>
            <a:fillRef idx="0"/>
            <a:effectRef idx="0"/>
            <a:fontRef idx="minor"/>
          </p:style>
          <p:txBody>
            <a:bodyPr lIns="90000" rIns="90000" tIns="182160" bIns="182160" anchor="ctr">
              <a:noAutofit/>
            </a:bodyPr>
            <a:p>
              <a:pPr algn="ctr">
                <a:lnSpc>
                  <a:spcPct val="100000"/>
                </a:lnSpc>
                <a:tabLst>
                  <a:tab algn="l" pos="0"/>
                </a:tabLst>
              </a:pPr>
              <a:r>
                <a:rPr b="1" lang="en-US" sz="1800" strike="noStrike" u="none">
                  <a:solidFill>
                    <a:srgbClr val="000000"/>
                  </a:solidFill>
                  <a:effectLst/>
                  <a:uFillTx/>
                  <a:latin typeface="Helvetica Neue"/>
                  <a:ea typeface="Helvetica Neue"/>
                </a:rPr>
                <a:t>Pod</a:t>
              </a:r>
              <a:endParaRPr b="0" lang="en-US" sz="1800" strike="noStrike" u="none">
                <a:solidFill>
                  <a:srgbClr val="000000"/>
                </a:solidFill>
                <a:effectLst/>
                <a:uFillTx/>
                <a:latin typeface="Arial"/>
              </a:endParaRPr>
            </a:p>
          </p:txBody>
        </p:sp>
      </p:gr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PlaceHolder 1"/>
          <p:cNvSpPr>
            <a:spLocks noGrp="1"/>
          </p:cNvSpPr>
          <p:nvPr>
            <p:ph type="title"/>
          </p:nvPr>
        </p:nvSpPr>
        <p:spPr>
          <a:xfrm>
            <a:off x="952560" y="324000"/>
            <a:ext cx="11231280" cy="90756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Consuming Secrets as volumes</a:t>
            </a:r>
            <a:endParaRPr b="0" lang="en-US" sz="3200" strike="noStrike" u="none">
              <a:solidFill>
                <a:srgbClr val="000000"/>
              </a:solidFill>
              <a:effectLst/>
              <a:uFillTx/>
              <a:latin typeface="Arial"/>
            </a:endParaRPr>
          </a:p>
        </p:txBody>
      </p:sp>
      <p:sp>
        <p:nvSpPr>
          <p:cNvPr id="277" name="PlaceHolder 2"/>
          <p:cNvSpPr>
            <a:spLocks noGrp="1"/>
          </p:cNvSpPr>
          <p:nvPr>
            <p:ph type="sldNum" idx="46"/>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C62DA609-5C1D-4CFE-AFA4-8AA837FA52FA}"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278" name="Google Shape;303;p27"/>
          <p:cNvSpPr/>
          <p:nvPr/>
        </p:nvSpPr>
        <p:spPr>
          <a:xfrm>
            <a:off x="264600" y="1373400"/>
            <a:ext cx="6576120" cy="4970520"/>
          </a:xfrm>
          <a:prstGeom prst="rect">
            <a:avLst/>
          </a:prstGeom>
          <a:solidFill>
            <a:srgbClr val="ffffff"/>
          </a:solidFill>
          <a:ln w="19050">
            <a:solidFill>
              <a:srgbClr val="000000"/>
            </a:solidFill>
            <a:round/>
          </a:ln>
        </p:spPr>
        <p:style>
          <a:lnRef idx="0"/>
          <a:fillRef idx="0"/>
          <a:effectRef idx="0"/>
          <a:fontRef idx="minor"/>
        </p:style>
        <p:txBody>
          <a:bodyPr lIns="90000" rIns="90000" tIns="91440" bIns="91440" anchor="t">
            <a:noAutofit/>
          </a:bodyPr>
          <a:p>
            <a:pPr>
              <a:lnSpc>
                <a:spcPct val="100000"/>
              </a:lnSpc>
              <a:tabLst>
                <a:tab algn="l" pos="0"/>
              </a:tabLst>
            </a:pPr>
            <a:r>
              <a:rPr b="0" lang="en-US" sz="2400" strike="noStrike" u="none">
                <a:solidFill>
                  <a:srgbClr val="000000"/>
                </a:solidFill>
                <a:effectLst/>
                <a:uFillTx/>
                <a:latin typeface="Consolas"/>
                <a:ea typeface="Consolas"/>
              </a:rPr>
              <a:t>apiVersion: v1</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kind: Pod</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metadata:</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name: myapp</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spec:</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containers:</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 name:  myapp</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image: appv1</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envFrom:</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 secretKeyRef:</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name: example-secret</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a:t>
            </a:r>
            <a:endParaRPr b="0" lang="en-US" sz="2400" strike="noStrike" u="none">
              <a:solidFill>
                <a:srgbClr val="000000"/>
              </a:solidFill>
              <a:effectLst/>
              <a:uFillTx/>
              <a:latin typeface="Arial"/>
            </a:endParaRPr>
          </a:p>
          <a:p>
            <a:pPr>
              <a:lnSpc>
                <a:spcPct val="100000"/>
              </a:lnSpc>
              <a:tabLst>
                <a:tab algn="l" pos="0"/>
              </a:tabLst>
            </a:pPr>
            <a:endParaRPr b="0" lang="en-US" sz="2400" strike="noStrike" u="none">
              <a:solidFill>
                <a:srgbClr val="000000"/>
              </a:solidFill>
              <a:effectLst/>
              <a:uFillTx/>
              <a:latin typeface="Arial"/>
            </a:endParaRPr>
          </a:p>
        </p:txBody>
      </p:sp>
      <p:sp>
        <p:nvSpPr>
          <p:cNvPr id="279" name="Google Shape;304;p27"/>
          <p:cNvSpPr/>
          <p:nvPr/>
        </p:nvSpPr>
        <p:spPr>
          <a:xfrm>
            <a:off x="762120" y="4402800"/>
            <a:ext cx="4952520" cy="1193760"/>
          </a:xfrm>
          <a:prstGeom prst="rect">
            <a:avLst/>
          </a:prstGeom>
          <a:noFill/>
          <a:ln w="28575">
            <a:solidFill>
              <a:srgbClr val="b6d7a8"/>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0" name="Google Shape;305;p27"/>
          <p:cNvSpPr/>
          <p:nvPr/>
        </p:nvSpPr>
        <p:spPr>
          <a:xfrm>
            <a:off x="7612920" y="4786200"/>
            <a:ext cx="4303800" cy="1406160"/>
          </a:xfrm>
          <a:prstGeom prst="rect">
            <a:avLst/>
          </a:prstGeom>
          <a:no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1" name="Google Shape;306;p27"/>
          <p:cNvSpPr/>
          <p:nvPr/>
        </p:nvSpPr>
        <p:spPr>
          <a:xfrm>
            <a:off x="9365760" y="5265000"/>
            <a:ext cx="2374920" cy="1078560"/>
          </a:xfrm>
          <a:prstGeom prst="rect">
            <a:avLst/>
          </a:prstGeom>
          <a:solidFill>
            <a:srgbClr val="000000"/>
          </a:solid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US" sz="1400" strike="noStrike" u="none">
                <a:solidFill>
                  <a:srgbClr val="00ff00"/>
                </a:solidFill>
                <a:effectLst/>
                <a:uFillTx/>
                <a:latin typeface="Consolas"/>
                <a:ea typeface="Consolas"/>
              </a:rPr>
              <a:t>$  echo $db_username</a:t>
            </a:r>
            <a:endParaRPr b="0" lang="en-US" sz="1400" strike="noStrike" u="none">
              <a:solidFill>
                <a:srgbClr val="ffffff"/>
              </a:solidFill>
              <a:effectLst/>
              <a:uFillTx/>
              <a:latin typeface="Arial"/>
            </a:endParaRPr>
          </a:p>
          <a:p>
            <a:pPr>
              <a:lnSpc>
                <a:spcPct val="100000"/>
              </a:lnSpc>
              <a:tabLst>
                <a:tab algn="l" pos="0"/>
              </a:tabLst>
            </a:pPr>
            <a:r>
              <a:rPr b="0" lang="en-US" sz="1400" strike="noStrike" u="none">
                <a:solidFill>
                  <a:srgbClr val="00ff00"/>
                </a:solidFill>
                <a:effectLst/>
                <a:uFillTx/>
                <a:latin typeface="Consolas"/>
                <a:ea typeface="Consolas"/>
              </a:rPr>
              <a:t>admin</a:t>
            </a:r>
            <a:endParaRPr b="0" lang="en-US" sz="1400" strike="noStrike" u="none">
              <a:solidFill>
                <a:srgbClr val="ffffff"/>
              </a:solidFill>
              <a:effectLst/>
              <a:uFillTx/>
              <a:latin typeface="Arial"/>
            </a:endParaRPr>
          </a:p>
          <a:p>
            <a:pPr>
              <a:lnSpc>
                <a:spcPct val="100000"/>
              </a:lnSpc>
              <a:tabLst>
                <a:tab algn="l" pos="0"/>
              </a:tabLst>
            </a:pPr>
            <a:endParaRPr b="0" lang="en-US" sz="1400" strike="noStrike" u="none">
              <a:solidFill>
                <a:srgbClr val="ffffff"/>
              </a:solidFill>
              <a:effectLst/>
              <a:uFillTx/>
              <a:latin typeface="Arial"/>
            </a:endParaRPr>
          </a:p>
        </p:txBody>
      </p:sp>
      <p:sp>
        <p:nvSpPr>
          <p:cNvPr id="282" name="Google Shape;307;p27"/>
          <p:cNvSpPr/>
          <p:nvPr/>
        </p:nvSpPr>
        <p:spPr>
          <a:xfrm>
            <a:off x="9365760" y="4914720"/>
            <a:ext cx="2374920" cy="38592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tabLst>
                <a:tab algn="l" pos="0"/>
              </a:tabLst>
            </a:pPr>
            <a:r>
              <a:rPr b="0" lang="en-US" sz="1400" strike="noStrike" u="none">
                <a:solidFill>
                  <a:srgbClr val="000000"/>
                </a:solidFill>
                <a:effectLst/>
                <a:uFillTx/>
                <a:latin typeface="Helvetica Neue Light"/>
                <a:ea typeface="Helvetica Neue Light"/>
              </a:rPr>
              <a:t>From within container:</a:t>
            </a:r>
            <a:endParaRPr b="0" lang="en-US" sz="1400" strike="noStrike" u="none">
              <a:solidFill>
                <a:srgbClr val="000000"/>
              </a:solidFill>
              <a:effectLst/>
              <a:uFillTx/>
              <a:latin typeface="Arial"/>
            </a:endParaRPr>
          </a:p>
        </p:txBody>
      </p:sp>
      <p:sp>
        <p:nvSpPr>
          <p:cNvPr id="283" name="Google Shape;308;p27"/>
          <p:cNvSpPr/>
          <p:nvPr/>
        </p:nvSpPr>
        <p:spPr>
          <a:xfrm rot="5400000">
            <a:off x="5698800" y="2504880"/>
            <a:ext cx="4971960" cy="2708640"/>
          </a:xfrm>
          <a:prstGeom prst="trapezoid">
            <a:avLst>
              <a:gd name="adj" fmla="val 70747"/>
            </a:avLst>
          </a:prstGeom>
          <a:solidFill>
            <a:srgbClr val="93c47d">
              <a:alpha val="36000"/>
            </a:srgbClr>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nvGrpSpPr>
          <p:cNvPr id="284" name="Google Shape;309;p27"/>
          <p:cNvGrpSpPr/>
          <p:nvPr/>
        </p:nvGrpSpPr>
        <p:grpSpPr>
          <a:xfrm>
            <a:off x="9390240" y="3269880"/>
            <a:ext cx="2326320" cy="1239840"/>
            <a:chOff x="9390240" y="3269880"/>
            <a:chExt cx="2326320" cy="1239840"/>
          </a:xfrm>
        </p:grpSpPr>
        <p:grpSp>
          <p:nvGrpSpPr>
            <p:cNvPr id="285" name="Google Shape;310;p27"/>
            <p:cNvGrpSpPr/>
            <p:nvPr/>
          </p:nvGrpSpPr>
          <p:grpSpPr>
            <a:xfrm>
              <a:off x="9390240" y="3269880"/>
              <a:ext cx="2326320" cy="1239840"/>
              <a:chOff x="9390240" y="3269880"/>
              <a:chExt cx="2326320" cy="1239840"/>
            </a:xfrm>
          </p:grpSpPr>
          <p:sp>
            <p:nvSpPr>
              <p:cNvPr id="286" name="Google Shape;311;p27"/>
              <p:cNvSpPr/>
              <p:nvPr/>
            </p:nvSpPr>
            <p:spPr>
              <a:xfrm>
                <a:off x="9390240" y="3269880"/>
                <a:ext cx="2326320" cy="123984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287" name="Google Shape;312;p27"/>
              <p:cNvSpPr/>
              <p:nvPr/>
            </p:nvSpPr>
            <p:spPr>
              <a:xfrm>
                <a:off x="9704520" y="3435120"/>
                <a:ext cx="1694160" cy="70956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88" name="Google Shape;313;p27"/>
              <p:cNvSpPr/>
              <p:nvPr/>
            </p:nvSpPr>
            <p:spPr>
              <a:xfrm>
                <a:off x="9820800" y="3569760"/>
                <a:ext cx="1465200" cy="4874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6aa84f"/>
                    </a:solidFill>
                    <a:effectLst/>
                    <a:uFillTx/>
                    <a:latin typeface="Arial"/>
                    <a:ea typeface="Arial"/>
                  </a:rPr>
                  <a:t>App</a:t>
                </a:r>
                <a:endParaRPr b="0" lang="en-US" sz="1800" strike="noStrike" u="none">
                  <a:solidFill>
                    <a:srgbClr val="000000"/>
                  </a:solidFill>
                  <a:effectLst/>
                  <a:uFillTx/>
                  <a:latin typeface="Arial"/>
                </a:endParaRPr>
              </a:p>
            </p:txBody>
          </p:sp>
        </p:grpSp>
        <p:sp>
          <p:nvSpPr>
            <p:cNvPr id="289" name="Google Shape;314;p27"/>
            <p:cNvSpPr/>
            <p:nvPr/>
          </p:nvSpPr>
          <p:spPr>
            <a:xfrm>
              <a:off x="10045440" y="4145760"/>
              <a:ext cx="1015920" cy="363960"/>
            </a:xfrm>
            <a:prstGeom prst="rect">
              <a:avLst/>
            </a:prstGeom>
            <a:noFill/>
            <a:ln w="0">
              <a:noFill/>
            </a:ln>
          </p:spPr>
          <p:style>
            <a:lnRef idx="0"/>
            <a:fillRef idx="0"/>
            <a:effectRef idx="0"/>
            <a:fontRef idx="minor"/>
          </p:style>
          <p:txBody>
            <a:bodyPr lIns="90000" rIns="90000" tIns="182160" bIns="182160" anchor="ctr">
              <a:noAutofit/>
            </a:bodyPr>
            <a:p>
              <a:pPr algn="ctr">
                <a:lnSpc>
                  <a:spcPct val="100000"/>
                </a:lnSpc>
                <a:tabLst>
                  <a:tab algn="l" pos="0"/>
                </a:tabLst>
              </a:pPr>
              <a:r>
                <a:rPr b="1" lang="en-US" sz="1800" strike="noStrike" u="none">
                  <a:solidFill>
                    <a:srgbClr val="000000"/>
                  </a:solidFill>
                  <a:effectLst/>
                  <a:uFillTx/>
                  <a:latin typeface="Helvetica Neue"/>
                  <a:ea typeface="Helvetica Neue"/>
                </a:rPr>
                <a:t>Pod</a:t>
              </a:r>
              <a:endParaRPr b="0" lang="en-US" sz="1800" strike="noStrike" u="none">
                <a:solidFill>
                  <a:srgbClr val="000000"/>
                </a:solidFill>
                <a:effectLst/>
                <a:uFillTx/>
                <a:latin typeface="Arial"/>
              </a:endParaRPr>
            </a:p>
          </p:txBody>
        </p:sp>
      </p:gr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PlaceHolder 1"/>
          <p:cNvSpPr>
            <a:spLocks noGrp="1"/>
          </p:cNvSpPr>
          <p:nvPr>
            <p:ph type="title"/>
          </p:nvPr>
        </p:nvSpPr>
        <p:spPr>
          <a:xfrm>
            <a:off x="952920" y="324000"/>
            <a:ext cx="11231280" cy="90648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Module Outline</a:t>
            </a:r>
            <a:endParaRPr b="0" lang="en-US" sz="3200" strike="noStrike" u="none">
              <a:solidFill>
                <a:srgbClr val="000000"/>
              </a:solidFill>
              <a:effectLst/>
              <a:uFillTx/>
              <a:latin typeface="Arial"/>
            </a:endParaRPr>
          </a:p>
        </p:txBody>
      </p:sp>
      <p:sp>
        <p:nvSpPr>
          <p:cNvPr id="291" name="PlaceHolder 2"/>
          <p:cNvSpPr>
            <a:spLocks noGrp="1"/>
          </p:cNvSpPr>
          <p:nvPr>
            <p:ph/>
          </p:nvPr>
        </p:nvSpPr>
        <p:spPr>
          <a:xfrm>
            <a:off x="828000" y="1528200"/>
            <a:ext cx="10511280" cy="4679280"/>
          </a:xfrm>
          <a:prstGeom prst="rect">
            <a:avLst/>
          </a:prstGeom>
          <a:noFill/>
          <a:ln w="0">
            <a:noFill/>
          </a:ln>
        </p:spPr>
        <p:txBody>
          <a:bodyPr lIns="90000" rIns="90000" tIns="46800" bIns="45000" anchor="t">
            <a:noAutofit/>
          </a:bodyPr>
          <a:p>
            <a:pPr marL="457200" indent="-419040">
              <a:lnSpc>
                <a:spcPct val="90000"/>
              </a:lnSpc>
              <a:spcBef>
                <a:spcPts val="1001"/>
              </a:spcBef>
              <a:buClr>
                <a:srgbClr val="888888"/>
              </a:buClr>
              <a:buFont typeface="Helvetica Neue Light"/>
              <a:buChar char="●"/>
            </a:pPr>
            <a:r>
              <a:rPr b="0" lang="en-US" sz="3000" strike="noStrike" u="none">
                <a:solidFill>
                  <a:srgbClr val="888888"/>
                </a:solidFill>
                <a:effectLst/>
                <a:uFillTx/>
                <a:latin typeface="Helvetica Neue Light"/>
                <a:ea typeface="Helvetica Neue Light"/>
              </a:rPr>
              <a:t>Statefulness</a:t>
            </a:r>
            <a:endParaRPr b="0" lang="en-US" sz="3000" strike="noStrike" u="none">
              <a:solidFill>
                <a:srgbClr val="000000"/>
              </a:solidFill>
              <a:effectLst/>
              <a:uFillTx/>
              <a:latin typeface="Arial"/>
            </a:endParaRPr>
          </a:p>
          <a:p>
            <a:pPr marL="457200" indent="0">
              <a:lnSpc>
                <a:spcPct val="9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9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ConfigMaps &amp; Secrets</a:t>
            </a:r>
            <a:endParaRPr b="0" lang="en-US" sz="3000" strike="noStrike" u="none">
              <a:solidFill>
                <a:srgbClr val="000000"/>
              </a:solidFill>
              <a:effectLst/>
              <a:uFillTx/>
              <a:latin typeface="Arial"/>
            </a:endParaRPr>
          </a:p>
          <a:p>
            <a:pPr marL="457200" indent="0">
              <a:lnSpc>
                <a:spcPct val="9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90000"/>
              </a:lnSpc>
              <a:spcBef>
                <a:spcPts val="1001"/>
              </a:spcBef>
              <a:buClr>
                <a:srgbClr val="888888"/>
              </a:buClr>
              <a:buFont typeface="Helvetica Neue"/>
              <a:buChar char="●"/>
              <a:tabLst>
                <a:tab algn="l" pos="0"/>
              </a:tabLst>
            </a:pPr>
            <a:r>
              <a:rPr b="1" lang="en-US" sz="3000" strike="noStrike" u="none">
                <a:solidFill>
                  <a:srgbClr val="888888"/>
                </a:solidFill>
                <a:effectLst/>
                <a:uFillTx/>
                <a:latin typeface="Helvetica Neue"/>
                <a:ea typeface="Helvetica Neue"/>
              </a:rPr>
              <a:t>Persistent Volumes</a:t>
            </a:r>
            <a:endParaRPr b="0" lang="en-US" sz="3000" strike="noStrike" u="none">
              <a:solidFill>
                <a:srgbClr val="000000"/>
              </a:solidFill>
              <a:effectLst/>
              <a:uFillTx/>
              <a:latin typeface="Arial"/>
            </a:endParaRPr>
          </a:p>
          <a:p>
            <a:pPr marL="457200" indent="0">
              <a:lnSpc>
                <a:spcPct val="9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9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Demo</a:t>
            </a:r>
            <a:endParaRPr b="0" lang="en-US" sz="3000" strike="noStrike" u="none">
              <a:solidFill>
                <a:srgbClr val="000000"/>
              </a:solidFill>
              <a:effectLst/>
              <a:uFillTx/>
              <a:latin typeface="Arial"/>
            </a:endParaRPr>
          </a:p>
        </p:txBody>
      </p:sp>
      <p:sp>
        <p:nvSpPr>
          <p:cNvPr id="292" name="PlaceHolder 3"/>
          <p:cNvSpPr>
            <a:spLocks noGrp="1"/>
          </p:cNvSpPr>
          <p:nvPr>
            <p:ph type="sldNum" idx="47"/>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CCAD586E-D037-49A2-ABB7-8EB088A49130}"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5" name="PlaceHolder 4"/>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PlaceHolder 1"/>
          <p:cNvSpPr>
            <a:spLocks noGrp="1"/>
          </p:cNvSpPr>
          <p:nvPr>
            <p:ph type="title"/>
          </p:nvPr>
        </p:nvSpPr>
        <p:spPr>
          <a:xfrm>
            <a:off x="952920" y="324000"/>
            <a:ext cx="11231280" cy="90648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Types of Volumes</a:t>
            </a:r>
            <a:endParaRPr b="0" lang="en-US" sz="3200" strike="noStrike" u="none">
              <a:solidFill>
                <a:srgbClr val="000000"/>
              </a:solidFill>
              <a:effectLst/>
              <a:uFillTx/>
              <a:latin typeface="Arial"/>
            </a:endParaRPr>
          </a:p>
        </p:txBody>
      </p:sp>
      <p:sp>
        <p:nvSpPr>
          <p:cNvPr id="294" name="PlaceHolder 2"/>
          <p:cNvSpPr>
            <a:spLocks noGrp="1"/>
          </p:cNvSpPr>
          <p:nvPr>
            <p:ph/>
          </p:nvPr>
        </p:nvSpPr>
        <p:spPr>
          <a:xfrm>
            <a:off x="828000" y="1528200"/>
            <a:ext cx="10511280" cy="4679280"/>
          </a:xfrm>
          <a:prstGeom prst="rect">
            <a:avLst/>
          </a:prstGeom>
          <a:noFill/>
          <a:ln w="0">
            <a:noFill/>
          </a:ln>
        </p:spPr>
        <p:txBody>
          <a:bodyPr lIns="90000" rIns="90000" tIns="46800" bIns="45000" anchor="t">
            <a:noAutofit/>
          </a:bodyPr>
          <a:p>
            <a:pPr marL="457200" indent="-380880">
              <a:lnSpc>
                <a:spcPct val="90000"/>
              </a:lnSpc>
              <a:spcBef>
                <a:spcPts val="1001"/>
              </a:spcBef>
              <a:buClr>
                <a:srgbClr val="000000"/>
              </a:buClr>
              <a:buFont typeface="Helvetica Neue Light"/>
              <a:buChar char="●"/>
            </a:pPr>
            <a:r>
              <a:rPr b="0" lang="en-US" sz="2400" strike="noStrike" u="none">
                <a:solidFill>
                  <a:srgbClr val="000000"/>
                </a:solidFill>
                <a:effectLst/>
                <a:uFillTx/>
                <a:latin typeface="Helvetica Neue Light"/>
                <a:ea typeface="Helvetica Neue Light"/>
              </a:rPr>
              <a:t>EmptyDir - Scratch space for the pod (backed by Node storage or tmpfs)</a:t>
            </a:r>
            <a:endParaRPr b="0" lang="en-US" sz="2400" strike="noStrike" u="none">
              <a:solidFill>
                <a:srgbClr val="000000"/>
              </a:solidFill>
              <a:effectLst/>
              <a:uFillTx/>
              <a:latin typeface="Arial"/>
            </a:endParaRPr>
          </a:p>
          <a:p>
            <a:pPr marL="457200" indent="0">
              <a:lnSpc>
                <a:spcPct val="90000"/>
              </a:lnSpc>
              <a:spcBef>
                <a:spcPts val="1001"/>
              </a:spcBef>
              <a:buNone/>
              <a:tabLst>
                <a:tab algn="l" pos="0"/>
              </a:tabLst>
            </a:pPr>
            <a:endParaRPr b="0" lang="en-US" sz="2400" strike="noStrike" u="none">
              <a:solidFill>
                <a:srgbClr val="000000"/>
              </a:solidFill>
              <a:effectLst/>
              <a:uFillTx/>
              <a:latin typeface="Arial"/>
            </a:endParaRPr>
          </a:p>
          <a:p>
            <a:pPr marL="457200" indent="-380880">
              <a:lnSpc>
                <a:spcPct val="90000"/>
              </a:lnSpc>
              <a:spcBef>
                <a:spcPts val="1001"/>
              </a:spcBef>
              <a:buClr>
                <a:srgbClr val="000000"/>
              </a:buClr>
              <a:buFont typeface="Helvetica Neue Light"/>
              <a:buChar char="●"/>
              <a:tabLst>
                <a:tab algn="l" pos="0"/>
              </a:tabLst>
            </a:pPr>
            <a:r>
              <a:rPr b="0" lang="en-US" sz="2400" strike="noStrike" u="none">
                <a:solidFill>
                  <a:srgbClr val="000000"/>
                </a:solidFill>
                <a:effectLst/>
                <a:uFillTx/>
                <a:latin typeface="Helvetica Neue Light"/>
                <a:ea typeface="Helvetica Neue Light"/>
              </a:rPr>
              <a:t>HostPath - Access directories on the hosts filesystem</a:t>
            </a:r>
            <a:endParaRPr b="0" lang="en-US" sz="2400" strike="noStrike" u="none">
              <a:solidFill>
                <a:srgbClr val="000000"/>
              </a:solidFill>
              <a:effectLst/>
              <a:uFillTx/>
              <a:latin typeface="Arial"/>
            </a:endParaRPr>
          </a:p>
          <a:p>
            <a:pPr marL="457200" indent="0">
              <a:lnSpc>
                <a:spcPct val="90000"/>
              </a:lnSpc>
              <a:spcBef>
                <a:spcPts val="1001"/>
              </a:spcBef>
              <a:buNone/>
              <a:tabLst>
                <a:tab algn="l" pos="0"/>
              </a:tabLst>
            </a:pPr>
            <a:endParaRPr b="0" lang="en-US" sz="2400" strike="noStrike" u="none">
              <a:solidFill>
                <a:srgbClr val="000000"/>
              </a:solidFill>
              <a:effectLst/>
              <a:uFillTx/>
              <a:latin typeface="Arial"/>
            </a:endParaRPr>
          </a:p>
          <a:p>
            <a:pPr marL="457200" indent="-380880">
              <a:lnSpc>
                <a:spcPct val="90000"/>
              </a:lnSpc>
              <a:spcBef>
                <a:spcPts val="1001"/>
              </a:spcBef>
              <a:buClr>
                <a:srgbClr val="000000"/>
              </a:buClr>
              <a:buFont typeface="Helvetica Neue Light"/>
              <a:buChar char="●"/>
              <a:tabLst>
                <a:tab algn="l" pos="0"/>
              </a:tabLst>
            </a:pPr>
            <a:r>
              <a:rPr b="0" lang="en-US" sz="2400" strike="noStrike" u="none">
                <a:solidFill>
                  <a:srgbClr val="000000"/>
                </a:solidFill>
                <a:effectLst/>
                <a:uFillTx/>
                <a:latin typeface="Helvetica Neue Light"/>
                <a:ea typeface="Helvetica Neue Light"/>
              </a:rPr>
              <a:t>PersistentVolume</a:t>
            </a:r>
            <a:endParaRPr b="0" lang="en-US" sz="2400" strike="noStrike" u="none">
              <a:solidFill>
                <a:srgbClr val="000000"/>
              </a:solidFill>
              <a:effectLst/>
              <a:uFillTx/>
              <a:latin typeface="Arial"/>
            </a:endParaRPr>
          </a:p>
        </p:txBody>
      </p:sp>
      <p:sp>
        <p:nvSpPr>
          <p:cNvPr id="295" name="PlaceHolder 3"/>
          <p:cNvSpPr>
            <a:spLocks noGrp="1"/>
          </p:cNvSpPr>
          <p:nvPr>
            <p:ph type="sldNum" idx="48"/>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14F86E65-FC56-4856-8D94-9234AFFB30C1}"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5" name="PlaceHolder 4"/>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96" name="Google Shape;336;p30"/>
          <p:cNvGrpSpPr/>
          <p:nvPr/>
        </p:nvGrpSpPr>
        <p:grpSpPr>
          <a:xfrm>
            <a:off x="8059680" y="4216680"/>
            <a:ext cx="2349000" cy="1370880"/>
            <a:chOff x="8059680" y="4216680"/>
            <a:chExt cx="2349000" cy="1370880"/>
          </a:xfrm>
        </p:grpSpPr>
        <p:grpSp>
          <p:nvGrpSpPr>
            <p:cNvPr id="297" name="Google Shape;337;p30"/>
            <p:cNvGrpSpPr/>
            <p:nvPr/>
          </p:nvGrpSpPr>
          <p:grpSpPr>
            <a:xfrm>
              <a:off x="8059680" y="4216680"/>
              <a:ext cx="2349000" cy="1370880"/>
              <a:chOff x="8059680" y="4216680"/>
              <a:chExt cx="2349000" cy="1370880"/>
            </a:xfrm>
          </p:grpSpPr>
          <p:sp>
            <p:nvSpPr>
              <p:cNvPr id="298" name="Google Shape;338;p30"/>
              <p:cNvSpPr/>
              <p:nvPr/>
            </p:nvSpPr>
            <p:spPr>
              <a:xfrm>
                <a:off x="8136000" y="4297320"/>
                <a:ext cx="2272680" cy="12902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endParaRPr b="0" lang="en-US" sz="1400" strike="noStrike" u="none">
                  <a:solidFill>
                    <a:srgbClr val="000000"/>
                  </a:solidFill>
                  <a:effectLst/>
                  <a:uFillTx/>
                  <a:latin typeface="Arial"/>
                </a:endParaRPr>
              </a:p>
            </p:txBody>
          </p:sp>
          <p:grpSp>
            <p:nvGrpSpPr>
              <p:cNvPr id="299" name="Google Shape;339;p30"/>
              <p:cNvGrpSpPr/>
              <p:nvPr/>
            </p:nvGrpSpPr>
            <p:grpSpPr>
              <a:xfrm>
                <a:off x="8059680" y="4216680"/>
                <a:ext cx="2272680" cy="1290240"/>
                <a:chOff x="8059680" y="4216680"/>
                <a:chExt cx="2272680" cy="1290240"/>
              </a:xfrm>
            </p:grpSpPr>
            <p:sp>
              <p:nvSpPr>
                <p:cNvPr id="300" name="Google Shape;340;p30"/>
                <p:cNvSpPr/>
                <p:nvPr/>
              </p:nvSpPr>
              <p:spPr>
                <a:xfrm>
                  <a:off x="8228880" y="4338720"/>
                  <a:ext cx="375120" cy="34956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sp>
              <p:nvSpPr>
                <p:cNvPr id="301" name="Google Shape;341;p30"/>
                <p:cNvSpPr/>
                <p:nvPr/>
              </p:nvSpPr>
              <p:spPr>
                <a:xfrm>
                  <a:off x="8128800" y="4827960"/>
                  <a:ext cx="1023120" cy="24912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12680" bIns="112680" anchor="ctr">
                  <a:noAutofit/>
                </a:bodyPr>
                <a:p>
                  <a:pPr algn="ctr">
                    <a:lnSpc>
                      <a:spcPct val="100000"/>
                    </a:lnSpc>
                    <a:tabLst>
                      <a:tab algn="l" pos="0"/>
                    </a:tabLst>
                  </a:pPr>
                  <a:r>
                    <a:rPr b="1" lang="en-US" sz="1400" strike="noStrike" u="none">
                      <a:solidFill>
                        <a:srgbClr val="000000"/>
                      </a:solidFill>
                      <a:effectLst/>
                      <a:uFillTx/>
                      <a:latin typeface="Arial"/>
                      <a:ea typeface="Arial"/>
                    </a:rPr>
                    <a:t>Kubelet</a:t>
                  </a:r>
                  <a:endParaRPr b="0" lang="en-US" sz="1400" strike="noStrike" u="none">
                    <a:solidFill>
                      <a:srgbClr val="000000"/>
                    </a:solidFill>
                    <a:effectLst/>
                    <a:uFillTx/>
                    <a:latin typeface="Arial"/>
                  </a:endParaRPr>
                </a:p>
              </p:txBody>
            </p:sp>
            <p:sp>
              <p:nvSpPr>
                <p:cNvPr id="302" name="Google Shape;342;p30"/>
                <p:cNvSpPr/>
                <p:nvPr/>
              </p:nvSpPr>
              <p:spPr>
                <a:xfrm>
                  <a:off x="9240120" y="4827960"/>
                  <a:ext cx="1023120" cy="24912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12680" bIns="112680" anchor="ctr">
                  <a:noAutofit/>
                </a:bodyPr>
                <a:p>
                  <a:pPr algn="ctr">
                    <a:lnSpc>
                      <a:spcPct val="100000"/>
                    </a:lnSpc>
                    <a:tabLst>
                      <a:tab algn="l" pos="0"/>
                    </a:tabLst>
                  </a:pPr>
                  <a:r>
                    <a:rPr b="1" lang="en-US" sz="1400" strike="noStrike" u="none">
                      <a:solidFill>
                        <a:srgbClr val="000000"/>
                      </a:solidFill>
                      <a:effectLst/>
                      <a:uFillTx/>
                      <a:latin typeface="Arial"/>
                      <a:ea typeface="Arial"/>
                    </a:rPr>
                    <a:t>Docker</a:t>
                  </a:r>
                  <a:endParaRPr b="0" lang="en-US" sz="1400" strike="noStrike" u="none">
                    <a:solidFill>
                      <a:srgbClr val="000000"/>
                    </a:solidFill>
                    <a:effectLst/>
                    <a:uFillTx/>
                    <a:latin typeface="Arial"/>
                  </a:endParaRPr>
                </a:p>
              </p:txBody>
            </p:sp>
            <p:sp>
              <p:nvSpPr>
                <p:cNvPr id="303" name="Google Shape;343;p30"/>
                <p:cNvSpPr/>
                <p:nvPr/>
              </p:nvSpPr>
              <p:spPr>
                <a:xfrm>
                  <a:off x="8059680" y="4216680"/>
                  <a:ext cx="2272680" cy="1290240"/>
                </a:xfrm>
                <a:prstGeom prst="roundRect">
                  <a:avLst>
                    <a:gd name="adj" fmla="val 16667"/>
                  </a:avLst>
                </a:prstGeom>
                <a:solidFill>
                  <a:srgbClr val="e7e6e6"/>
                </a:solidFill>
                <a:ln w="19050">
                  <a:solidFill>
                    <a:srgbClr val="233445"/>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grpSp>
        </p:grpSp>
        <p:sp>
          <p:nvSpPr>
            <p:cNvPr id="304" name="Google Shape;344;p30"/>
            <p:cNvSpPr/>
            <p:nvPr/>
          </p:nvSpPr>
          <p:spPr>
            <a:xfrm>
              <a:off x="8246160" y="4405320"/>
              <a:ext cx="375120" cy="34956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sp>
          <p:nvSpPr>
            <p:cNvPr id="305" name="Google Shape;345;p30"/>
            <p:cNvSpPr/>
            <p:nvPr/>
          </p:nvSpPr>
          <p:spPr>
            <a:xfrm>
              <a:off x="8727840" y="4405320"/>
              <a:ext cx="375120" cy="34956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grpSp>
      <p:grpSp>
        <p:nvGrpSpPr>
          <p:cNvPr id="306" name="Google Shape;346;p30"/>
          <p:cNvGrpSpPr/>
          <p:nvPr/>
        </p:nvGrpSpPr>
        <p:grpSpPr>
          <a:xfrm>
            <a:off x="8059680" y="1709640"/>
            <a:ext cx="2349000" cy="1370880"/>
            <a:chOff x="8059680" y="1709640"/>
            <a:chExt cx="2349000" cy="1370880"/>
          </a:xfrm>
        </p:grpSpPr>
        <p:grpSp>
          <p:nvGrpSpPr>
            <p:cNvPr id="307" name="Google Shape;347;p30"/>
            <p:cNvGrpSpPr/>
            <p:nvPr/>
          </p:nvGrpSpPr>
          <p:grpSpPr>
            <a:xfrm>
              <a:off x="8059680" y="1709640"/>
              <a:ext cx="2349000" cy="1370880"/>
              <a:chOff x="8059680" y="1709640"/>
              <a:chExt cx="2349000" cy="1370880"/>
            </a:xfrm>
          </p:grpSpPr>
          <p:sp>
            <p:nvSpPr>
              <p:cNvPr id="308" name="Google Shape;348;p30"/>
              <p:cNvSpPr/>
              <p:nvPr/>
            </p:nvSpPr>
            <p:spPr>
              <a:xfrm>
                <a:off x="8136000" y="1790280"/>
                <a:ext cx="2272680" cy="12902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endParaRPr b="0" lang="en-US" sz="1400" strike="noStrike" u="none">
                  <a:solidFill>
                    <a:srgbClr val="000000"/>
                  </a:solidFill>
                  <a:effectLst/>
                  <a:uFillTx/>
                  <a:latin typeface="Arial"/>
                </a:endParaRPr>
              </a:p>
            </p:txBody>
          </p:sp>
          <p:grpSp>
            <p:nvGrpSpPr>
              <p:cNvPr id="309" name="Google Shape;349;p30"/>
              <p:cNvGrpSpPr/>
              <p:nvPr/>
            </p:nvGrpSpPr>
            <p:grpSpPr>
              <a:xfrm>
                <a:off x="8059680" y="1709640"/>
                <a:ext cx="2272680" cy="1290240"/>
                <a:chOff x="8059680" y="1709640"/>
                <a:chExt cx="2272680" cy="1290240"/>
              </a:xfrm>
            </p:grpSpPr>
            <p:sp>
              <p:nvSpPr>
                <p:cNvPr id="310" name="Google Shape;350;p30"/>
                <p:cNvSpPr/>
                <p:nvPr/>
              </p:nvSpPr>
              <p:spPr>
                <a:xfrm>
                  <a:off x="8228880" y="1831680"/>
                  <a:ext cx="375120" cy="34956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sp>
              <p:nvSpPr>
                <p:cNvPr id="311" name="Google Shape;351;p30"/>
                <p:cNvSpPr/>
                <p:nvPr/>
              </p:nvSpPr>
              <p:spPr>
                <a:xfrm>
                  <a:off x="8128800" y="2320920"/>
                  <a:ext cx="1023120" cy="24912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12680" bIns="112680" anchor="ctr">
                  <a:noAutofit/>
                </a:bodyPr>
                <a:p>
                  <a:pPr algn="ctr">
                    <a:lnSpc>
                      <a:spcPct val="100000"/>
                    </a:lnSpc>
                    <a:tabLst>
                      <a:tab algn="l" pos="0"/>
                    </a:tabLst>
                  </a:pPr>
                  <a:r>
                    <a:rPr b="1" lang="en-US" sz="1400" strike="noStrike" u="none">
                      <a:solidFill>
                        <a:srgbClr val="000000"/>
                      </a:solidFill>
                      <a:effectLst/>
                      <a:uFillTx/>
                      <a:latin typeface="Arial"/>
                      <a:ea typeface="Arial"/>
                    </a:rPr>
                    <a:t>Kubelet</a:t>
                  </a:r>
                  <a:endParaRPr b="0" lang="en-US" sz="1400" strike="noStrike" u="none">
                    <a:solidFill>
                      <a:srgbClr val="000000"/>
                    </a:solidFill>
                    <a:effectLst/>
                    <a:uFillTx/>
                    <a:latin typeface="Arial"/>
                  </a:endParaRPr>
                </a:p>
              </p:txBody>
            </p:sp>
            <p:sp>
              <p:nvSpPr>
                <p:cNvPr id="312" name="Google Shape;352;p30"/>
                <p:cNvSpPr/>
                <p:nvPr/>
              </p:nvSpPr>
              <p:spPr>
                <a:xfrm>
                  <a:off x="9240120" y="2320920"/>
                  <a:ext cx="1023120" cy="24912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12680" bIns="112680" anchor="ctr">
                  <a:noAutofit/>
                </a:bodyPr>
                <a:p>
                  <a:pPr algn="ctr">
                    <a:lnSpc>
                      <a:spcPct val="100000"/>
                    </a:lnSpc>
                    <a:tabLst>
                      <a:tab algn="l" pos="0"/>
                    </a:tabLst>
                  </a:pPr>
                  <a:r>
                    <a:rPr b="1" lang="en-US" sz="1400" strike="noStrike" u="none">
                      <a:solidFill>
                        <a:srgbClr val="000000"/>
                      </a:solidFill>
                      <a:effectLst/>
                      <a:uFillTx/>
                      <a:latin typeface="Arial"/>
                      <a:ea typeface="Arial"/>
                    </a:rPr>
                    <a:t>Docker</a:t>
                  </a:r>
                  <a:endParaRPr b="0" lang="en-US" sz="1400" strike="noStrike" u="none">
                    <a:solidFill>
                      <a:srgbClr val="000000"/>
                    </a:solidFill>
                    <a:effectLst/>
                    <a:uFillTx/>
                    <a:latin typeface="Arial"/>
                  </a:endParaRPr>
                </a:p>
              </p:txBody>
            </p:sp>
            <p:sp>
              <p:nvSpPr>
                <p:cNvPr id="313" name="Google Shape;353;p30"/>
                <p:cNvSpPr/>
                <p:nvPr/>
              </p:nvSpPr>
              <p:spPr>
                <a:xfrm>
                  <a:off x="8059680" y="1709640"/>
                  <a:ext cx="2272680" cy="1290240"/>
                </a:xfrm>
                <a:prstGeom prst="roundRect">
                  <a:avLst>
                    <a:gd name="adj" fmla="val 16667"/>
                  </a:avLst>
                </a:prstGeom>
                <a:solidFill>
                  <a:srgbClr val="e7e6e6"/>
                </a:solidFill>
                <a:ln w="19050">
                  <a:solidFill>
                    <a:srgbClr val="233445"/>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grpSp>
        </p:grpSp>
        <p:sp>
          <p:nvSpPr>
            <p:cNvPr id="314" name="Google Shape;354;p30"/>
            <p:cNvSpPr/>
            <p:nvPr/>
          </p:nvSpPr>
          <p:spPr>
            <a:xfrm>
              <a:off x="8246160" y="1898280"/>
              <a:ext cx="375120" cy="34956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sp>
          <p:nvSpPr>
            <p:cNvPr id="315" name="Google Shape;355;p30"/>
            <p:cNvSpPr/>
            <p:nvPr/>
          </p:nvSpPr>
          <p:spPr>
            <a:xfrm>
              <a:off x="8727840" y="1898280"/>
              <a:ext cx="375120" cy="34956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grpSp>
      <p:sp>
        <p:nvSpPr>
          <p:cNvPr id="316" name="PlaceHolder 1"/>
          <p:cNvSpPr>
            <a:spLocks noGrp="1"/>
          </p:cNvSpPr>
          <p:nvPr>
            <p:ph type="title"/>
          </p:nvPr>
        </p:nvSpPr>
        <p:spPr>
          <a:xfrm>
            <a:off x="952560" y="324000"/>
            <a:ext cx="11231280" cy="90756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Persistent Volumes (PV)</a:t>
            </a:r>
            <a:endParaRPr b="0" lang="en-US" sz="3200" strike="noStrike" u="none">
              <a:solidFill>
                <a:srgbClr val="000000"/>
              </a:solidFill>
              <a:effectLst/>
              <a:uFillTx/>
              <a:latin typeface="Arial"/>
            </a:endParaRPr>
          </a:p>
        </p:txBody>
      </p:sp>
      <p:sp>
        <p:nvSpPr>
          <p:cNvPr id="317" name="PlaceHolder 2"/>
          <p:cNvSpPr>
            <a:spLocks noGrp="1"/>
          </p:cNvSpPr>
          <p:nvPr>
            <p:ph type="sldNum" idx="49"/>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E0E340EF-007D-497E-B691-BE395856A903}"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318" name="Google Shape;358;p30"/>
          <p:cNvSpPr/>
          <p:nvPr/>
        </p:nvSpPr>
        <p:spPr>
          <a:xfrm>
            <a:off x="1295640" y="1864080"/>
            <a:ext cx="3359160" cy="3819600"/>
          </a:xfrm>
          <a:prstGeom prst="roundRect">
            <a:avLst>
              <a:gd name="adj" fmla="val 16667"/>
            </a:avLst>
          </a:prstGeom>
          <a:solidFill>
            <a:schemeClr val="lt2"/>
          </a:solidFill>
          <a:ln w="0">
            <a:noFill/>
          </a:ln>
        </p:spPr>
        <p:style>
          <a:lnRef idx="0"/>
          <a:fillRef idx="0"/>
          <a:effectRef idx="0"/>
          <a:fontRef idx="minor"/>
        </p:style>
        <p:txBody>
          <a:bodyPr lIns="90000" rIns="90000" tIns="91440" bIns="91440" anchor="b">
            <a:noAutofit/>
          </a:bodyPr>
          <a:p>
            <a:pPr algn="ctr">
              <a:lnSpc>
                <a:spcPct val="100000"/>
              </a:lnSpc>
              <a:tabLst>
                <a:tab algn="l" pos="0"/>
              </a:tabLst>
            </a:pPr>
            <a:r>
              <a:rPr b="1" lang="en-US" sz="2400" strike="noStrike" u="none">
                <a:solidFill>
                  <a:srgbClr val="000000"/>
                </a:solidFill>
                <a:effectLst/>
                <a:uFillTx/>
                <a:latin typeface="Arial"/>
                <a:ea typeface="Arial"/>
              </a:rPr>
              <a:t>Storage Provider</a:t>
            </a:r>
            <a:endParaRPr b="0" lang="en-US" sz="2400" strike="noStrike" u="none">
              <a:solidFill>
                <a:srgbClr val="000000"/>
              </a:solidFill>
              <a:effectLst/>
              <a:uFillTx/>
              <a:latin typeface="Arial"/>
            </a:endParaRPr>
          </a:p>
        </p:txBody>
      </p:sp>
      <p:sp>
        <p:nvSpPr>
          <p:cNvPr id="319" name="Google Shape;359;p30"/>
          <p:cNvSpPr/>
          <p:nvPr/>
        </p:nvSpPr>
        <p:spPr>
          <a:xfrm>
            <a:off x="3566160" y="2417760"/>
            <a:ext cx="833400" cy="720360"/>
          </a:xfrm>
          <a:prstGeom prst="flowChartMagneticDisk">
            <a:avLst/>
          </a:prstGeom>
          <a:solidFill>
            <a:srgbClr val="b7b7b7"/>
          </a:solidFill>
          <a:ln w="19050">
            <a:solidFill>
              <a:srgbClr val="44546a"/>
            </a:solidFill>
            <a:round/>
          </a:ln>
        </p:spPr>
        <p:style>
          <a:lnRef idx="0"/>
          <a:fillRef idx="0"/>
          <a:effectRef idx="0"/>
          <a:fontRef idx="minor"/>
        </p:style>
        <p:txBody>
          <a:bodyPr lIns="90000" rIns="90000" tIns="180000" bIns="180000" anchor="b">
            <a:noAutofit/>
          </a:bodyPr>
          <a:p>
            <a:pPr algn="ctr">
              <a:lnSpc>
                <a:spcPct val="100000"/>
              </a:lnSpc>
              <a:tabLst>
                <a:tab algn="l" pos="0"/>
              </a:tabLst>
            </a:pPr>
            <a:r>
              <a:rPr b="1" lang="en-US" sz="1400" strike="noStrike" u="none">
                <a:solidFill>
                  <a:srgbClr val="000000"/>
                </a:solidFill>
                <a:effectLst/>
                <a:uFillTx/>
                <a:latin typeface="Arial"/>
                <a:ea typeface="Arial"/>
              </a:rPr>
              <a:t>50GB</a:t>
            </a:r>
            <a:endParaRPr b="0" lang="en-US" sz="1400" strike="noStrike" u="none">
              <a:solidFill>
                <a:srgbClr val="000000"/>
              </a:solidFill>
              <a:effectLst/>
              <a:uFillTx/>
              <a:latin typeface="Arial"/>
            </a:endParaRPr>
          </a:p>
        </p:txBody>
      </p:sp>
      <p:sp>
        <p:nvSpPr>
          <p:cNvPr id="320" name="Google Shape;360;p30"/>
          <p:cNvSpPr/>
          <p:nvPr/>
        </p:nvSpPr>
        <p:spPr>
          <a:xfrm flipH="1" rot="10800000">
            <a:off x="4400280" y="2664000"/>
            <a:ext cx="3658680" cy="114120"/>
          </a:xfrm>
          <a:custGeom>
            <a:avLst/>
            <a:gdLst>
              <a:gd name="textAreaLeft" fmla="*/ -360 w 3658680"/>
              <a:gd name="textAreaRight" fmla="*/ 3658680 w 3658680"/>
              <a:gd name="textAreaTop" fmla="*/ 0 h 114120"/>
              <a:gd name="textAreaBottom" fmla="*/ 114480 h 114120"/>
            </a:gdLst>
            <a:ahLst/>
            <a:cxnLst/>
            <a:rect l="textAreaLeft" t="textAreaTop" r="textAreaRight" b="textAreaBottom"/>
            <a:pathLst>
              <a:path w="21600" h="21600">
                <a:moveTo>
                  <a:pt x="0" y="0"/>
                </a:moveTo>
                <a:lnTo>
                  <a:pt x="21600" y="21600"/>
                </a:lnTo>
              </a:path>
            </a:pathLst>
          </a:custGeom>
          <a:no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21" name="Google Shape;362;p30"/>
          <p:cNvSpPr/>
          <p:nvPr/>
        </p:nvSpPr>
        <p:spPr>
          <a:xfrm>
            <a:off x="4400280" y="2778120"/>
            <a:ext cx="3674160" cy="2340000"/>
          </a:xfrm>
          <a:custGeom>
            <a:avLst/>
            <a:gdLst>
              <a:gd name="textAreaLeft" fmla="*/ 0 w 3674160"/>
              <a:gd name="textAreaRight" fmla="*/ 3674520 w 3674160"/>
              <a:gd name="textAreaTop" fmla="*/ 0 h 2340000"/>
              <a:gd name="textAreaBottom" fmla="*/ 2340360 h 2340000"/>
            </a:gdLst>
            <a:ahLst/>
            <a:cxnLst/>
            <a:rect l="textAreaLeft" t="textAreaTop" r="textAreaRight" b="textAreaBottom"/>
            <a:pathLst>
              <a:path w="21600" h="21600">
                <a:moveTo>
                  <a:pt x="0" y="0"/>
                </a:moveTo>
                <a:lnTo>
                  <a:pt x="21600" y="21600"/>
                </a:lnTo>
              </a:path>
            </a:pathLst>
          </a:custGeom>
          <a:no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22" name="Google Shape;364;p30"/>
          <p:cNvSpPr/>
          <p:nvPr/>
        </p:nvSpPr>
        <p:spPr>
          <a:xfrm>
            <a:off x="5576400" y="2626920"/>
            <a:ext cx="1561320" cy="103032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US" sz="1400" strike="noStrike" u="none">
                <a:solidFill>
                  <a:srgbClr val="000000"/>
                </a:solidFill>
                <a:effectLst/>
                <a:uFillTx/>
                <a:latin typeface="Helvetica Neue Light"/>
                <a:ea typeface="Helvetica Neue Light"/>
              </a:rPr>
              <a:t>iSCSI/NFS/etc</a:t>
            </a:r>
            <a:endParaRPr b="0" lang="en-US" sz="1400" strike="noStrike" u="none">
              <a:solidFill>
                <a:srgbClr val="000000"/>
              </a:solidFill>
              <a:effectLst/>
              <a:uFillTx/>
              <a:latin typeface="Arial"/>
            </a:endParaRPr>
          </a:p>
        </p:txBody>
      </p:sp>
      <p:sp>
        <p:nvSpPr>
          <p:cNvPr id="323" name="Google Shape;365;p30"/>
          <p:cNvSpPr/>
          <p:nvPr/>
        </p:nvSpPr>
        <p:spPr>
          <a:xfrm flipH="1" rot="10800000">
            <a:off x="8059680" y="2248920"/>
            <a:ext cx="373680" cy="414360"/>
          </a:xfrm>
          <a:custGeom>
            <a:avLst/>
            <a:gdLst>
              <a:gd name="textAreaLeft" fmla="*/ 360 w 373680"/>
              <a:gd name="textAreaRight" fmla="*/ 374400 w 373680"/>
              <a:gd name="textAreaTop" fmla="*/ 0 h 414360"/>
              <a:gd name="textAreaBottom" fmla="*/ 414720 h 414360"/>
            </a:gdLst>
            <a:ahLst/>
            <a:cxnLst/>
            <a:rect l="textAreaLeft" t="textAreaTop" r="textAreaRight" b="textAreaBottom"/>
            <a:pathLst>
              <a:path w="21600" h="21600">
                <a:moveTo>
                  <a:pt x="0" y="0"/>
                </a:moveTo>
                <a:lnTo>
                  <a:pt x="21600" y="21600"/>
                </a:lnTo>
              </a:path>
            </a:pathLst>
          </a:custGeom>
          <a:noFill/>
          <a:ln w="9525">
            <a:solidFill>
              <a:srgbClr val="44546a"/>
            </a:solidFill>
            <a:prstDash val="dash"/>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24" name="Google Shape;366;p30"/>
          <p:cNvSpPr/>
          <p:nvPr/>
        </p:nvSpPr>
        <p:spPr>
          <a:xfrm>
            <a:off x="8227440" y="2300040"/>
            <a:ext cx="1115280" cy="38592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US" sz="1400" strike="noStrike" u="none">
                <a:solidFill>
                  <a:srgbClr val="000000"/>
                </a:solidFill>
                <a:effectLst/>
                <a:uFillTx/>
                <a:latin typeface="Helvetica Neue Light"/>
                <a:ea typeface="Helvetica Neue Light"/>
              </a:rPr>
              <a:t>Bind mount</a:t>
            </a:r>
            <a:endParaRPr b="0" lang="en-US" sz="1400" strike="noStrike" u="none">
              <a:solidFill>
                <a:srgbClr val="000000"/>
              </a:solidFill>
              <a:effectLst/>
              <a:uFillTx/>
              <a:latin typeface="Arial"/>
            </a:endParaRPr>
          </a:p>
        </p:txBody>
      </p:sp>
      <p:sp>
        <p:nvSpPr>
          <p:cNvPr id="325" name="Google Shape;367;p30"/>
          <p:cNvSpPr/>
          <p:nvPr/>
        </p:nvSpPr>
        <p:spPr>
          <a:xfrm flipH="1" rot="10800000">
            <a:off x="8059680" y="4756320"/>
            <a:ext cx="373680" cy="362520"/>
          </a:xfrm>
          <a:custGeom>
            <a:avLst/>
            <a:gdLst>
              <a:gd name="textAreaLeft" fmla="*/ 360 w 373680"/>
              <a:gd name="textAreaRight" fmla="*/ 374400 w 373680"/>
              <a:gd name="textAreaTop" fmla="*/ 0 h 362520"/>
              <a:gd name="textAreaBottom" fmla="*/ 362880 h 362520"/>
            </a:gdLst>
            <a:ahLst/>
            <a:cxnLst/>
            <a:rect l="textAreaLeft" t="textAreaTop" r="textAreaRight" b="textAreaBottom"/>
            <a:pathLst>
              <a:path w="21600" h="21600">
                <a:moveTo>
                  <a:pt x="0" y="0"/>
                </a:moveTo>
                <a:lnTo>
                  <a:pt x="21600" y="21600"/>
                </a:lnTo>
              </a:path>
            </a:pathLst>
          </a:custGeom>
          <a:noFill/>
          <a:ln w="9525">
            <a:solidFill>
              <a:srgbClr val="44546a"/>
            </a:solidFill>
            <a:prstDash val="dash"/>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26" name="Google Shape;368;p30"/>
          <p:cNvSpPr/>
          <p:nvPr/>
        </p:nvSpPr>
        <p:spPr>
          <a:xfrm flipH="1" rot="10800000">
            <a:off x="8059680" y="4756320"/>
            <a:ext cx="855360" cy="362520"/>
          </a:xfrm>
          <a:custGeom>
            <a:avLst/>
            <a:gdLst>
              <a:gd name="textAreaLeft" fmla="*/ 360 w 855360"/>
              <a:gd name="textAreaRight" fmla="*/ 856080 w 855360"/>
              <a:gd name="textAreaTop" fmla="*/ 0 h 362520"/>
              <a:gd name="textAreaBottom" fmla="*/ 362880 h 362520"/>
            </a:gdLst>
            <a:ahLst/>
            <a:cxnLst/>
            <a:rect l="textAreaLeft" t="textAreaTop" r="textAreaRight" b="textAreaBottom"/>
            <a:pathLst>
              <a:path w="21600" h="21600">
                <a:moveTo>
                  <a:pt x="0" y="0"/>
                </a:moveTo>
                <a:lnTo>
                  <a:pt x="21600" y="21600"/>
                </a:lnTo>
              </a:path>
            </a:pathLst>
          </a:custGeom>
          <a:noFill/>
          <a:ln w="9525">
            <a:solidFill>
              <a:srgbClr val="44546a"/>
            </a:solidFill>
            <a:prstDash val="dash"/>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27" name="Google Shape;369;p30"/>
          <p:cNvSpPr/>
          <p:nvPr/>
        </p:nvSpPr>
        <p:spPr>
          <a:xfrm>
            <a:off x="1647360" y="2360160"/>
            <a:ext cx="833400" cy="720360"/>
          </a:xfrm>
          <a:prstGeom prst="flowChartMagneticDisk">
            <a:avLst/>
          </a:prstGeom>
          <a:solidFill>
            <a:srgbClr val="b7b7b7"/>
          </a:solidFill>
          <a:ln w="19050">
            <a:solidFill>
              <a:srgbClr val="44546a"/>
            </a:solidFill>
            <a:round/>
          </a:ln>
        </p:spPr>
        <p:style>
          <a:lnRef idx="0"/>
          <a:fillRef idx="0"/>
          <a:effectRef idx="0"/>
          <a:fontRef idx="minor"/>
        </p:style>
        <p:txBody>
          <a:bodyPr lIns="90000" rIns="90000" tIns="180000" bIns="180000" anchor="b">
            <a:noAutofit/>
          </a:bodyPr>
          <a:p>
            <a:pPr algn="ctr">
              <a:lnSpc>
                <a:spcPct val="100000"/>
              </a:lnSpc>
              <a:tabLst>
                <a:tab algn="l" pos="0"/>
              </a:tabLst>
            </a:pPr>
            <a:r>
              <a:rPr b="1" lang="en-US" sz="1400" strike="noStrike" u="none">
                <a:solidFill>
                  <a:srgbClr val="000000"/>
                </a:solidFill>
                <a:effectLst/>
                <a:uFillTx/>
                <a:latin typeface="Arial"/>
                <a:ea typeface="Arial"/>
              </a:rPr>
              <a:t>10GB</a:t>
            </a:r>
            <a:endParaRPr b="0" lang="en-US" sz="1400" strike="noStrike" u="none">
              <a:solidFill>
                <a:srgbClr val="000000"/>
              </a:solidFill>
              <a:effectLst/>
              <a:uFillTx/>
              <a:latin typeface="Arial"/>
            </a:endParaRPr>
          </a:p>
        </p:txBody>
      </p:sp>
      <p:sp>
        <p:nvSpPr>
          <p:cNvPr id="328" name="Google Shape;370;p30"/>
          <p:cNvSpPr/>
          <p:nvPr/>
        </p:nvSpPr>
        <p:spPr>
          <a:xfrm>
            <a:off x="1647360" y="3413520"/>
            <a:ext cx="833400" cy="720360"/>
          </a:xfrm>
          <a:prstGeom prst="flowChartMagneticDisk">
            <a:avLst/>
          </a:prstGeom>
          <a:solidFill>
            <a:srgbClr val="b7b7b7"/>
          </a:solidFill>
          <a:ln w="19050">
            <a:solidFill>
              <a:srgbClr val="44546a"/>
            </a:solidFill>
            <a:round/>
          </a:ln>
        </p:spPr>
        <p:style>
          <a:lnRef idx="0"/>
          <a:fillRef idx="0"/>
          <a:effectRef idx="0"/>
          <a:fontRef idx="minor"/>
        </p:style>
        <p:txBody>
          <a:bodyPr lIns="90000" rIns="90000" tIns="180000" bIns="180000" anchor="b">
            <a:noAutofit/>
          </a:bodyPr>
          <a:p>
            <a:pPr algn="ctr">
              <a:lnSpc>
                <a:spcPct val="100000"/>
              </a:lnSpc>
              <a:tabLst>
                <a:tab algn="l" pos="0"/>
              </a:tabLst>
            </a:pPr>
            <a:r>
              <a:rPr b="1" lang="en-US" sz="1400" strike="noStrike" u="none">
                <a:solidFill>
                  <a:srgbClr val="000000"/>
                </a:solidFill>
                <a:effectLst/>
                <a:uFillTx/>
                <a:latin typeface="Arial"/>
                <a:ea typeface="Arial"/>
              </a:rPr>
              <a:t>1GB</a:t>
            </a:r>
            <a:endParaRPr b="0" lang="en-US" sz="14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9" name="PlaceHolder 1"/>
          <p:cNvSpPr>
            <a:spLocks noGrp="1"/>
          </p:cNvSpPr>
          <p:nvPr>
            <p:ph type="title"/>
          </p:nvPr>
        </p:nvSpPr>
        <p:spPr>
          <a:xfrm>
            <a:off x="952920" y="324000"/>
            <a:ext cx="11231280" cy="90648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A Note on Volume Provisioning</a:t>
            </a:r>
            <a:endParaRPr b="0" lang="en-US" sz="3200" strike="noStrike" u="none">
              <a:solidFill>
                <a:srgbClr val="000000"/>
              </a:solidFill>
              <a:effectLst/>
              <a:uFillTx/>
              <a:latin typeface="Arial"/>
            </a:endParaRPr>
          </a:p>
        </p:txBody>
      </p:sp>
      <p:sp>
        <p:nvSpPr>
          <p:cNvPr id="330" name="PlaceHolder 2"/>
          <p:cNvSpPr>
            <a:spLocks noGrp="1"/>
          </p:cNvSpPr>
          <p:nvPr>
            <p:ph/>
          </p:nvPr>
        </p:nvSpPr>
        <p:spPr>
          <a:xfrm>
            <a:off x="828000" y="1528200"/>
            <a:ext cx="10511280" cy="4679280"/>
          </a:xfrm>
          <a:prstGeom prst="rect">
            <a:avLst/>
          </a:prstGeom>
          <a:noFill/>
          <a:ln w="0">
            <a:noFill/>
          </a:ln>
        </p:spPr>
        <p:txBody>
          <a:bodyPr lIns="90000" rIns="90000" tIns="46800" bIns="45000" anchor="t">
            <a:noAutofit/>
          </a:bodyPr>
          <a:p>
            <a:pPr indent="0">
              <a:lnSpc>
                <a:spcPct val="90000"/>
              </a:lnSpc>
              <a:spcBef>
                <a:spcPts val="1001"/>
              </a:spcBef>
              <a:buNone/>
              <a:tabLst>
                <a:tab algn="l" pos="0"/>
              </a:tabLst>
            </a:pPr>
            <a:endParaRPr b="0" lang="en-US" sz="2400" strike="noStrike" u="none">
              <a:solidFill>
                <a:srgbClr val="000000"/>
              </a:solidFill>
              <a:effectLst/>
              <a:uFillTx/>
              <a:latin typeface="Arial"/>
            </a:endParaRPr>
          </a:p>
          <a:p>
            <a:pPr indent="0">
              <a:lnSpc>
                <a:spcPct val="90000"/>
              </a:lnSpc>
              <a:spcBef>
                <a:spcPts val="1001"/>
              </a:spcBef>
              <a:buNone/>
              <a:tabLst>
                <a:tab algn="l" pos="0"/>
              </a:tabLst>
            </a:pPr>
            <a:r>
              <a:rPr b="1" lang="en-US" sz="2400" strike="noStrike" u="none">
                <a:solidFill>
                  <a:srgbClr val="000000"/>
                </a:solidFill>
                <a:effectLst/>
                <a:uFillTx/>
                <a:latin typeface="Helvetica Neue"/>
                <a:ea typeface="Helvetica Neue"/>
              </a:rPr>
              <a:t>Static Provisioning</a:t>
            </a:r>
            <a:r>
              <a:rPr b="0" lang="en-US" sz="2400" strike="noStrike" u="none">
                <a:solidFill>
                  <a:srgbClr val="000000"/>
                </a:solidFill>
                <a:effectLst/>
                <a:uFillTx/>
                <a:latin typeface="Helvetica Neue Light"/>
                <a:ea typeface="Helvetica Neue Light"/>
              </a:rPr>
              <a:t> = Volumes are pre-created by an admin</a:t>
            </a: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a:p>
            <a:pPr indent="0">
              <a:lnSpc>
                <a:spcPct val="90000"/>
              </a:lnSpc>
              <a:spcBef>
                <a:spcPts val="1001"/>
              </a:spcBef>
              <a:buNone/>
              <a:tabLst>
                <a:tab algn="l" pos="0"/>
              </a:tabLst>
            </a:pPr>
            <a:r>
              <a:rPr b="1" lang="en-US" sz="2400" strike="noStrike" u="none">
                <a:solidFill>
                  <a:srgbClr val="000000"/>
                </a:solidFill>
                <a:effectLst/>
                <a:uFillTx/>
                <a:latin typeface="Helvetica Neue"/>
                <a:ea typeface="Helvetica Neue"/>
              </a:rPr>
              <a:t>Dynamic Provisioning</a:t>
            </a:r>
            <a:r>
              <a:rPr b="0" lang="en-US" sz="2400" strike="noStrike" u="none">
                <a:solidFill>
                  <a:srgbClr val="000000"/>
                </a:solidFill>
                <a:effectLst/>
                <a:uFillTx/>
                <a:latin typeface="Helvetica Neue Light"/>
                <a:ea typeface="Helvetica Neue Light"/>
              </a:rPr>
              <a:t> = Volumes are created by kubernetes storage plugins when requested (via PersistentVolumeClaim)</a:t>
            </a:r>
            <a:endParaRPr b="0" lang="en-US" sz="2400" strike="noStrike" u="none">
              <a:solidFill>
                <a:srgbClr val="000000"/>
              </a:solidFill>
              <a:effectLst/>
              <a:uFillTx/>
              <a:latin typeface="Arial"/>
            </a:endParaRPr>
          </a:p>
        </p:txBody>
      </p:sp>
      <p:sp>
        <p:nvSpPr>
          <p:cNvPr id="331" name="PlaceHolder 3"/>
          <p:cNvSpPr>
            <a:spLocks noGrp="1"/>
          </p:cNvSpPr>
          <p:nvPr>
            <p:ph type="sldNum" idx="50"/>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EDEB36B2-66A4-41F6-B986-7B0028417E8E}"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5" name="PlaceHolder 4"/>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PlaceHolder 1"/>
          <p:cNvSpPr>
            <a:spLocks noGrp="1"/>
          </p:cNvSpPr>
          <p:nvPr>
            <p:ph type="title"/>
          </p:nvPr>
        </p:nvSpPr>
        <p:spPr>
          <a:xfrm>
            <a:off x="952920" y="324000"/>
            <a:ext cx="11231280" cy="90648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PersistentVolume</a:t>
            </a:r>
            <a:endParaRPr b="0" lang="en-US" sz="3200" strike="noStrike" u="none">
              <a:solidFill>
                <a:srgbClr val="000000"/>
              </a:solidFill>
              <a:effectLst/>
              <a:uFillTx/>
              <a:latin typeface="Arial"/>
            </a:endParaRPr>
          </a:p>
        </p:txBody>
      </p:sp>
      <p:sp>
        <p:nvSpPr>
          <p:cNvPr id="333" name="PlaceHolder 2"/>
          <p:cNvSpPr>
            <a:spLocks noGrp="1"/>
          </p:cNvSpPr>
          <p:nvPr>
            <p:ph type="sldNum" idx="51"/>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39A067DA-D8DF-47AC-99A2-67250AECD548}"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334" name="Google Shape;386;p32"/>
          <p:cNvSpPr/>
          <p:nvPr/>
        </p:nvSpPr>
        <p:spPr>
          <a:xfrm>
            <a:off x="1292400" y="1314360"/>
            <a:ext cx="5905440" cy="5146200"/>
          </a:xfrm>
          <a:prstGeom prst="rect">
            <a:avLst/>
          </a:prstGeom>
          <a:noFill/>
          <a:ln w="19050">
            <a:solidFill>
              <a:srgbClr val="000000"/>
            </a:solidFill>
            <a:round/>
          </a:ln>
        </p:spPr>
        <p:style>
          <a:lnRef idx="0"/>
          <a:fillRef idx="0"/>
          <a:effectRef idx="0"/>
          <a:fontRef idx="minor"/>
        </p:style>
        <p:txBody>
          <a:bodyPr lIns="90000" rIns="90000" tIns="91440" bIns="91440" anchor="t">
            <a:noAutofit/>
          </a:bodyPr>
          <a:p>
            <a:pPr>
              <a:lnSpc>
                <a:spcPct val="100000"/>
              </a:lnSpc>
              <a:tabLst>
                <a:tab algn="l" pos="0"/>
              </a:tabLst>
            </a:pPr>
            <a:r>
              <a:rPr b="0" lang="en-US" sz="1800" strike="noStrike" u="none">
                <a:solidFill>
                  <a:srgbClr val="000000"/>
                </a:solidFill>
                <a:effectLst/>
                <a:uFillTx/>
                <a:latin typeface="Consolas"/>
                <a:ea typeface="Consolas"/>
              </a:rPr>
              <a:t>kind: PersistentVolume</a:t>
            </a:r>
            <a:endParaRPr b="0" lang="en-US" sz="1800" strike="noStrike" u="none">
              <a:solidFill>
                <a:srgbClr val="000000"/>
              </a:solidFill>
              <a:effectLst/>
              <a:uFillTx/>
              <a:latin typeface="Arial"/>
            </a:endParaRPr>
          </a:p>
          <a:p>
            <a:pPr>
              <a:lnSpc>
                <a:spcPct val="100000"/>
              </a:lnSpc>
              <a:tabLst>
                <a:tab algn="l" pos="0"/>
              </a:tabLst>
            </a:pPr>
            <a:r>
              <a:rPr b="0" lang="en-US" sz="1800" strike="noStrike" u="none">
                <a:solidFill>
                  <a:srgbClr val="000000"/>
                </a:solidFill>
                <a:effectLst/>
                <a:uFillTx/>
                <a:latin typeface="Consolas"/>
                <a:ea typeface="Consolas"/>
              </a:rPr>
              <a:t>apiVersion: v1</a:t>
            </a:r>
            <a:endParaRPr b="0" lang="en-US" sz="1800" strike="noStrike" u="none">
              <a:solidFill>
                <a:srgbClr val="000000"/>
              </a:solidFill>
              <a:effectLst/>
              <a:uFillTx/>
              <a:latin typeface="Arial"/>
            </a:endParaRPr>
          </a:p>
          <a:p>
            <a:pPr>
              <a:lnSpc>
                <a:spcPct val="100000"/>
              </a:lnSpc>
              <a:tabLst>
                <a:tab algn="l" pos="0"/>
              </a:tabLst>
            </a:pPr>
            <a:r>
              <a:rPr b="0" lang="en-US" sz="1800" strike="noStrike" u="none">
                <a:solidFill>
                  <a:srgbClr val="000000"/>
                </a:solidFill>
                <a:effectLst/>
                <a:uFillTx/>
                <a:latin typeface="Consolas"/>
                <a:ea typeface="Consolas"/>
              </a:rPr>
              <a:t>metadata:</a:t>
            </a:r>
            <a:endParaRPr b="0" lang="en-US" sz="1800" strike="noStrike" u="none">
              <a:solidFill>
                <a:srgbClr val="000000"/>
              </a:solidFill>
              <a:effectLst/>
              <a:uFillTx/>
              <a:latin typeface="Arial"/>
            </a:endParaRPr>
          </a:p>
          <a:p>
            <a:pPr>
              <a:lnSpc>
                <a:spcPct val="100000"/>
              </a:lnSpc>
              <a:tabLst>
                <a:tab algn="l" pos="0"/>
              </a:tabLst>
            </a:pPr>
            <a:r>
              <a:rPr b="0" lang="en-US" sz="1800" strike="noStrike" u="none">
                <a:solidFill>
                  <a:srgbClr val="000000"/>
                </a:solidFill>
                <a:effectLst/>
                <a:uFillTx/>
                <a:latin typeface="Consolas"/>
                <a:ea typeface="Consolas"/>
              </a:rPr>
              <a:t>  name: pv-nfs-0001</a:t>
            </a:r>
            <a:endParaRPr b="0" lang="en-US" sz="1800" strike="noStrike" u="none">
              <a:solidFill>
                <a:srgbClr val="000000"/>
              </a:solidFill>
              <a:effectLst/>
              <a:uFillTx/>
              <a:latin typeface="Arial"/>
            </a:endParaRPr>
          </a:p>
          <a:p>
            <a:pPr>
              <a:lnSpc>
                <a:spcPct val="100000"/>
              </a:lnSpc>
              <a:tabLst>
                <a:tab algn="l" pos="0"/>
              </a:tabLst>
            </a:pPr>
            <a:r>
              <a:rPr b="0" lang="en-US" sz="1800" strike="noStrike" u="none">
                <a:solidFill>
                  <a:srgbClr val="000000"/>
                </a:solidFill>
                <a:effectLst/>
                <a:uFillTx/>
                <a:latin typeface="Consolas"/>
                <a:ea typeface="Consolas"/>
              </a:rPr>
              <a:t>spec:</a:t>
            </a:r>
            <a:endParaRPr b="0" lang="en-US" sz="1800" strike="noStrike" u="none">
              <a:solidFill>
                <a:srgbClr val="000000"/>
              </a:solidFill>
              <a:effectLst/>
              <a:uFillTx/>
              <a:latin typeface="Arial"/>
            </a:endParaRPr>
          </a:p>
          <a:p>
            <a:pPr>
              <a:lnSpc>
                <a:spcPct val="100000"/>
              </a:lnSpc>
              <a:tabLst>
                <a:tab algn="l" pos="0"/>
              </a:tabLst>
            </a:pPr>
            <a:r>
              <a:rPr b="0" lang="en-US" sz="1800" strike="noStrike" u="none">
                <a:solidFill>
                  <a:srgbClr val="000000"/>
                </a:solidFill>
                <a:effectLst/>
                <a:uFillTx/>
                <a:latin typeface="Consolas"/>
                <a:ea typeface="Consolas"/>
              </a:rPr>
              <a:t>  persistentVolumeReclaimPolicy: Retain</a:t>
            </a:r>
            <a:endParaRPr b="0" lang="en-US" sz="1800" strike="noStrike" u="none">
              <a:solidFill>
                <a:srgbClr val="000000"/>
              </a:solidFill>
              <a:effectLst/>
              <a:uFillTx/>
              <a:latin typeface="Arial"/>
            </a:endParaRPr>
          </a:p>
          <a:p>
            <a:pPr>
              <a:lnSpc>
                <a:spcPct val="100000"/>
              </a:lnSpc>
              <a:tabLst>
                <a:tab algn="l" pos="0"/>
              </a:tabLst>
            </a:pPr>
            <a:r>
              <a:rPr b="0" lang="en-US" sz="1800" strike="noStrike" u="none">
                <a:solidFill>
                  <a:srgbClr val="000000"/>
                </a:solidFill>
                <a:effectLst/>
                <a:uFillTx/>
                <a:latin typeface="Consolas"/>
                <a:ea typeface="Consolas"/>
              </a:rPr>
              <a:t>  accessModes:</a:t>
            </a:r>
            <a:endParaRPr b="0" lang="en-US" sz="1800" strike="noStrike" u="none">
              <a:solidFill>
                <a:srgbClr val="000000"/>
              </a:solidFill>
              <a:effectLst/>
              <a:uFillTx/>
              <a:latin typeface="Arial"/>
            </a:endParaRPr>
          </a:p>
          <a:p>
            <a:pPr>
              <a:lnSpc>
                <a:spcPct val="100000"/>
              </a:lnSpc>
              <a:tabLst>
                <a:tab algn="l" pos="0"/>
              </a:tabLst>
            </a:pPr>
            <a:r>
              <a:rPr b="0" lang="en-US" sz="1800" strike="noStrike" u="none">
                <a:solidFill>
                  <a:srgbClr val="000000"/>
                </a:solidFill>
                <a:effectLst/>
                <a:uFillTx/>
                <a:latin typeface="Consolas"/>
                <a:ea typeface="Consolas"/>
              </a:rPr>
              <a:t>    - ReadWriteOnce</a:t>
            </a:r>
            <a:endParaRPr b="0" lang="en-US" sz="1800" strike="noStrike" u="none">
              <a:solidFill>
                <a:srgbClr val="000000"/>
              </a:solidFill>
              <a:effectLst/>
              <a:uFillTx/>
              <a:latin typeface="Arial"/>
            </a:endParaRPr>
          </a:p>
          <a:p>
            <a:pPr>
              <a:lnSpc>
                <a:spcPct val="100000"/>
              </a:lnSpc>
              <a:tabLst>
                <a:tab algn="l" pos="0"/>
              </a:tabLst>
            </a:pPr>
            <a:r>
              <a:rPr b="0" lang="en-US" sz="1800" strike="noStrike" u="none">
                <a:solidFill>
                  <a:srgbClr val="000000"/>
                </a:solidFill>
                <a:effectLst/>
                <a:uFillTx/>
                <a:latin typeface="Consolas"/>
                <a:ea typeface="Consolas"/>
              </a:rPr>
              <a:t>    - ReadWriteMany</a:t>
            </a:r>
            <a:endParaRPr b="0" lang="en-US" sz="1800" strike="noStrike" u="none">
              <a:solidFill>
                <a:srgbClr val="000000"/>
              </a:solidFill>
              <a:effectLst/>
              <a:uFillTx/>
              <a:latin typeface="Arial"/>
            </a:endParaRPr>
          </a:p>
          <a:p>
            <a:pPr>
              <a:lnSpc>
                <a:spcPct val="100000"/>
              </a:lnSpc>
              <a:tabLst>
                <a:tab algn="l" pos="0"/>
              </a:tabLst>
            </a:pPr>
            <a:r>
              <a:rPr b="0" lang="en-US" sz="1800" strike="noStrike" u="none">
                <a:solidFill>
                  <a:srgbClr val="000000"/>
                </a:solidFill>
                <a:effectLst/>
                <a:uFillTx/>
                <a:latin typeface="Consolas"/>
                <a:ea typeface="Consolas"/>
              </a:rPr>
              <a:t>    - ReadOnlyMany</a:t>
            </a:r>
            <a:endParaRPr b="0" lang="en-US" sz="1800" strike="noStrike" u="none">
              <a:solidFill>
                <a:srgbClr val="000000"/>
              </a:solidFill>
              <a:effectLst/>
              <a:uFillTx/>
              <a:latin typeface="Arial"/>
            </a:endParaRPr>
          </a:p>
          <a:p>
            <a:pPr>
              <a:lnSpc>
                <a:spcPct val="100000"/>
              </a:lnSpc>
              <a:tabLst>
                <a:tab algn="l" pos="0"/>
              </a:tabLst>
            </a:pPr>
            <a:r>
              <a:rPr b="0" lang="en-US" sz="1800" strike="noStrike" u="none">
                <a:solidFill>
                  <a:srgbClr val="000000"/>
                </a:solidFill>
                <a:effectLst/>
                <a:uFillTx/>
                <a:latin typeface="Consolas"/>
                <a:ea typeface="Consolas"/>
              </a:rPr>
              <a:t>  capacity:</a:t>
            </a:r>
            <a:endParaRPr b="0" lang="en-US" sz="1800" strike="noStrike" u="none">
              <a:solidFill>
                <a:srgbClr val="000000"/>
              </a:solidFill>
              <a:effectLst/>
              <a:uFillTx/>
              <a:latin typeface="Arial"/>
            </a:endParaRPr>
          </a:p>
          <a:p>
            <a:pPr>
              <a:lnSpc>
                <a:spcPct val="100000"/>
              </a:lnSpc>
              <a:tabLst>
                <a:tab algn="l" pos="0"/>
              </a:tabLst>
            </a:pPr>
            <a:r>
              <a:rPr b="0" lang="en-US" sz="1800" strike="noStrike" u="none">
                <a:solidFill>
                  <a:srgbClr val="000000"/>
                </a:solidFill>
                <a:effectLst/>
                <a:uFillTx/>
                <a:latin typeface="Consolas"/>
                <a:ea typeface="Consolas"/>
              </a:rPr>
              <a:t>    storage: 3Gi</a:t>
            </a:r>
            <a:endParaRPr b="0" lang="en-US" sz="1800" strike="noStrike" u="none">
              <a:solidFill>
                <a:srgbClr val="000000"/>
              </a:solidFill>
              <a:effectLst/>
              <a:uFillTx/>
              <a:latin typeface="Arial"/>
            </a:endParaRPr>
          </a:p>
          <a:p>
            <a:pPr>
              <a:lnSpc>
                <a:spcPct val="100000"/>
              </a:lnSpc>
              <a:tabLst>
                <a:tab algn="l" pos="0"/>
              </a:tabLst>
            </a:pPr>
            <a:r>
              <a:rPr b="0" lang="en-US" sz="1800" strike="noStrike" u="none">
                <a:solidFill>
                  <a:srgbClr val="000000"/>
                </a:solidFill>
                <a:effectLst/>
                <a:uFillTx/>
                <a:latin typeface="Consolas"/>
                <a:ea typeface="Consolas"/>
              </a:rPr>
              <a:t>  nfs:</a:t>
            </a:r>
            <a:endParaRPr b="0" lang="en-US" sz="1800" strike="noStrike" u="none">
              <a:solidFill>
                <a:srgbClr val="000000"/>
              </a:solidFill>
              <a:effectLst/>
              <a:uFillTx/>
              <a:latin typeface="Arial"/>
            </a:endParaRPr>
          </a:p>
          <a:p>
            <a:pPr>
              <a:lnSpc>
                <a:spcPct val="100000"/>
              </a:lnSpc>
              <a:tabLst>
                <a:tab algn="l" pos="0"/>
              </a:tabLst>
            </a:pPr>
            <a:r>
              <a:rPr b="0" lang="en-US" sz="1800" strike="noStrike" u="none">
                <a:solidFill>
                  <a:srgbClr val="000000"/>
                </a:solidFill>
                <a:effectLst/>
                <a:uFillTx/>
                <a:latin typeface="Consolas"/>
                <a:ea typeface="Consolas"/>
              </a:rPr>
              <a:t>    server: 192.168.1.3</a:t>
            </a:r>
            <a:endParaRPr b="0" lang="en-US" sz="1800" strike="noStrike" u="none">
              <a:solidFill>
                <a:srgbClr val="000000"/>
              </a:solidFill>
              <a:effectLst/>
              <a:uFillTx/>
              <a:latin typeface="Arial"/>
            </a:endParaRPr>
          </a:p>
          <a:p>
            <a:pPr>
              <a:lnSpc>
                <a:spcPct val="100000"/>
              </a:lnSpc>
              <a:tabLst>
                <a:tab algn="l" pos="0"/>
              </a:tabLst>
            </a:pPr>
            <a:r>
              <a:rPr b="0" lang="en-US" sz="1800" strike="noStrike" u="none">
                <a:solidFill>
                  <a:srgbClr val="000000"/>
                </a:solidFill>
                <a:effectLst/>
                <a:uFillTx/>
                <a:latin typeface="Consolas"/>
                <a:ea typeface="Consolas"/>
              </a:rPr>
              <a:t>    path: "/shares/0001"</a:t>
            </a:r>
            <a:endParaRPr b="0" lang="en-US" sz="1800" strike="noStrike" u="none">
              <a:solidFill>
                <a:srgbClr val="000000"/>
              </a:solidFill>
              <a:effectLst/>
              <a:uFillTx/>
              <a:latin typeface="Arial"/>
            </a:endParaRPr>
          </a:p>
          <a:p>
            <a:pPr>
              <a:lnSpc>
                <a:spcPct val="100000"/>
              </a:lnSpc>
              <a:tabLst>
                <a:tab algn="l" pos="0"/>
              </a:tabLst>
            </a:pPr>
            <a:endParaRPr b="0" lang="en-US" sz="2400" strike="noStrike" u="none">
              <a:solidFill>
                <a:srgbClr val="000000"/>
              </a:solidFill>
              <a:effectLst/>
              <a:uFillTx/>
              <a:latin typeface="Arial"/>
            </a:endParaRPr>
          </a:p>
        </p:txBody>
      </p:sp>
      <p:grpSp>
        <p:nvGrpSpPr>
          <p:cNvPr id="335" name="Google Shape;387;p32"/>
          <p:cNvGrpSpPr/>
          <p:nvPr/>
        </p:nvGrpSpPr>
        <p:grpSpPr>
          <a:xfrm>
            <a:off x="8590680" y="4839480"/>
            <a:ext cx="1684440" cy="1063440"/>
            <a:chOff x="8590680" y="4839480"/>
            <a:chExt cx="1684440" cy="1063440"/>
          </a:xfrm>
        </p:grpSpPr>
        <p:sp>
          <p:nvSpPr>
            <p:cNvPr id="336" name="Google Shape;388;p32"/>
            <p:cNvSpPr/>
            <p:nvPr/>
          </p:nvSpPr>
          <p:spPr>
            <a:xfrm>
              <a:off x="8590680" y="4839480"/>
              <a:ext cx="1684440" cy="1039320"/>
            </a:xfrm>
            <a:prstGeom prst="flowChartMagneticDisk">
              <a:avLst/>
            </a:prstGeom>
            <a:solidFill>
              <a:srgbClr val="b7b7b7"/>
            </a:solidFill>
            <a:ln w="19050">
              <a:solidFill>
                <a:srgbClr val="44546a"/>
              </a:solidFill>
              <a:round/>
            </a:ln>
          </p:spPr>
          <p:style>
            <a:lnRef idx="0"/>
            <a:fillRef idx="0"/>
            <a:effectRef idx="0"/>
            <a:fontRef idx="minor"/>
          </p:style>
          <p:txBody>
            <a:bodyPr lIns="90000" rIns="90000" tIns="91440" bIns="91440" anchor="t">
              <a:noAutofit/>
            </a:bodyPr>
            <a:p>
              <a:pPr algn="ctr">
                <a:lnSpc>
                  <a:spcPct val="100000"/>
                </a:lnSpc>
                <a:tabLst>
                  <a:tab algn="l" pos="0"/>
                </a:tabLst>
              </a:pPr>
              <a:r>
                <a:rPr b="1" lang="en-US" sz="1800" strike="noStrike" u="none">
                  <a:solidFill>
                    <a:srgbClr val="000000"/>
                  </a:solidFill>
                  <a:effectLst/>
                  <a:uFillTx/>
                  <a:latin typeface="Arial"/>
                  <a:ea typeface="Arial"/>
                </a:rPr>
                <a:t>Volume</a:t>
              </a:r>
              <a:endParaRPr b="0" lang="en-US" sz="1800" strike="noStrike" u="none">
                <a:solidFill>
                  <a:srgbClr val="000000"/>
                </a:solidFill>
                <a:effectLst/>
                <a:uFillTx/>
                <a:latin typeface="Arial"/>
              </a:endParaRPr>
            </a:p>
          </p:txBody>
        </p:sp>
        <p:sp>
          <p:nvSpPr>
            <p:cNvPr id="337" name="Google Shape;389;p32"/>
            <p:cNvSpPr/>
            <p:nvPr/>
          </p:nvSpPr>
          <p:spPr>
            <a:xfrm>
              <a:off x="9100440" y="5484960"/>
              <a:ext cx="664560" cy="41796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i="1" lang="en-US" sz="1400" strike="noStrike" u="none">
                  <a:solidFill>
                    <a:srgbClr val="000000"/>
                  </a:solidFill>
                  <a:effectLst/>
                  <a:uFillTx/>
                  <a:latin typeface="Arial"/>
                  <a:ea typeface="Arial"/>
                </a:rPr>
                <a:t>3GB</a:t>
              </a:r>
              <a:endParaRPr b="0" lang="en-US" sz="1400" strike="noStrike" u="none">
                <a:solidFill>
                  <a:srgbClr val="000000"/>
                </a:solidFill>
                <a:effectLst/>
                <a:uFillTx/>
                <a:latin typeface="Arial"/>
              </a:endParaRPr>
            </a:p>
          </p:txBody>
        </p:sp>
      </p:grpSp>
      <p:sp>
        <p:nvSpPr>
          <p:cNvPr id="338" name="Google Shape;390;p32"/>
          <p:cNvSpPr/>
          <p:nvPr/>
        </p:nvSpPr>
        <p:spPr>
          <a:xfrm>
            <a:off x="8637480" y="3224880"/>
            <a:ext cx="1536120" cy="81576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Persistent</a:t>
            </a:r>
            <a:endParaRPr b="0" lang="en-US" sz="14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Volume</a:t>
            </a:r>
            <a:endParaRPr b="0" lang="en-US" sz="1400" strike="noStrike" u="none">
              <a:solidFill>
                <a:srgbClr val="000000"/>
              </a:solidFill>
              <a:effectLst/>
              <a:uFillTx/>
              <a:latin typeface="Arial"/>
            </a:endParaRPr>
          </a:p>
        </p:txBody>
      </p:sp>
      <p:sp>
        <p:nvSpPr>
          <p:cNvPr id="339" name="Google Shape;391;p32"/>
          <p:cNvSpPr/>
          <p:nvPr/>
        </p:nvSpPr>
        <p:spPr>
          <a:xfrm>
            <a:off x="9406080" y="4041360"/>
            <a:ext cx="26280" cy="797400"/>
          </a:xfrm>
          <a:custGeom>
            <a:avLst/>
            <a:gdLst>
              <a:gd name="textAreaLeft" fmla="*/ 0 w 26280"/>
              <a:gd name="textAreaRight" fmla="*/ 26640 w 26280"/>
              <a:gd name="textAreaTop" fmla="*/ 0 h 797400"/>
              <a:gd name="textAreaBottom" fmla="*/ 797760 h 797400"/>
            </a:gdLst>
            <a:ahLst/>
            <a:cxnLst/>
            <a:rect l="textAreaLeft" t="textAreaTop" r="textAreaRight" b="textAreaBottom"/>
            <a:pathLst>
              <a:path w="21600" h="21600">
                <a:moveTo>
                  <a:pt x="0" y="0"/>
                </a:moveTo>
                <a:lnTo>
                  <a:pt x="21600" y="21600"/>
                </a:lnTo>
              </a:path>
            </a:pathLst>
          </a:custGeom>
          <a:noFill/>
          <a:ln w="28575">
            <a:solidFill>
              <a:srgbClr val="44546a"/>
            </a:solidFill>
            <a:round/>
            <a:headEnd len="med" type="triangle" w="me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PlaceHolder 1"/>
          <p:cNvSpPr>
            <a:spLocks noGrp="1"/>
          </p:cNvSpPr>
          <p:nvPr>
            <p:ph type="title"/>
          </p:nvPr>
        </p:nvSpPr>
        <p:spPr>
          <a:xfrm>
            <a:off x="952560" y="324000"/>
            <a:ext cx="11231280" cy="90756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Requesting a new PV (via PVC)</a:t>
            </a:r>
            <a:endParaRPr b="0" lang="en-US" sz="3200" strike="noStrike" u="none">
              <a:solidFill>
                <a:srgbClr val="000000"/>
              </a:solidFill>
              <a:effectLst/>
              <a:uFillTx/>
              <a:latin typeface="Arial"/>
            </a:endParaRPr>
          </a:p>
        </p:txBody>
      </p:sp>
      <p:sp>
        <p:nvSpPr>
          <p:cNvPr id="341" name="PlaceHolder 2"/>
          <p:cNvSpPr>
            <a:spLocks noGrp="1"/>
          </p:cNvSpPr>
          <p:nvPr>
            <p:ph type="sldNum" idx="52"/>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5A40D3C8-536F-47A8-8B8D-3E2429DD4081}"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342" name="Google Shape;399;p33"/>
          <p:cNvSpPr/>
          <p:nvPr/>
        </p:nvSpPr>
        <p:spPr>
          <a:xfrm>
            <a:off x="1368720" y="1390680"/>
            <a:ext cx="4726440" cy="4970520"/>
          </a:xfrm>
          <a:prstGeom prst="rect">
            <a:avLst/>
          </a:prstGeom>
          <a:noFill/>
          <a:ln w="19050">
            <a:solidFill>
              <a:srgbClr val="000000"/>
            </a:solidFill>
            <a:round/>
          </a:ln>
        </p:spPr>
        <p:style>
          <a:lnRef idx="0"/>
          <a:fillRef idx="0"/>
          <a:effectRef idx="0"/>
          <a:fontRef idx="minor"/>
        </p:style>
        <p:txBody>
          <a:bodyPr lIns="90000" rIns="90000" tIns="91440" bIns="91440" anchor="t">
            <a:noAutofit/>
          </a:bodyPr>
          <a:p>
            <a:pPr>
              <a:lnSpc>
                <a:spcPct val="100000"/>
              </a:lnSpc>
              <a:tabLst>
                <a:tab algn="l" pos="0"/>
              </a:tabLst>
            </a:pPr>
            <a:r>
              <a:rPr b="0" lang="en-US" sz="2200" strike="noStrike" u="none">
                <a:solidFill>
                  <a:srgbClr val="000000"/>
                </a:solidFill>
                <a:effectLst/>
                <a:uFillTx/>
                <a:latin typeface="Consolas"/>
                <a:ea typeface="Consolas"/>
              </a:rPr>
              <a:t>kind: PersistentVolumeClaim</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apiVersion: v1</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metadata:</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  name: example-pvc</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spec:</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  storageClassName: slow</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  accessModes:</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    - ReadWriteOnce</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  resources:</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    requests:</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      storage: 3Gi</a:t>
            </a:r>
            <a:endParaRPr b="0" lang="en-US" sz="2200" strike="noStrike" u="none">
              <a:solidFill>
                <a:srgbClr val="000000"/>
              </a:solidFill>
              <a:effectLst/>
              <a:uFillTx/>
              <a:latin typeface="Arial"/>
            </a:endParaRPr>
          </a:p>
          <a:p>
            <a:pPr>
              <a:lnSpc>
                <a:spcPct val="100000"/>
              </a:lnSpc>
              <a:tabLst>
                <a:tab algn="l" pos="0"/>
              </a:tabLst>
            </a:pPr>
            <a:endParaRPr b="0" lang="en-US" sz="2400" strike="noStrike" u="none">
              <a:solidFill>
                <a:srgbClr val="000000"/>
              </a:solidFill>
              <a:effectLst/>
              <a:uFillTx/>
              <a:latin typeface="Arial"/>
            </a:endParaRPr>
          </a:p>
        </p:txBody>
      </p:sp>
      <p:sp>
        <p:nvSpPr>
          <p:cNvPr id="343" name="Google Shape;400;p33"/>
          <p:cNvSpPr/>
          <p:nvPr/>
        </p:nvSpPr>
        <p:spPr>
          <a:xfrm>
            <a:off x="1443600" y="2831760"/>
            <a:ext cx="3899160" cy="368280"/>
          </a:xfrm>
          <a:prstGeom prst="rect">
            <a:avLst/>
          </a:prstGeom>
          <a:noFill/>
          <a:ln w="28575">
            <a:solidFill>
              <a:srgbClr val="b6d7a8"/>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44" name="Google Shape;401;p33"/>
          <p:cNvSpPr/>
          <p:nvPr/>
        </p:nvSpPr>
        <p:spPr>
          <a:xfrm>
            <a:off x="1600200" y="3256920"/>
            <a:ext cx="4178520" cy="207720"/>
          </a:xfrm>
          <a:prstGeom prst="rect">
            <a:avLst/>
          </a:prstGeom>
          <a:noFill/>
          <a:ln w="28575">
            <a:solidFill>
              <a:srgbClr val="b6d7a8"/>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45" name="Google Shape;402;p33"/>
          <p:cNvSpPr/>
          <p:nvPr/>
        </p:nvSpPr>
        <p:spPr>
          <a:xfrm>
            <a:off x="1764720" y="4217760"/>
            <a:ext cx="3264120" cy="1099080"/>
          </a:xfrm>
          <a:prstGeom prst="rect">
            <a:avLst/>
          </a:prstGeom>
          <a:noFill/>
          <a:ln w="28575">
            <a:solidFill>
              <a:srgbClr val="b6d7a8"/>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nvGrpSpPr>
          <p:cNvPr id="346" name="Google Shape;403;p33"/>
          <p:cNvGrpSpPr/>
          <p:nvPr/>
        </p:nvGrpSpPr>
        <p:grpSpPr>
          <a:xfrm>
            <a:off x="8590680" y="4839480"/>
            <a:ext cx="1684440" cy="1063440"/>
            <a:chOff x="8590680" y="4839480"/>
            <a:chExt cx="1684440" cy="1063440"/>
          </a:xfrm>
        </p:grpSpPr>
        <p:sp>
          <p:nvSpPr>
            <p:cNvPr id="347" name="Google Shape;404;p33"/>
            <p:cNvSpPr/>
            <p:nvPr/>
          </p:nvSpPr>
          <p:spPr>
            <a:xfrm>
              <a:off x="8590680" y="4839480"/>
              <a:ext cx="1684440" cy="1039320"/>
            </a:xfrm>
            <a:prstGeom prst="flowChartMagneticDisk">
              <a:avLst/>
            </a:prstGeom>
            <a:solidFill>
              <a:srgbClr val="b7b7b7"/>
            </a:solidFill>
            <a:ln w="19050">
              <a:solidFill>
                <a:srgbClr val="44546a"/>
              </a:solidFill>
              <a:round/>
            </a:ln>
          </p:spPr>
          <p:style>
            <a:lnRef idx="0"/>
            <a:fillRef idx="0"/>
            <a:effectRef idx="0"/>
            <a:fontRef idx="minor"/>
          </p:style>
          <p:txBody>
            <a:bodyPr lIns="90000" rIns="90000" tIns="91440" bIns="91440" anchor="t">
              <a:noAutofit/>
            </a:bodyPr>
            <a:p>
              <a:pPr algn="ctr">
                <a:lnSpc>
                  <a:spcPct val="100000"/>
                </a:lnSpc>
                <a:tabLst>
                  <a:tab algn="l" pos="0"/>
                </a:tabLst>
              </a:pPr>
              <a:r>
                <a:rPr b="1" lang="en-US" sz="1800" strike="noStrike" u="none">
                  <a:solidFill>
                    <a:srgbClr val="000000"/>
                  </a:solidFill>
                  <a:effectLst/>
                  <a:uFillTx/>
                  <a:latin typeface="Arial"/>
                  <a:ea typeface="Arial"/>
                </a:rPr>
                <a:t>Volume</a:t>
              </a:r>
              <a:endParaRPr b="0" lang="en-US" sz="1800" strike="noStrike" u="none">
                <a:solidFill>
                  <a:srgbClr val="000000"/>
                </a:solidFill>
                <a:effectLst/>
                <a:uFillTx/>
                <a:latin typeface="Arial"/>
              </a:endParaRPr>
            </a:p>
          </p:txBody>
        </p:sp>
        <p:sp>
          <p:nvSpPr>
            <p:cNvPr id="348" name="Google Shape;405;p33"/>
            <p:cNvSpPr/>
            <p:nvPr/>
          </p:nvSpPr>
          <p:spPr>
            <a:xfrm>
              <a:off x="9100440" y="5484960"/>
              <a:ext cx="664560" cy="41796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i="1" lang="en-US" sz="1400" strike="noStrike" u="none">
                  <a:solidFill>
                    <a:srgbClr val="000000"/>
                  </a:solidFill>
                  <a:effectLst/>
                  <a:uFillTx/>
                  <a:latin typeface="Arial"/>
                  <a:ea typeface="Arial"/>
                </a:rPr>
                <a:t>3GB</a:t>
              </a:r>
              <a:endParaRPr b="0" lang="en-US" sz="1400" strike="noStrike" u="none">
                <a:solidFill>
                  <a:srgbClr val="000000"/>
                </a:solidFill>
                <a:effectLst/>
                <a:uFillTx/>
                <a:latin typeface="Arial"/>
              </a:endParaRPr>
            </a:p>
          </p:txBody>
        </p:sp>
      </p:grpSp>
      <p:sp>
        <p:nvSpPr>
          <p:cNvPr id="349" name="Google Shape;406;p33"/>
          <p:cNvSpPr/>
          <p:nvPr/>
        </p:nvSpPr>
        <p:spPr>
          <a:xfrm>
            <a:off x="8637480" y="3224880"/>
            <a:ext cx="1536120" cy="81576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Persistent</a:t>
            </a:r>
            <a:endParaRPr b="0" lang="en-US" sz="14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Volume</a:t>
            </a:r>
            <a:endParaRPr b="0" lang="en-US" sz="1400" strike="noStrike" u="none">
              <a:solidFill>
                <a:srgbClr val="000000"/>
              </a:solidFill>
              <a:effectLst/>
              <a:uFillTx/>
              <a:latin typeface="Arial"/>
            </a:endParaRPr>
          </a:p>
        </p:txBody>
      </p:sp>
      <p:sp>
        <p:nvSpPr>
          <p:cNvPr id="350" name="Google Shape;407;p33"/>
          <p:cNvSpPr/>
          <p:nvPr/>
        </p:nvSpPr>
        <p:spPr>
          <a:xfrm>
            <a:off x="9406080" y="4041360"/>
            <a:ext cx="26280" cy="797400"/>
          </a:xfrm>
          <a:custGeom>
            <a:avLst/>
            <a:gdLst>
              <a:gd name="textAreaLeft" fmla="*/ 0 w 26280"/>
              <a:gd name="textAreaRight" fmla="*/ 26640 w 26280"/>
              <a:gd name="textAreaTop" fmla="*/ 0 h 797400"/>
              <a:gd name="textAreaBottom" fmla="*/ 797760 h 797400"/>
            </a:gdLst>
            <a:ahLst/>
            <a:cxnLst/>
            <a:rect l="textAreaLeft" t="textAreaTop" r="textAreaRight" b="textAreaBottom"/>
            <a:pathLst>
              <a:path w="21600" h="21600">
                <a:moveTo>
                  <a:pt x="0" y="0"/>
                </a:moveTo>
                <a:lnTo>
                  <a:pt x="21600" y="21600"/>
                </a:lnTo>
              </a:path>
            </a:pathLst>
          </a:custGeom>
          <a:noFill/>
          <a:ln w="28575">
            <a:solidFill>
              <a:srgbClr val="44546a"/>
            </a:solidFill>
            <a:round/>
            <a:headEnd len="med" type="triangle" w="me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51" name="Google Shape;408;p33"/>
          <p:cNvSpPr/>
          <p:nvPr/>
        </p:nvSpPr>
        <p:spPr>
          <a:xfrm>
            <a:off x="7822080" y="1616760"/>
            <a:ext cx="3166920" cy="9712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PersistentVolumeClaim</a:t>
            </a:r>
            <a:endParaRPr b="0" lang="en-US" sz="1800" strike="noStrike" u="none">
              <a:solidFill>
                <a:srgbClr val="000000"/>
              </a:solidFill>
              <a:effectLst/>
              <a:uFillTx/>
              <a:latin typeface="Arial"/>
            </a:endParaRPr>
          </a:p>
        </p:txBody>
      </p:sp>
      <p:sp>
        <p:nvSpPr>
          <p:cNvPr id="352" name="Google Shape;409;p33"/>
          <p:cNvSpPr/>
          <p:nvPr/>
        </p:nvSpPr>
        <p:spPr>
          <a:xfrm>
            <a:off x="9406080" y="2588760"/>
            <a:ext cx="360" cy="635760"/>
          </a:xfrm>
          <a:custGeom>
            <a:avLst/>
            <a:gdLst>
              <a:gd name="textAreaLeft" fmla="*/ 0 w 360"/>
              <a:gd name="textAreaRight" fmla="*/ 720 w 360"/>
              <a:gd name="textAreaTop" fmla="*/ 0 h 635760"/>
              <a:gd name="textAreaBottom" fmla="*/ 636120 h 63576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0">
                                  <p:stCondLst>
                                    <p:cond delay="0"/>
                                  </p:stCondLst>
                                  <p:childTnLst>
                                    <p:set>
                                      <p:cBhvr>
                                        <p:cTn id="6" dur="1" fill="hold">
                                          <p:stCondLst>
                                            <p:cond delay="0"/>
                                          </p:stCondLst>
                                        </p:cTn>
                                        <p:tgtEl>
                                          <p:spTgt spid="343"/>
                                        </p:tgtEl>
                                        <p:attrNameLst>
                                          <p:attrName>style.visibility</p:attrName>
                                        </p:attrNameLst>
                                      </p:cBhvr>
                                      <p:to>
                                        <p:strVal val="visible"/>
                                      </p:to>
                                    </p:set>
                                    <p:animEffect filter="fade" transition="in">
                                      <p:cBhvr additive="repl">
                                        <p:cTn id="7" dur="1000"/>
                                        <p:tgtEl>
                                          <p:spTgt spid="343"/>
                                        </p:tgtEl>
                                      </p:cBhvr>
                                    </p:animEffect>
                                  </p:childTnLst>
                                </p:cTn>
                              </p:par>
                            </p:childTnLst>
                          </p:cTn>
                        </p:par>
                      </p:childTnLst>
                    </p:cTn>
                  </p:par>
                  <p:par>
                    <p:cTn id="8" fill="hold">
                      <p:stCondLst>
                        <p:cond delay="indefinite"/>
                      </p:stCondLst>
                      <p:childTnLst>
                        <p:par>
                          <p:cTn id="9" fill="hold">
                            <p:stCondLst>
                              <p:cond delay="0"/>
                            </p:stCondLst>
                            <p:childTnLst>
                              <p:par>
                                <p:cTn id="10" nodeType="clickEffect" fill="hold" presetClass="exit" presetID="10">
                                  <p:stCondLst>
                                    <p:cond delay="0"/>
                                  </p:stCondLst>
                                  <p:childTnLst>
                                    <p:animEffect filter="fade" transition="out">
                                      <p:cBhvr additive="repl">
                                        <p:cTn id="11" dur="1000"/>
                                        <p:tgtEl>
                                          <p:spTgt spid="343"/>
                                        </p:tgtEl>
                                      </p:cBhvr>
                                    </p:animEffect>
                                    <p:set>
                                      <p:cBhvr>
                                        <p:cTn id="12" dur="1" fill="hold">
                                          <p:stCondLst>
                                            <p:cond delay="1000"/>
                                          </p:stCondLst>
                                        </p:cTn>
                                        <p:tgtEl>
                                          <p:spTgt spid="34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nodeType="clickEffect" fill="hold" presetClass="entr" presetID="10">
                                  <p:stCondLst>
                                    <p:cond delay="0"/>
                                  </p:stCondLst>
                                  <p:childTnLst>
                                    <p:set>
                                      <p:cBhvr>
                                        <p:cTn id="16" dur="1" fill="hold">
                                          <p:stCondLst>
                                            <p:cond delay="0"/>
                                          </p:stCondLst>
                                        </p:cTn>
                                        <p:tgtEl>
                                          <p:spTgt spid="344"/>
                                        </p:tgtEl>
                                        <p:attrNameLst>
                                          <p:attrName>style.visibility</p:attrName>
                                        </p:attrNameLst>
                                      </p:cBhvr>
                                      <p:to>
                                        <p:strVal val="visible"/>
                                      </p:to>
                                    </p:set>
                                    <p:animEffect filter="fade" transition="in">
                                      <p:cBhvr additive="repl">
                                        <p:cTn id="17" dur="1000"/>
                                        <p:tgtEl>
                                          <p:spTgt spid="344"/>
                                        </p:tgtEl>
                                      </p:cBhvr>
                                    </p:animEffect>
                                  </p:childTnLst>
                                </p:cTn>
                              </p:par>
                            </p:childTnLst>
                          </p:cTn>
                        </p:par>
                      </p:childTnLst>
                    </p:cTn>
                  </p:par>
                  <p:par>
                    <p:cTn id="18" fill="hold">
                      <p:stCondLst>
                        <p:cond delay="indefinite"/>
                      </p:stCondLst>
                      <p:childTnLst>
                        <p:par>
                          <p:cTn id="19" fill="hold">
                            <p:stCondLst>
                              <p:cond delay="0"/>
                            </p:stCondLst>
                            <p:childTnLst>
                              <p:par>
                                <p:cTn id="20" nodeType="clickEffect" fill="hold" presetClass="exit" presetID="10">
                                  <p:stCondLst>
                                    <p:cond delay="0"/>
                                  </p:stCondLst>
                                  <p:childTnLst>
                                    <p:animEffect filter="fade" transition="out">
                                      <p:cBhvr additive="repl">
                                        <p:cTn id="21" dur="1000"/>
                                        <p:tgtEl>
                                          <p:spTgt spid="344"/>
                                        </p:tgtEl>
                                      </p:cBhvr>
                                    </p:animEffect>
                                    <p:set>
                                      <p:cBhvr>
                                        <p:cTn id="22" dur="1" fill="hold">
                                          <p:stCondLst>
                                            <p:cond delay="1000"/>
                                          </p:stCondLst>
                                        </p:cTn>
                                        <p:tgtEl>
                                          <p:spTgt spid="344"/>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nodeType="clickEffect" fill="hold" presetClass="entr" presetID="10">
                                  <p:stCondLst>
                                    <p:cond delay="0"/>
                                  </p:stCondLst>
                                  <p:childTnLst>
                                    <p:set>
                                      <p:cBhvr>
                                        <p:cTn id="26" dur="1" fill="hold">
                                          <p:stCondLst>
                                            <p:cond delay="0"/>
                                          </p:stCondLst>
                                        </p:cTn>
                                        <p:tgtEl>
                                          <p:spTgt spid="345"/>
                                        </p:tgtEl>
                                        <p:attrNameLst>
                                          <p:attrName>style.visibility</p:attrName>
                                        </p:attrNameLst>
                                      </p:cBhvr>
                                      <p:to>
                                        <p:strVal val="visible"/>
                                      </p:to>
                                    </p:set>
                                    <p:animEffect filter="fade" transition="in">
                                      <p:cBhvr additive="repl">
                                        <p:cTn id="27" dur="1000"/>
                                        <p:tgtEl>
                                          <p:spTgt spid="345"/>
                                        </p:tgtEl>
                                      </p:cBhvr>
                                    </p:animEffect>
                                  </p:childTnLst>
                                </p:cTn>
                              </p:par>
                            </p:childTnLst>
                          </p:cTn>
                        </p:par>
                      </p:childTnLst>
                    </p:cTn>
                  </p:par>
                  <p:par>
                    <p:cTn id="28" fill="hold">
                      <p:stCondLst>
                        <p:cond delay="indefinite"/>
                      </p:stCondLst>
                      <p:childTnLst>
                        <p:par>
                          <p:cTn id="29" fill="hold">
                            <p:stCondLst>
                              <p:cond delay="0"/>
                            </p:stCondLst>
                            <p:childTnLst>
                              <p:par>
                                <p:cTn id="30" nodeType="clickEffect" fill="hold" presetClass="exit" presetID="10">
                                  <p:stCondLst>
                                    <p:cond delay="0"/>
                                  </p:stCondLst>
                                  <p:childTnLst>
                                    <p:animEffect filter="fade" transition="out">
                                      <p:cBhvr additive="repl">
                                        <p:cTn id="31" dur="1000"/>
                                        <p:tgtEl>
                                          <p:spTgt spid="345"/>
                                        </p:tgtEl>
                                      </p:cBhvr>
                                    </p:animEffect>
                                    <p:set>
                                      <p:cBhvr>
                                        <p:cTn id="32" dur="1" fill="hold">
                                          <p:stCondLst>
                                            <p:cond delay="1000"/>
                                          </p:stCondLst>
                                        </p:cTn>
                                        <p:tgtEl>
                                          <p:spTgt spid="34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PlaceHolder 1"/>
          <p:cNvSpPr>
            <a:spLocks noGrp="1"/>
          </p:cNvSpPr>
          <p:nvPr>
            <p:ph type="title"/>
          </p:nvPr>
        </p:nvSpPr>
        <p:spPr>
          <a:xfrm>
            <a:off x="952560" y="324000"/>
            <a:ext cx="11231280" cy="90756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StorageClass</a:t>
            </a:r>
            <a:endParaRPr b="0" lang="en-US" sz="3200" strike="noStrike" u="none">
              <a:solidFill>
                <a:srgbClr val="000000"/>
              </a:solidFill>
              <a:effectLst/>
              <a:uFillTx/>
              <a:latin typeface="Arial"/>
            </a:endParaRPr>
          </a:p>
        </p:txBody>
      </p:sp>
      <p:sp>
        <p:nvSpPr>
          <p:cNvPr id="354" name="PlaceHolder 2"/>
          <p:cNvSpPr>
            <a:spLocks noGrp="1"/>
          </p:cNvSpPr>
          <p:nvPr>
            <p:ph type="sldNum" idx="53"/>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B7987F86-0F67-4EAB-8ABA-598BDB2F8D80}"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355" name="Google Shape;417;p34"/>
          <p:cNvSpPr/>
          <p:nvPr/>
        </p:nvSpPr>
        <p:spPr>
          <a:xfrm>
            <a:off x="1368720" y="1390680"/>
            <a:ext cx="9453960" cy="4970520"/>
          </a:xfrm>
          <a:prstGeom prst="rect">
            <a:avLst/>
          </a:prstGeom>
          <a:noFill/>
          <a:ln w="19050">
            <a:solidFill>
              <a:srgbClr val="000000"/>
            </a:solidFill>
            <a:round/>
          </a:ln>
        </p:spPr>
        <p:style>
          <a:lnRef idx="0"/>
          <a:fillRef idx="0"/>
          <a:effectRef idx="0"/>
          <a:fontRef idx="minor"/>
        </p:style>
        <p:txBody>
          <a:bodyPr lIns="90000" rIns="90000" tIns="91440" bIns="91440" anchor="t">
            <a:noAutofit/>
          </a:bodyPr>
          <a:p>
            <a:pPr>
              <a:lnSpc>
                <a:spcPct val="100000"/>
              </a:lnSpc>
              <a:tabLst>
                <a:tab algn="l" pos="0"/>
              </a:tabLst>
            </a:pPr>
            <a:r>
              <a:rPr b="0" lang="en-US" sz="2200" strike="noStrike" u="none">
                <a:solidFill>
                  <a:srgbClr val="000000"/>
                </a:solidFill>
                <a:effectLst/>
                <a:uFillTx/>
                <a:latin typeface="Consolas"/>
                <a:ea typeface="Consolas"/>
              </a:rPr>
              <a:t>kind: StorageClass</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apiVersion: storage.k8s.io/v1</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metadata:</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  name: slow</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annotations:</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  storageclass.kubernetes.io/is-default-class: "true"</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provisioner: kubernetes.io/gce-pd</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parameters:</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  type: pd-standard</a:t>
            </a:r>
            <a:endParaRPr b="0" lang="en-US" sz="2200" strike="noStrike" u="none">
              <a:solidFill>
                <a:srgbClr val="000000"/>
              </a:solidFill>
              <a:effectLst/>
              <a:uFillTx/>
              <a:latin typeface="Arial"/>
            </a:endParaRPr>
          </a:p>
          <a:p>
            <a:pPr>
              <a:lnSpc>
                <a:spcPct val="100000"/>
              </a:lnSpc>
              <a:tabLst>
                <a:tab algn="l" pos="0"/>
              </a:tabLst>
            </a:pPr>
            <a:r>
              <a:rPr b="0" lang="en-US" sz="2200" strike="noStrike" u="none">
                <a:solidFill>
                  <a:srgbClr val="000000"/>
                </a:solidFill>
                <a:effectLst/>
                <a:uFillTx/>
                <a:latin typeface="Consolas"/>
                <a:ea typeface="Consolas"/>
              </a:rPr>
              <a:t>  replication-type: none</a:t>
            </a:r>
            <a:endParaRPr b="0" lang="en-US" sz="22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6" name="PlaceHolder 1"/>
          <p:cNvSpPr>
            <a:spLocks noGrp="1"/>
          </p:cNvSpPr>
          <p:nvPr>
            <p:ph type="title"/>
          </p:nvPr>
        </p:nvSpPr>
        <p:spPr>
          <a:xfrm>
            <a:off x="952560" y="324000"/>
            <a:ext cx="11231280" cy="90756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StorageClass</a:t>
            </a:r>
            <a:endParaRPr b="0" lang="en-US" sz="3200" strike="noStrike" u="none">
              <a:solidFill>
                <a:srgbClr val="000000"/>
              </a:solidFill>
              <a:effectLst/>
              <a:uFillTx/>
              <a:latin typeface="Arial"/>
            </a:endParaRPr>
          </a:p>
        </p:txBody>
      </p:sp>
      <p:sp>
        <p:nvSpPr>
          <p:cNvPr id="357" name="PlaceHolder 2"/>
          <p:cNvSpPr>
            <a:spLocks noGrp="1"/>
          </p:cNvSpPr>
          <p:nvPr>
            <p:ph type="sldNum" idx="54"/>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E5C1548C-C815-4B65-84CE-66CD92315BBC}"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358" name="Google Shape;425;p35"/>
          <p:cNvSpPr/>
          <p:nvPr/>
        </p:nvSpPr>
        <p:spPr>
          <a:xfrm>
            <a:off x="1368720" y="1390680"/>
            <a:ext cx="9453960" cy="4970520"/>
          </a:xfrm>
          <a:prstGeom prst="rect">
            <a:avLst/>
          </a:prstGeom>
          <a:noFill/>
          <a:ln w="19050">
            <a:solidFill>
              <a:srgbClr val="000000"/>
            </a:solidFill>
            <a:round/>
          </a:ln>
        </p:spPr>
        <p:style>
          <a:lnRef idx="0"/>
          <a:fillRef idx="0"/>
          <a:effectRef idx="0"/>
          <a:fontRef idx="minor"/>
        </p:style>
        <p:txBody>
          <a:bodyPr lIns="90000" rIns="90000" tIns="91440" bIns="91440" anchor="t">
            <a:noAutofit/>
          </a:bodyPr>
          <a:p>
            <a:pPr>
              <a:lnSpc>
                <a:spcPct val="100000"/>
              </a:lnSpc>
              <a:tabLst>
                <a:tab algn="l" pos="0"/>
              </a:tabLst>
            </a:pPr>
            <a:r>
              <a:rPr b="0" lang="en-US" sz="2400" strike="noStrike" u="none">
                <a:solidFill>
                  <a:srgbClr val="000000"/>
                </a:solidFill>
                <a:effectLst/>
                <a:uFillTx/>
                <a:latin typeface="Consolas"/>
                <a:ea typeface="Consolas"/>
              </a:rPr>
              <a:t>kind: StorageClass</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apiVersion: storage.k8s.io/v1</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metadata:</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name: fast</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annotations:</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storageclass.kubernetes.io/is-default-class: "false"</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provisioner: kubernetes.io/gce-pd</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parameters:</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type: pd-ssd</a:t>
            </a:r>
            <a:endParaRPr b="0" lang="en-US" sz="2400" strike="noStrike" u="none">
              <a:solidFill>
                <a:srgbClr val="000000"/>
              </a:solidFill>
              <a:effectLst/>
              <a:uFillTx/>
              <a:latin typeface="Arial"/>
            </a:endParaRPr>
          </a:p>
          <a:p>
            <a:pPr>
              <a:lnSpc>
                <a:spcPct val="100000"/>
              </a:lnSpc>
              <a:tabLst>
                <a:tab algn="l" pos="0"/>
              </a:tabLst>
            </a:pPr>
            <a:r>
              <a:rPr b="0" lang="en-US" sz="2400" strike="noStrike" u="none">
                <a:solidFill>
                  <a:srgbClr val="000000"/>
                </a:solidFill>
                <a:effectLst/>
                <a:uFillTx/>
                <a:latin typeface="Consolas"/>
                <a:ea typeface="Consolas"/>
              </a:rPr>
              <a:t>  replication-type: none</a:t>
            </a:r>
            <a:endParaRPr b="0" lang="en-US" sz="2400" strike="noStrike" u="none">
              <a:solidFill>
                <a:srgbClr val="000000"/>
              </a:solidFill>
              <a:effectLst/>
              <a:uFillTx/>
              <a:latin typeface="Arial"/>
            </a:endParaRPr>
          </a:p>
        </p:txBody>
      </p:sp>
      <p:sp>
        <p:nvSpPr>
          <p:cNvPr id="359" name="Google Shape;426;p35"/>
          <p:cNvSpPr/>
          <p:nvPr/>
        </p:nvSpPr>
        <p:spPr>
          <a:xfrm>
            <a:off x="2815200" y="2572200"/>
            <a:ext cx="914040" cy="368280"/>
          </a:xfrm>
          <a:prstGeom prst="rect">
            <a:avLst/>
          </a:prstGeom>
          <a:noFill/>
          <a:ln w="28575">
            <a:solidFill>
              <a:srgbClr val="b6d7a8"/>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60" name="Google Shape;427;p35"/>
          <p:cNvSpPr/>
          <p:nvPr/>
        </p:nvSpPr>
        <p:spPr>
          <a:xfrm>
            <a:off x="2832120" y="4800600"/>
            <a:ext cx="1282320" cy="368280"/>
          </a:xfrm>
          <a:prstGeom prst="rect">
            <a:avLst/>
          </a:prstGeom>
          <a:noFill/>
          <a:ln w="28575">
            <a:solidFill>
              <a:srgbClr val="b6d7a8"/>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timing>
    <p:tnLst>
      <p:par>
        <p:cTn id="33" dur="indefinite" restart="never" nodeType="tmRoot">
          <p:childTnLst>
            <p:seq>
              <p:cTn id="34" dur="indefinite" nodeType="mainSeq">
                <p:childTnLst>
                  <p:par>
                    <p:cTn id="35" fill="hold">
                      <p:stCondLst>
                        <p:cond delay="indefinite"/>
                      </p:stCondLst>
                      <p:childTnLst>
                        <p:par>
                          <p:cTn id="36" fill="hold">
                            <p:stCondLst>
                              <p:cond delay="0"/>
                            </p:stCondLst>
                            <p:childTnLst>
                              <p:par>
                                <p:cTn id="37" nodeType="clickEffect" fill="hold" presetClass="entr" presetID="10">
                                  <p:stCondLst>
                                    <p:cond delay="0"/>
                                  </p:stCondLst>
                                  <p:childTnLst>
                                    <p:set>
                                      <p:cBhvr>
                                        <p:cTn id="38" dur="1" fill="hold">
                                          <p:stCondLst>
                                            <p:cond delay="0"/>
                                          </p:stCondLst>
                                        </p:cTn>
                                        <p:tgtEl>
                                          <p:spTgt spid="359"/>
                                        </p:tgtEl>
                                        <p:attrNameLst>
                                          <p:attrName>style.visibility</p:attrName>
                                        </p:attrNameLst>
                                      </p:cBhvr>
                                      <p:to>
                                        <p:strVal val="visible"/>
                                      </p:to>
                                    </p:set>
                                    <p:animEffect filter="fade" transition="in">
                                      <p:cBhvr additive="repl">
                                        <p:cTn id="39" dur="1000"/>
                                        <p:tgtEl>
                                          <p:spTgt spid="359"/>
                                        </p:tgtEl>
                                      </p:cBhvr>
                                    </p:animEffect>
                                  </p:childTnLst>
                                </p:cTn>
                              </p:par>
                              <p:par>
                                <p:cTn id="40" nodeType="withEffect" fill="hold" presetClass="entr" presetID="10">
                                  <p:stCondLst>
                                    <p:cond delay="0"/>
                                  </p:stCondLst>
                                  <p:childTnLst>
                                    <p:set>
                                      <p:cBhvr>
                                        <p:cTn id="41" dur="1" fill="hold">
                                          <p:stCondLst>
                                            <p:cond delay="0"/>
                                          </p:stCondLst>
                                        </p:cTn>
                                        <p:tgtEl>
                                          <p:spTgt spid="360"/>
                                        </p:tgtEl>
                                        <p:attrNameLst>
                                          <p:attrName>style.visibility</p:attrName>
                                        </p:attrNameLst>
                                      </p:cBhvr>
                                      <p:to>
                                        <p:strVal val="visible"/>
                                      </p:to>
                                    </p:set>
                                    <p:animEffect filter="fade" transition="in">
                                      <p:cBhvr additive="repl">
                                        <p:cTn id="42" dur="1000"/>
                                        <p:tgtEl>
                                          <p:spTgt spid="3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PlaceHolder 1"/>
          <p:cNvSpPr>
            <a:spLocks noGrp="1"/>
          </p:cNvSpPr>
          <p:nvPr>
            <p:ph type="title"/>
          </p:nvPr>
        </p:nvSpPr>
        <p:spPr>
          <a:xfrm>
            <a:off x="952560" y="324000"/>
            <a:ext cx="11231280" cy="90756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Consuming a PV</a:t>
            </a:r>
            <a:endParaRPr b="0" lang="en-US" sz="3200" strike="noStrike" u="none">
              <a:solidFill>
                <a:srgbClr val="000000"/>
              </a:solidFill>
              <a:effectLst/>
              <a:uFillTx/>
              <a:latin typeface="Arial"/>
            </a:endParaRPr>
          </a:p>
        </p:txBody>
      </p:sp>
      <p:sp>
        <p:nvSpPr>
          <p:cNvPr id="362" name="PlaceHolder 2"/>
          <p:cNvSpPr>
            <a:spLocks noGrp="1"/>
          </p:cNvSpPr>
          <p:nvPr>
            <p:ph type="sldNum" idx="55"/>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903D98D9-04D5-4AB0-A08A-39F30566DF63}"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363" name="Google Shape;435;p36"/>
          <p:cNvSpPr/>
          <p:nvPr/>
        </p:nvSpPr>
        <p:spPr>
          <a:xfrm>
            <a:off x="1368720" y="1312920"/>
            <a:ext cx="5519160" cy="5139000"/>
          </a:xfrm>
          <a:prstGeom prst="rect">
            <a:avLst/>
          </a:prstGeom>
          <a:noFill/>
          <a:ln w="19050">
            <a:solidFill>
              <a:srgbClr val="000000"/>
            </a:solidFill>
            <a:round/>
          </a:ln>
        </p:spPr>
        <p:style>
          <a:lnRef idx="0"/>
          <a:fillRef idx="0"/>
          <a:effectRef idx="0"/>
          <a:fontRef idx="minor"/>
        </p:style>
        <p:txBody>
          <a:bodyPr lIns="90000" rIns="90000" tIns="91440" bIns="91440" anchor="t">
            <a:noAutofit/>
          </a:bodyPr>
          <a:p>
            <a:pPr>
              <a:lnSpc>
                <a:spcPct val="100000"/>
              </a:lnSpc>
              <a:tabLst>
                <a:tab algn="l" pos="0"/>
              </a:tabLst>
            </a:pPr>
            <a:r>
              <a:rPr b="0" lang="en-US" sz="2000" strike="noStrike" u="none">
                <a:solidFill>
                  <a:srgbClr val="000000"/>
                </a:solidFill>
                <a:effectLst/>
                <a:uFillTx/>
                <a:latin typeface="Consolas"/>
                <a:ea typeface="Consolas"/>
              </a:rPr>
              <a:t>kind: Pod</a:t>
            </a:r>
            <a:endParaRPr b="0" lang="en-US" sz="2000" strike="noStrike" u="none">
              <a:solidFill>
                <a:srgbClr val="000000"/>
              </a:solidFill>
              <a:effectLst/>
              <a:uFillTx/>
              <a:latin typeface="Arial"/>
            </a:endParaRPr>
          </a:p>
          <a:p>
            <a:pPr>
              <a:lnSpc>
                <a:spcPct val="100000"/>
              </a:lnSpc>
              <a:tabLst>
                <a:tab algn="l" pos="0"/>
              </a:tabLst>
            </a:pPr>
            <a:r>
              <a:rPr b="0" lang="en-US" sz="2000" strike="noStrike" u="none">
                <a:solidFill>
                  <a:srgbClr val="000000"/>
                </a:solidFill>
                <a:effectLst/>
                <a:uFillTx/>
                <a:latin typeface="Consolas"/>
                <a:ea typeface="Consolas"/>
              </a:rPr>
              <a:t>apiVersion: v1</a:t>
            </a:r>
            <a:endParaRPr b="0" lang="en-US" sz="2000" strike="noStrike" u="none">
              <a:solidFill>
                <a:srgbClr val="000000"/>
              </a:solidFill>
              <a:effectLst/>
              <a:uFillTx/>
              <a:latin typeface="Arial"/>
            </a:endParaRPr>
          </a:p>
          <a:p>
            <a:pPr>
              <a:lnSpc>
                <a:spcPct val="100000"/>
              </a:lnSpc>
              <a:tabLst>
                <a:tab algn="l" pos="0"/>
              </a:tabLst>
            </a:pPr>
            <a:r>
              <a:rPr b="0" lang="en-US" sz="2000" strike="noStrike" u="none">
                <a:solidFill>
                  <a:srgbClr val="000000"/>
                </a:solidFill>
                <a:effectLst/>
                <a:uFillTx/>
                <a:latin typeface="Consolas"/>
                <a:ea typeface="Consolas"/>
              </a:rPr>
              <a:t>metadata:</a:t>
            </a:r>
            <a:endParaRPr b="0" lang="en-US" sz="2000" strike="noStrike" u="none">
              <a:solidFill>
                <a:srgbClr val="000000"/>
              </a:solidFill>
              <a:effectLst/>
              <a:uFillTx/>
              <a:latin typeface="Arial"/>
            </a:endParaRPr>
          </a:p>
          <a:p>
            <a:pPr>
              <a:lnSpc>
                <a:spcPct val="100000"/>
              </a:lnSpc>
              <a:tabLst>
                <a:tab algn="l" pos="0"/>
              </a:tabLst>
            </a:pPr>
            <a:r>
              <a:rPr b="0" lang="en-US" sz="2000" strike="noStrike" u="none">
                <a:solidFill>
                  <a:srgbClr val="000000"/>
                </a:solidFill>
                <a:effectLst/>
                <a:uFillTx/>
                <a:latin typeface="Consolas"/>
                <a:ea typeface="Consolas"/>
              </a:rPr>
              <a:t>  name: example-pod</a:t>
            </a:r>
            <a:endParaRPr b="0" lang="en-US" sz="2000" strike="noStrike" u="none">
              <a:solidFill>
                <a:srgbClr val="000000"/>
              </a:solidFill>
              <a:effectLst/>
              <a:uFillTx/>
              <a:latin typeface="Arial"/>
            </a:endParaRPr>
          </a:p>
          <a:p>
            <a:pPr>
              <a:lnSpc>
                <a:spcPct val="100000"/>
              </a:lnSpc>
              <a:tabLst>
                <a:tab algn="l" pos="0"/>
              </a:tabLst>
            </a:pPr>
            <a:r>
              <a:rPr b="0" lang="en-US" sz="2000" strike="noStrike" u="none">
                <a:solidFill>
                  <a:srgbClr val="000000"/>
                </a:solidFill>
                <a:effectLst/>
                <a:uFillTx/>
                <a:latin typeface="Consolas"/>
                <a:ea typeface="Consolas"/>
              </a:rPr>
              <a:t>spec:</a:t>
            </a:r>
            <a:endParaRPr b="0" lang="en-US" sz="2000" strike="noStrike" u="none">
              <a:solidFill>
                <a:srgbClr val="000000"/>
              </a:solidFill>
              <a:effectLst/>
              <a:uFillTx/>
              <a:latin typeface="Arial"/>
            </a:endParaRPr>
          </a:p>
          <a:p>
            <a:pPr>
              <a:lnSpc>
                <a:spcPct val="100000"/>
              </a:lnSpc>
              <a:tabLst>
                <a:tab algn="l" pos="0"/>
              </a:tabLst>
            </a:pPr>
            <a:r>
              <a:rPr b="0" lang="en-US" sz="2000" strike="noStrike" u="none">
                <a:solidFill>
                  <a:srgbClr val="000000"/>
                </a:solidFill>
                <a:effectLst/>
                <a:uFillTx/>
                <a:latin typeface="Consolas"/>
                <a:ea typeface="Consolas"/>
              </a:rPr>
              <a:t>  containers:</a:t>
            </a:r>
            <a:endParaRPr b="0" lang="en-US" sz="2000" strike="noStrike" u="none">
              <a:solidFill>
                <a:srgbClr val="000000"/>
              </a:solidFill>
              <a:effectLst/>
              <a:uFillTx/>
              <a:latin typeface="Arial"/>
            </a:endParaRPr>
          </a:p>
          <a:p>
            <a:pPr>
              <a:lnSpc>
                <a:spcPct val="100000"/>
              </a:lnSpc>
              <a:tabLst>
                <a:tab algn="l" pos="0"/>
              </a:tabLst>
            </a:pPr>
            <a:r>
              <a:rPr b="0" lang="en-US" sz="2000" strike="noStrike" u="none">
                <a:solidFill>
                  <a:srgbClr val="000000"/>
                </a:solidFill>
                <a:effectLst/>
                <a:uFillTx/>
                <a:latin typeface="Consolas"/>
                <a:ea typeface="Consolas"/>
              </a:rPr>
              <a:t>    - name: myfrontend</a:t>
            </a:r>
            <a:endParaRPr b="0" lang="en-US" sz="2000" strike="noStrike" u="none">
              <a:solidFill>
                <a:srgbClr val="000000"/>
              </a:solidFill>
              <a:effectLst/>
              <a:uFillTx/>
              <a:latin typeface="Arial"/>
            </a:endParaRPr>
          </a:p>
          <a:p>
            <a:pPr>
              <a:lnSpc>
                <a:spcPct val="100000"/>
              </a:lnSpc>
              <a:tabLst>
                <a:tab algn="l" pos="0"/>
              </a:tabLst>
            </a:pPr>
            <a:r>
              <a:rPr b="0" lang="en-US" sz="2000" strike="noStrike" u="none">
                <a:solidFill>
                  <a:srgbClr val="000000"/>
                </a:solidFill>
                <a:effectLst/>
                <a:uFillTx/>
                <a:latin typeface="Consolas"/>
                <a:ea typeface="Consolas"/>
              </a:rPr>
              <a:t>      image: nginx</a:t>
            </a:r>
            <a:endParaRPr b="0" lang="en-US" sz="2000" strike="noStrike" u="none">
              <a:solidFill>
                <a:srgbClr val="000000"/>
              </a:solidFill>
              <a:effectLst/>
              <a:uFillTx/>
              <a:latin typeface="Arial"/>
            </a:endParaRPr>
          </a:p>
          <a:p>
            <a:pPr>
              <a:lnSpc>
                <a:spcPct val="100000"/>
              </a:lnSpc>
              <a:tabLst>
                <a:tab algn="l" pos="0"/>
              </a:tabLst>
            </a:pPr>
            <a:r>
              <a:rPr b="0" lang="en-US" sz="2000" strike="noStrike" u="none">
                <a:solidFill>
                  <a:srgbClr val="000000"/>
                </a:solidFill>
                <a:effectLst/>
                <a:uFillTx/>
                <a:latin typeface="Consolas"/>
                <a:ea typeface="Consolas"/>
              </a:rPr>
              <a:t>      volumeMounts:</a:t>
            </a:r>
            <a:endParaRPr b="0" lang="en-US" sz="2000" strike="noStrike" u="none">
              <a:solidFill>
                <a:srgbClr val="000000"/>
              </a:solidFill>
              <a:effectLst/>
              <a:uFillTx/>
              <a:latin typeface="Arial"/>
            </a:endParaRPr>
          </a:p>
          <a:p>
            <a:pPr>
              <a:lnSpc>
                <a:spcPct val="100000"/>
              </a:lnSpc>
              <a:tabLst>
                <a:tab algn="l" pos="0"/>
              </a:tabLst>
            </a:pPr>
            <a:r>
              <a:rPr b="0" lang="en-US" sz="2000" strike="noStrike" u="none">
                <a:solidFill>
                  <a:srgbClr val="000000"/>
                </a:solidFill>
                <a:effectLst/>
                <a:uFillTx/>
                <a:latin typeface="Consolas"/>
                <a:ea typeface="Consolas"/>
              </a:rPr>
              <a:t>      - mountPath: "/var/www/html"</a:t>
            </a:r>
            <a:endParaRPr b="0" lang="en-US" sz="2000" strike="noStrike" u="none">
              <a:solidFill>
                <a:srgbClr val="000000"/>
              </a:solidFill>
              <a:effectLst/>
              <a:uFillTx/>
              <a:latin typeface="Arial"/>
            </a:endParaRPr>
          </a:p>
          <a:p>
            <a:pPr>
              <a:lnSpc>
                <a:spcPct val="100000"/>
              </a:lnSpc>
              <a:tabLst>
                <a:tab algn="l" pos="0"/>
              </a:tabLst>
            </a:pPr>
            <a:r>
              <a:rPr b="0" lang="en-US" sz="2000" strike="noStrike" u="none">
                <a:solidFill>
                  <a:srgbClr val="000000"/>
                </a:solidFill>
                <a:effectLst/>
                <a:uFillTx/>
                <a:latin typeface="Consolas"/>
                <a:ea typeface="Consolas"/>
              </a:rPr>
              <a:t>        name: myvolume</a:t>
            </a:r>
            <a:endParaRPr b="0" lang="en-US" sz="2000" strike="noStrike" u="none">
              <a:solidFill>
                <a:srgbClr val="000000"/>
              </a:solidFill>
              <a:effectLst/>
              <a:uFillTx/>
              <a:latin typeface="Arial"/>
            </a:endParaRPr>
          </a:p>
          <a:p>
            <a:pPr>
              <a:lnSpc>
                <a:spcPct val="100000"/>
              </a:lnSpc>
              <a:tabLst>
                <a:tab algn="l" pos="0"/>
              </a:tabLst>
            </a:pPr>
            <a:r>
              <a:rPr b="0" lang="en-US" sz="2000" strike="noStrike" u="none">
                <a:solidFill>
                  <a:srgbClr val="000000"/>
                </a:solidFill>
                <a:effectLst/>
                <a:uFillTx/>
                <a:latin typeface="Consolas"/>
                <a:ea typeface="Consolas"/>
              </a:rPr>
              <a:t>  volumes:</a:t>
            </a:r>
            <a:endParaRPr b="0" lang="en-US" sz="2000" strike="noStrike" u="none">
              <a:solidFill>
                <a:srgbClr val="000000"/>
              </a:solidFill>
              <a:effectLst/>
              <a:uFillTx/>
              <a:latin typeface="Arial"/>
            </a:endParaRPr>
          </a:p>
          <a:p>
            <a:pPr>
              <a:lnSpc>
                <a:spcPct val="100000"/>
              </a:lnSpc>
              <a:tabLst>
                <a:tab algn="l" pos="0"/>
              </a:tabLst>
            </a:pPr>
            <a:r>
              <a:rPr b="0" lang="en-US" sz="2000" strike="noStrike" u="none">
                <a:solidFill>
                  <a:srgbClr val="000000"/>
                </a:solidFill>
                <a:effectLst/>
                <a:uFillTx/>
                <a:latin typeface="Consolas"/>
                <a:ea typeface="Consolas"/>
              </a:rPr>
              <a:t>    - name: myvolume</a:t>
            </a:r>
            <a:endParaRPr b="0" lang="en-US" sz="2000" strike="noStrike" u="none">
              <a:solidFill>
                <a:srgbClr val="000000"/>
              </a:solidFill>
              <a:effectLst/>
              <a:uFillTx/>
              <a:latin typeface="Arial"/>
            </a:endParaRPr>
          </a:p>
          <a:p>
            <a:pPr>
              <a:lnSpc>
                <a:spcPct val="100000"/>
              </a:lnSpc>
              <a:tabLst>
                <a:tab algn="l" pos="0"/>
              </a:tabLst>
            </a:pPr>
            <a:r>
              <a:rPr b="0" lang="en-US" sz="2000" strike="noStrike" u="none">
                <a:solidFill>
                  <a:srgbClr val="000000"/>
                </a:solidFill>
                <a:effectLst/>
                <a:uFillTx/>
                <a:latin typeface="Consolas"/>
                <a:ea typeface="Consolas"/>
              </a:rPr>
              <a:t>      persistentVolumeClaim:</a:t>
            </a:r>
            <a:endParaRPr b="0" lang="en-US" sz="2000" strike="noStrike" u="none">
              <a:solidFill>
                <a:srgbClr val="000000"/>
              </a:solidFill>
              <a:effectLst/>
              <a:uFillTx/>
              <a:latin typeface="Arial"/>
            </a:endParaRPr>
          </a:p>
          <a:p>
            <a:pPr>
              <a:lnSpc>
                <a:spcPct val="100000"/>
              </a:lnSpc>
              <a:tabLst>
                <a:tab algn="l" pos="0"/>
              </a:tabLst>
            </a:pPr>
            <a:r>
              <a:rPr b="0" lang="en-US" sz="2000" strike="noStrike" u="none">
                <a:solidFill>
                  <a:srgbClr val="000000"/>
                </a:solidFill>
                <a:effectLst/>
                <a:uFillTx/>
                <a:latin typeface="Consolas"/>
                <a:ea typeface="Consolas"/>
              </a:rPr>
              <a:t>        claimName: myclaim</a:t>
            </a:r>
            <a:endParaRPr b="0" lang="en-US" sz="2000" strike="noStrike" u="none">
              <a:solidFill>
                <a:srgbClr val="000000"/>
              </a:solidFill>
              <a:effectLst/>
              <a:uFillTx/>
              <a:latin typeface="Arial"/>
            </a:endParaRPr>
          </a:p>
          <a:p>
            <a:pPr>
              <a:lnSpc>
                <a:spcPct val="100000"/>
              </a:lnSpc>
              <a:tabLst>
                <a:tab algn="l" pos="0"/>
              </a:tabLst>
            </a:pPr>
            <a:endParaRPr b="0" lang="en-US" sz="2200" strike="noStrike" u="none">
              <a:solidFill>
                <a:srgbClr val="000000"/>
              </a:solidFill>
              <a:effectLst/>
              <a:uFillTx/>
              <a:latin typeface="Arial"/>
            </a:endParaRPr>
          </a:p>
          <a:p>
            <a:pPr>
              <a:lnSpc>
                <a:spcPct val="100000"/>
              </a:lnSpc>
              <a:tabLst>
                <a:tab algn="l" pos="0"/>
              </a:tabLst>
            </a:pPr>
            <a:endParaRPr b="0" lang="en-US" sz="2200" strike="noStrike" u="none">
              <a:solidFill>
                <a:srgbClr val="000000"/>
              </a:solidFill>
              <a:effectLst/>
              <a:uFillTx/>
              <a:latin typeface="Arial"/>
            </a:endParaRPr>
          </a:p>
        </p:txBody>
      </p:sp>
      <p:sp>
        <p:nvSpPr>
          <p:cNvPr id="364" name="Google Shape;436;p36"/>
          <p:cNvSpPr/>
          <p:nvPr/>
        </p:nvSpPr>
        <p:spPr>
          <a:xfrm>
            <a:off x="1447920" y="3854160"/>
            <a:ext cx="5352480" cy="2299320"/>
          </a:xfrm>
          <a:prstGeom prst="rect">
            <a:avLst/>
          </a:prstGeom>
          <a:noFill/>
          <a:ln w="28575">
            <a:solidFill>
              <a:srgbClr val="b6d7a8"/>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PlaceHolder 1"/>
          <p:cNvSpPr>
            <a:spLocks noGrp="1"/>
          </p:cNvSpPr>
          <p:nvPr>
            <p:ph type="title"/>
          </p:nvPr>
        </p:nvSpPr>
        <p:spPr>
          <a:xfrm>
            <a:off x="952560" y="324000"/>
            <a:ext cx="11231280" cy="90756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Review</a:t>
            </a:r>
            <a:endParaRPr b="0" lang="en-US" sz="3200" strike="noStrike" u="none">
              <a:solidFill>
                <a:srgbClr val="000000"/>
              </a:solidFill>
              <a:effectLst/>
              <a:uFillTx/>
              <a:latin typeface="Arial"/>
            </a:endParaRPr>
          </a:p>
        </p:txBody>
      </p:sp>
      <p:sp>
        <p:nvSpPr>
          <p:cNvPr id="366" name="PlaceHolder 2"/>
          <p:cNvSpPr>
            <a:spLocks noGrp="1"/>
          </p:cNvSpPr>
          <p:nvPr>
            <p:ph type="sldNum" idx="56"/>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B4A1C067-3C37-400C-948E-E00447D44FF2}"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367" name="Google Shape;452;p38"/>
          <p:cNvSpPr/>
          <p:nvPr/>
        </p:nvSpPr>
        <p:spPr>
          <a:xfrm>
            <a:off x="2276640" y="1412640"/>
            <a:ext cx="9752760" cy="49132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t">
            <a:noAutofit/>
          </a:bodyPr>
          <a:p>
            <a:pPr algn="ctr">
              <a:lnSpc>
                <a:spcPct val="100000"/>
              </a:lnSpc>
              <a:tabLst>
                <a:tab algn="l" pos="0"/>
              </a:tabLst>
            </a:pPr>
            <a:r>
              <a:rPr b="1" lang="en-US" sz="1800" strike="noStrike" u="none">
                <a:solidFill>
                  <a:srgbClr val="000000"/>
                </a:solidFill>
                <a:effectLst/>
                <a:uFillTx/>
                <a:latin typeface="Arial"/>
                <a:ea typeface="Arial"/>
              </a:rPr>
              <a:t>Namespace</a:t>
            </a:r>
            <a:endParaRPr b="0" lang="en-US" sz="1800" strike="noStrike" u="none">
              <a:solidFill>
                <a:srgbClr val="000000"/>
              </a:solidFill>
              <a:effectLst/>
              <a:uFillTx/>
              <a:latin typeface="Arial"/>
            </a:endParaRPr>
          </a:p>
        </p:txBody>
      </p:sp>
      <p:grpSp>
        <p:nvGrpSpPr>
          <p:cNvPr id="368" name="Google Shape;453;p38"/>
          <p:cNvGrpSpPr/>
          <p:nvPr/>
        </p:nvGrpSpPr>
        <p:grpSpPr>
          <a:xfrm>
            <a:off x="7336080" y="4580280"/>
            <a:ext cx="1536120" cy="906120"/>
            <a:chOff x="7336080" y="4580280"/>
            <a:chExt cx="1536120" cy="906120"/>
          </a:xfrm>
        </p:grpSpPr>
        <p:grpSp>
          <p:nvGrpSpPr>
            <p:cNvPr id="369" name="Google Shape;454;p38"/>
            <p:cNvGrpSpPr/>
            <p:nvPr/>
          </p:nvGrpSpPr>
          <p:grpSpPr>
            <a:xfrm>
              <a:off x="7336080" y="4580280"/>
              <a:ext cx="1536120" cy="906120"/>
              <a:chOff x="7336080" y="4580280"/>
              <a:chExt cx="1536120" cy="906120"/>
            </a:xfrm>
          </p:grpSpPr>
          <p:sp>
            <p:nvSpPr>
              <p:cNvPr id="370" name="Google Shape;455;p38"/>
              <p:cNvSpPr/>
              <p:nvPr/>
            </p:nvSpPr>
            <p:spPr>
              <a:xfrm>
                <a:off x="7336080" y="4580280"/>
                <a:ext cx="1536120" cy="90612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371" name="Google Shape;456;p38"/>
              <p:cNvSpPr/>
              <p:nvPr/>
            </p:nvSpPr>
            <p:spPr>
              <a:xfrm>
                <a:off x="7543800" y="4701240"/>
                <a:ext cx="1118520" cy="51840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72" name="Google Shape;457;p38"/>
              <p:cNvSpPr/>
              <p:nvPr/>
            </p:nvSpPr>
            <p:spPr>
              <a:xfrm>
                <a:off x="7620480" y="4799160"/>
                <a:ext cx="967320" cy="3560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63440" bIns="163440" anchor="ctr">
                <a:noAutofit/>
              </a:bodyPr>
              <a:p>
                <a:pPr algn="ctr">
                  <a:lnSpc>
                    <a:spcPct val="100000"/>
                  </a:lnSpc>
                  <a:tabLst>
                    <a:tab algn="l" pos="0"/>
                  </a:tabLst>
                </a:pPr>
                <a:r>
                  <a:rPr b="1" lang="en-US" sz="1800" strike="noStrike" u="none">
                    <a:solidFill>
                      <a:srgbClr val="6aa84f"/>
                    </a:solidFill>
                    <a:effectLst/>
                    <a:uFillTx/>
                    <a:latin typeface="Arial"/>
                    <a:ea typeface="Arial"/>
                  </a:rPr>
                  <a:t>App</a:t>
                </a:r>
                <a:endParaRPr b="0" lang="en-US" sz="1800" strike="noStrike" u="none">
                  <a:solidFill>
                    <a:srgbClr val="000000"/>
                  </a:solidFill>
                  <a:effectLst/>
                  <a:uFillTx/>
                  <a:latin typeface="Arial"/>
                </a:endParaRPr>
              </a:p>
            </p:txBody>
          </p:sp>
        </p:grpSp>
        <p:sp>
          <p:nvSpPr>
            <p:cNvPr id="373" name="Google Shape;458;p38"/>
            <p:cNvSpPr/>
            <p:nvPr/>
          </p:nvSpPr>
          <p:spPr>
            <a:xfrm>
              <a:off x="7768800" y="5220360"/>
              <a:ext cx="670680" cy="265680"/>
            </a:xfrm>
            <a:prstGeom prst="rect">
              <a:avLst/>
            </a:prstGeom>
            <a:noFill/>
            <a:ln w="0">
              <a:noFill/>
            </a:ln>
          </p:spPr>
          <p:style>
            <a:lnRef idx="0"/>
            <a:fillRef idx="0"/>
            <a:effectRef idx="0"/>
            <a:fontRef idx="minor"/>
          </p:style>
          <p:txBody>
            <a:bodyPr lIns="90000" rIns="90000" tIns="132840" bIns="132840" anchor="ctr">
              <a:noAutofit/>
            </a:bodyPr>
            <a:p>
              <a:pPr algn="ctr">
                <a:lnSpc>
                  <a:spcPct val="100000"/>
                </a:lnSpc>
                <a:tabLst>
                  <a:tab algn="l" pos="0"/>
                </a:tabLst>
              </a:pPr>
              <a:r>
                <a:rPr b="1" lang="en-US" sz="1800" strike="noStrike" u="none">
                  <a:solidFill>
                    <a:srgbClr val="000000"/>
                  </a:solidFill>
                  <a:effectLst/>
                  <a:uFillTx/>
                  <a:latin typeface="Helvetica Neue"/>
                  <a:ea typeface="Helvetica Neue"/>
                </a:rPr>
                <a:t>Pod</a:t>
              </a:r>
              <a:endParaRPr b="0" lang="en-US" sz="1800" strike="noStrike" u="none">
                <a:solidFill>
                  <a:srgbClr val="000000"/>
                </a:solidFill>
                <a:effectLst/>
                <a:uFillTx/>
                <a:latin typeface="Arial"/>
              </a:endParaRPr>
            </a:p>
          </p:txBody>
        </p:sp>
      </p:grpSp>
      <p:sp>
        <p:nvSpPr>
          <p:cNvPr id="374" name="Google Shape;459;p38"/>
          <p:cNvSpPr/>
          <p:nvPr/>
        </p:nvSpPr>
        <p:spPr>
          <a:xfrm>
            <a:off x="8041320" y="3599640"/>
            <a:ext cx="62280" cy="979920"/>
          </a:xfrm>
          <a:custGeom>
            <a:avLst/>
            <a:gdLst>
              <a:gd name="textAreaLeft" fmla="*/ 0 w 62280"/>
              <a:gd name="textAreaRight" fmla="*/ 62640 w 62280"/>
              <a:gd name="textAreaTop" fmla="*/ 0 h 979920"/>
              <a:gd name="textAreaBottom" fmla="*/ 980280 h 97992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75" name="Google Shape;461;p38"/>
          <p:cNvSpPr/>
          <p:nvPr/>
        </p:nvSpPr>
        <p:spPr>
          <a:xfrm flipH="1">
            <a:off x="8245080" y="4330800"/>
            <a:ext cx="1459800" cy="831600"/>
          </a:xfrm>
          <a:custGeom>
            <a:avLst/>
            <a:gdLst>
              <a:gd name="textAreaLeft" fmla="*/ -360 w 1459800"/>
              <a:gd name="textAreaRight" fmla="*/ 1459800 w 1459800"/>
              <a:gd name="textAreaTop" fmla="*/ 0 h 831600"/>
              <a:gd name="textAreaBottom" fmla="*/ 831960 h 83160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nvGrpSpPr>
          <p:cNvPr id="376" name="Google Shape;464;p38"/>
          <p:cNvGrpSpPr/>
          <p:nvPr/>
        </p:nvGrpSpPr>
        <p:grpSpPr>
          <a:xfrm>
            <a:off x="7141680" y="4389480"/>
            <a:ext cx="1536120" cy="906480"/>
            <a:chOff x="7141680" y="4389480"/>
            <a:chExt cx="1536120" cy="906480"/>
          </a:xfrm>
        </p:grpSpPr>
        <p:grpSp>
          <p:nvGrpSpPr>
            <p:cNvPr id="377" name="Google Shape;465;p38"/>
            <p:cNvGrpSpPr/>
            <p:nvPr/>
          </p:nvGrpSpPr>
          <p:grpSpPr>
            <a:xfrm>
              <a:off x="7141680" y="4389480"/>
              <a:ext cx="1536120" cy="906120"/>
              <a:chOff x="7141680" y="4389480"/>
              <a:chExt cx="1536120" cy="906120"/>
            </a:xfrm>
          </p:grpSpPr>
          <p:sp>
            <p:nvSpPr>
              <p:cNvPr id="378" name="Google Shape;466;p38"/>
              <p:cNvSpPr/>
              <p:nvPr/>
            </p:nvSpPr>
            <p:spPr>
              <a:xfrm>
                <a:off x="7141680" y="4389480"/>
                <a:ext cx="1536120" cy="90612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379" name="Google Shape;467;p38"/>
              <p:cNvSpPr/>
              <p:nvPr/>
            </p:nvSpPr>
            <p:spPr>
              <a:xfrm>
                <a:off x="7349400" y="4510440"/>
                <a:ext cx="1118520" cy="51876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80" name="Google Shape;468;p38"/>
              <p:cNvSpPr/>
              <p:nvPr/>
            </p:nvSpPr>
            <p:spPr>
              <a:xfrm>
                <a:off x="7426080" y="4608720"/>
                <a:ext cx="967320" cy="3560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63440" bIns="163440" anchor="ctr">
                <a:noAutofit/>
              </a:bodyPr>
              <a:p>
                <a:pPr algn="ctr">
                  <a:lnSpc>
                    <a:spcPct val="100000"/>
                  </a:lnSpc>
                  <a:tabLst>
                    <a:tab algn="l" pos="0"/>
                  </a:tabLst>
                </a:pPr>
                <a:r>
                  <a:rPr b="1" lang="en-US" sz="1800" strike="noStrike" u="none">
                    <a:solidFill>
                      <a:srgbClr val="6aa84f"/>
                    </a:solidFill>
                    <a:effectLst/>
                    <a:uFillTx/>
                    <a:latin typeface="Arial"/>
                    <a:ea typeface="Arial"/>
                  </a:rPr>
                  <a:t>App</a:t>
                </a:r>
                <a:endParaRPr b="0" lang="en-US" sz="1800" strike="noStrike" u="none">
                  <a:solidFill>
                    <a:srgbClr val="000000"/>
                  </a:solidFill>
                  <a:effectLst/>
                  <a:uFillTx/>
                  <a:latin typeface="Arial"/>
                </a:endParaRPr>
              </a:p>
            </p:txBody>
          </p:sp>
        </p:grpSp>
        <p:sp>
          <p:nvSpPr>
            <p:cNvPr id="381" name="Google Shape;463;p38"/>
            <p:cNvSpPr/>
            <p:nvPr/>
          </p:nvSpPr>
          <p:spPr>
            <a:xfrm>
              <a:off x="7574400" y="5029920"/>
              <a:ext cx="670680" cy="266040"/>
            </a:xfrm>
            <a:prstGeom prst="rect">
              <a:avLst/>
            </a:prstGeom>
            <a:noFill/>
            <a:ln w="0">
              <a:noFill/>
            </a:ln>
          </p:spPr>
          <p:style>
            <a:lnRef idx="0"/>
            <a:fillRef idx="0"/>
            <a:effectRef idx="0"/>
            <a:fontRef idx="minor"/>
          </p:style>
          <p:txBody>
            <a:bodyPr lIns="90000" rIns="90000" tIns="133200" bIns="133200" anchor="ctr">
              <a:noAutofit/>
            </a:bodyPr>
            <a:p>
              <a:pPr algn="ctr">
                <a:lnSpc>
                  <a:spcPct val="100000"/>
                </a:lnSpc>
                <a:tabLst>
                  <a:tab algn="l" pos="0"/>
                </a:tabLst>
              </a:pPr>
              <a:r>
                <a:rPr b="1" lang="en-US" sz="1800" strike="noStrike" u="none">
                  <a:solidFill>
                    <a:srgbClr val="000000"/>
                  </a:solidFill>
                  <a:effectLst/>
                  <a:uFillTx/>
                  <a:latin typeface="Helvetica Neue"/>
                  <a:ea typeface="Helvetica Neue"/>
                </a:rPr>
                <a:t>Pod</a:t>
              </a:r>
              <a:endParaRPr b="0" lang="en-US" sz="1800" strike="noStrike" u="none">
                <a:solidFill>
                  <a:srgbClr val="000000"/>
                </a:solidFill>
                <a:effectLst/>
                <a:uFillTx/>
                <a:latin typeface="Arial"/>
              </a:endParaRPr>
            </a:p>
          </p:txBody>
        </p:sp>
      </p:grpSp>
      <p:sp>
        <p:nvSpPr>
          <p:cNvPr id="382" name="Google Shape;460;p38"/>
          <p:cNvSpPr/>
          <p:nvPr/>
        </p:nvSpPr>
        <p:spPr>
          <a:xfrm>
            <a:off x="6949080" y="2627640"/>
            <a:ext cx="2183760" cy="9712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Service</a:t>
            </a:r>
            <a:endParaRPr b="0" lang="en-US" sz="1800" strike="noStrike" u="none">
              <a:solidFill>
                <a:srgbClr val="000000"/>
              </a:solidFill>
              <a:effectLst/>
              <a:uFillTx/>
              <a:latin typeface="Arial"/>
            </a:endParaRPr>
          </a:p>
        </p:txBody>
      </p:sp>
      <p:grpSp>
        <p:nvGrpSpPr>
          <p:cNvPr id="383" name="Google Shape;469;p38"/>
          <p:cNvGrpSpPr/>
          <p:nvPr/>
        </p:nvGrpSpPr>
        <p:grpSpPr>
          <a:xfrm>
            <a:off x="9706320" y="3487320"/>
            <a:ext cx="1830960" cy="1685880"/>
            <a:chOff x="9706320" y="3487320"/>
            <a:chExt cx="1830960" cy="1685880"/>
          </a:xfrm>
        </p:grpSpPr>
        <p:sp>
          <p:nvSpPr>
            <p:cNvPr id="384" name="Google Shape;462;p38"/>
            <p:cNvSpPr/>
            <p:nvPr/>
          </p:nvSpPr>
          <p:spPr>
            <a:xfrm>
              <a:off x="9706320" y="3487320"/>
              <a:ext cx="1830960" cy="16858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Deployment</a:t>
              </a:r>
              <a:endParaRPr b="0" lang="en-US" sz="18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385" name="Google Shape;470;p38"/>
            <p:cNvSpPr/>
            <p:nvPr/>
          </p:nvSpPr>
          <p:spPr>
            <a:xfrm>
              <a:off x="9910800" y="4267440"/>
              <a:ext cx="1536120" cy="75888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US" sz="1200" strike="noStrike" u="none">
                  <a:solidFill>
                    <a:srgbClr val="000000"/>
                  </a:solidFill>
                  <a:effectLst/>
                  <a:uFillTx/>
                  <a:latin typeface="Consolas"/>
                  <a:ea typeface="Consolas"/>
                </a:rPr>
                <a:t>2 replicas</a:t>
              </a:r>
              <a:endParaRPr b="0" lang="en-US" sz="1200" strike="noStrike" u="none">
                <a:solidFill>
                  <a:srgbClr val="000000"/>
                </a:solidFill>
                <a:effectLst/>
                <a:uFillTx/>
                <a:latin typeface="Arial"/>
              </a:endParaRPr>
            </a:p>
            <a:p>
              <a:pPr>
                <a:lnSpc>
                  <a:spcPct val="100000"/>
                </a:lnSpc>
                <a:tabLst>
                  <a:tab algn="l" pos="0"/>
                </a:tabLst>
              </a:pPr>
              <a:r>
                <a:rPr b="0" lang="en-US" sz="1200" strike="noStrike" u="none">
                  <a:solidFill>
                    <a:srgbClr val="000000"/>
                  </a:solidFill>
                  <a:effectLst/>
                  <a:uFillTx/>
                  <a:latin typeface="Consolas"/>
                  <a:ea typeface="Consolas"/>
                </a:rPr>
                <a:t>rollingUpdates</a:t>
              </a:r>
              <a:endParaRPr b="0" lang="en-US" sz="1200" strike="noStrike" u="none">
                <a:solidFill>
                  <a:srgbClr val="000000"/>
                </a:solidFill>
                <a:effectLst/>
                <a:uFillTx/>
                <a:latin typeface="Arial"/>
              </a:endParaRPr>
            </a:p>
          </p:txBody>
        </p:sp>
      </p:grpSp>
      <p:sp>
        <p:nvSpPr>
          <p:cNvPr id="386" name="Google Shape;471;p38"/>
          <p:cNvSpPr/>
          <p:nvPr/>
        </p:nvSpPr>
        <p:spPr>
          <a:xfrm flipH="1">
            <a:off x="7909560" y="3599640"/>
            <a:ext cx="130320" cy="1008360"/>
          </a:xfrm>
          <a:custGeom>
            <a:avLst/>
            <a:gdLst>
              <a:gd name="textAreaLeft" fmla="*/ 360 w 130320"/>
              <a:gd name="textAreaRight" fmla="*/ 131040 w 130320"/>
              <a:gd name="textAreaTop" fmla="*/ 0 h 1008360"/>
              <a:gd name="textAreaBottom" fmla="*/ 1008720 h 100836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87" name="Google Shape;472;p38"/>
          <p:cNvSpPr/>
          <p:nvPr/>
        </p:nvSpPr>
        <p:spPr>
          <a:xfrm flipH="1">
            <a:off x="8393400" y="4330800"/>
            <a:ext cx="1311480" cy="455760"/>
          </a:xfrm>
          <a:custGeom>
            <a:avLst/>
            <a:gdLst>
              <a:gd name="textAreaLeft" fmla="*/ -360 w 1311480"/>
              <a:gd name="textAreaRight" fmla="*/ 1311480 w 1311480"/>
              <a:gd name="textAreaTop" fmla="*/ 0 h 455760"/>
              <a:gd name="textAreaBottom" fmla="*/ 456120 h 45576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nvGrpSpPr>
          <p:cNvPr id="388" name="Google Shape;473;p38"/>
          <p:cNvGrpSpPr/>
          <p:nvPr/>
        </p:nvGrpSpPr>
        <p:grpSpPr>
          <a:xfrm>
            <a:off x="213480" y="3292560"/>
            <a:ext cx="1684440" cy="1063440"/>
            <a:chOff x="213480" y="3292560"/>
            <a:chExt cx="1684440" cy="1063440"/>
          </a:xfrm>
        </p:grpSpPr>
        <p:sp>
          <p:nvSpPr>
            <p:cNvPr id="389" name="Google Shape;474;p38"/>
            <p:cNvSpPr/>
            <p:nvPr/>
          </p:nvSpPr>
          <p:spPr>
            <a:xfrm>
              <a:off x="213480" y="3292560"/>
              <a:ext cx="1684440" cy="1039320"/>
            </a:xfrm>
            <a:prstGeom prst="flowChartMagneticDisk">
              <a:avLst/>
            </a:prstGeom>
            <a:solidFill>
              <a:srgbClr val="b7b7b7"/>
            </a:solidFill>
            <a:ln w="19050">
              <a:solidFill>
                <a:srgbClr val="44546a"/>
              </a:solidFill>
              <a:round/>
            </a:ln>
          </p:spPr>
          <p:style>
            <a:lnRef idx="0"/>
            <a:fillRef idx="0"/>
            <a:effectRef idx="0"/>
            <a:fontRef idx="minor"/>
          </p:style>
          <p:txBody>
            <a:bodyPr lIns="90000" rIns="90000" tIns="91440" bIns="91440" anchor="t">
              <a:noAutofit/>
            </a:bodyPr>
            <a:p>
              <a:pPr algn="ctr">
                <a:lnSpc>
                  <a:spcPct val="100000"/>
                </a:lnSpc>
                <a:tabLst>
                  <a:tab algn="l" pos="0"/>
                </a:tabLst>
              </a:pPr>
              <a:r>
                <a:rPr b="1" lang="en-US" sz="1800" strike="noStrike" u="none">
                  <a:solidFill>
                    <a:srgbClr val="000000"/>
                  </a:solidFill>
                  <a:effectLst/>
                  <a:uFillTx/>
                  <a:latin typeface="Arial"/>
                  <a:ea typeface="Arial"/>
                </a:rPr>
                <a:t>Volume</a:t>
              </a:r>
              <a:endParaRPr b="0" lang="en-US" sz="1800" strike="noStrike" u="none">
                <a:solidFill>
                  <a:srgbClr val="000000"/>
                </a:solidFill>
                <a:effectLst/>
                <a:uFillTx/>
                <a:latin typeface="Arial"/>
              </a:endParaRPr>
            </a:p>
          </p:txBody>
        </p:sp>
        <p:sp>
          <p:nvSpPr>
            <p:cNvPr id="390" name="Google Shape;475;p38"/>
            <p:cNvSpPr/>
            <p:nvPr/>
          </p:nvSpPr>
          <p:spPr>
            <a:xfrm>
              <a:off x="723600" y="3938040"/>
              <a:ext cx="664560" cy="41796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i="1" lang="en-US" sz="1400" strike="noStrike" u="none">
                  <a:solidFill>
                    <a:srgbClr val="000000"/>
                  </a:solidFill>
                  <a:effectLst/>
                  <a:uFillTx/>
                  <a:latin typeface="Arial"/>
                  <a:ea typeface="Arial"/>
                </a:rPr>
                <a:t>10GB</a:t>
              </a:r>
              <a:endParaRPr b="0" lang="en-US" sz="1400" strike="noStrike" u="none">
                <a:solidFill>
                  <a:srgbClr val="000000"/>
                </a:solidFill>
                <a:effectLst/>
                <a:uFillTx/>
                <a:latin typeface="Arial"/>
              </a:endParaRPr>
            </a:p>
          </p:txBody>
        </p:sp>
      </p:grpSp>
      <p:sp>
        <p:nvSpPr>
          <p:cNvPr id="391" name="Google Shape;476;p38"/>
          <p:cNvSpPr/>
          <p:nvPr/>
        </p:nvSpPr>
        <p:spPr>
          <a:xfrm>
            <a:off x="2775960" y="2046240"/>
            <a:ext cx="3166920" cy="97128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PersistentVolumeClaim</a:t>
            </a:r>
            <a:endParaRPr b="0" lang="en-US" sz="1800" strike="noStrike" u="none">
              <a:solidFill>
                <a:srgbClr val="000000"/>
              </a:solidFill>
              <a:effectLst/>
              <a:uFillTx/>
              <a:latin typeface="Arial"/>
            </a:endParaRPr>
          </a:p>
        </p:txBody>
      </p:sp>
      <p:grpSp>
        <p:nvGrpSpPr>
          <p:cNvPr id="392" name="Google Shape;477;p38"/>
          <p:cNvGrpSpPr/>
          <p:nvPr/>
        </p:nvGrpSpPr>
        <p:grpSpPr>
          <a:xfrm>
            <a:off x="2831760" y="3447000"/>
            <a:ext cx="3111120" cy="1292400"/>
            <a:chOff x="2831760" y="3447000"/>
            <a:chExt cx="3111120" cy="1292400"/>
          </a:xfrm>
        </p:grpSpPr>
        <p:sp>
          <p:nvSpPr>
            <p:cNvPr id="393" name="Google Shape;478;p38"/>
            <p:cNvSpPr/>
            <p:nvPr/>
          </p:nvSpPr>
          <p:spPr>
            <a:xfrm>
              <a:off x="2831760" y="3447000"/>
              <a:ext cx="3111120" cy="1157760"/>
            </a:xfrm>
            <a:prstGeom prst="flowChartMagneticDisk">
              <a:avLst/>
            </a:prstGeom>
            <a:solidFill>
              <a:srgbClr val="76a5af"/>
            </a:solidFill>
            <a:ln w="19050">
              <a:solidFill>
                <a:srgbClr val="45818e"/>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ConfigMap</a:t>
              </a:r>
              <a:endParaRPr b="0" lang="en-US" sz="1800" strike="noStrike" u="none">
                <a:solidFill>
                  <a:srgbClr val="ffffff"/>
                </a:solidFill>
                <a:effectLst/>
                <a:uFillTx/>
                <a:latin typeface="Arial"/>
              </a:endParaRPr>
            </a:p>
          </p:txBody>
        </p:sp>
        <p:sp>
          <p:nvSpPr>
            <p:cNvPr id="394" name="Google Shape;479;p38"/>
            <p:cNvSpPr/>
            <p:nvPr/>
          </p:nvSpPr>
          <p:spPr>
            <a:xfrm>
              <a:off x="3658680" y="4226040"/>
              <a:ext cx="1459800" cy="51336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tabLst>
                  <a:tab algn="l" pos="0"/>
                </a:tabLst>
              </a:pPr>
              <a:r>
                <a:rPr b="0" i="1" lang="en-US" sz="1400" strike="noStrike" u="none">
                  <a:solidFill>
                    <a:srgbClr val="000000"/>
                  </a:solidFill>
                  <a:effectLst/>
                  <a:uFillTx/>
                  <a:latin typeface="Arial"/>
                  <a:ea typeface="Arial"/>
                </a:rPr>
                <a:t>env: production</a:t>
              </a:r>
              <a:endParaRPr b="0" lang="en-US" sz="1400" strike="noStrike" u="none">
                <a:solidFill>
                  <a:srgbClr val="000000"/>
                </a:solidFill>
                <a:effectLst/>
                <a:uFillTx/>
                <a:latin typeface="Arial"/>
              </a:endParaRPr>
            </a:p>
          </p:txBody>
        </p:sp>
      </p:grpSp>
      <p:grpSp>
        <p:nvGrpSpPr>
          <p:cNvPr id="395" name="Google Shape;480;p38"/>
          <p:cNvGrpSpPr/>
          <p:nvPr/>
        </p:nvGrpSpPr>
        <p:grpSpPr>
          <a:xfrm>
            <a:off x="2803680" y="4787280"/>
            <a:ext cx="3111120" cy="1292040"/>
            <a:chOff x="2803680" y="4787280"/>
            <a:chExt cx="3111120" cy="1292040"/>
          </a:xfrm>
        </p:grpSpPr>
        <p:sp>
          <p:nvSpPr>
            <p:cNvPr id="396" name="Google Shape;481;p38"/>
            <p:cNvSpPr/>
            <p:nvPr/>
          </p:nvSpPr>
          <p:spPr>
            <a:xfrm>
              <a:off x="2803680" y="4787280"/>
              <a:ext cx="3111120" cy="1157760"/>
            </a:xfrm>
            <a:prstGeom prst="flowChartMagneticDisk">
              <a:avLst/>
            </a:prstGeom>
            <a:solidFill>
              <a:srgbClr val="76a5af"/>
            </a:solidFill>
            <a:ln w="19050">
              <a:solidFill>
                <a:srgbClr val="45818e"/>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800" strike="noStrike" u="none">
                  <a:solidFill>
                    <a:srgbClr val="000000"/>
                  </a:solidFill>
                  <a:effectLst/>
                  <a:uFillTx/>
                  <a:latin typeface="Arial"/>
                  <a:ea typeface="Arial"/>
                </a:rPr>
                <a:t>Secret</a:t>
              </a:r>
              <a:endParaRPr b="0" lang="en-US" sz="1800" strike="noStrike" u="none">
                <a:solidFill>
                  <a:srgbClr val="ffffff"/>
                </a:solidFill>
                <a:effectLst/>
                <a:uFillTx/>
                <a:latin typeface="Arial"/>
              </a:endParaRPr>
            </a:p>
          </p:txBody>
        </p:sp>
        <p:sp>
          <p:nvSpPr>
            <p:cNvPr id="397" name="Google Shape;482;p38"/>
            <p:cNvSpPr/>
            <p:nvPr/>
          </p:nvSpPr>
          <p:spPr>
            <a:xfrm>
              <a:off x="3630600" y="5565960"/>
              <a:ext cx="1459800" cy="51336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tabLst>
                  <a:tab algn="l" pos="0"/>
                </a:tabLst>
              </a:pPr>
              <a:r>
                <a:rPr b="0" i="1" lang="en-US" sz="1400" strike="noStrike" u="none">
                  <a:solidFill>
                    <a:srgbClr val="000000"/>
                  </a:solidFill>
                  <a:effectLst/>
                  <a:uFillTx/>
                  <a:latin typeface="Arial"/>
                  <a:ea typeface="Arial"/>
                </a:rPr>
                <a:t>pass: pass</a:t>
              </a:r>
              <a:endParaRPr b="0" lang="en-US" sz="1400" strike="noStrike" u="none">
                <a:solidFill>
                  <a:srgbClr val="000000"/>
                </a:solidFill>
                <a:effectLst/>
                <a:uFillTx/>
                <a:latin typeface="Arial"/>
              </a:endParaRPr>
            </a:p>
          </p:txBody>
        </p:sp>
      </p:grpSp>
      <p:sp>
        <p:nvSpPr>
          <p:cNvPr id="398" name="Google Shape;483;p38"/>
          <p:cNvSpPr/>
          <p:nvPr/>
        </p:nvSpPr>
        <p:spPr>
          <a:xfrm>
            <a:off x="5943600" y="2532240"/>
            <a:ext cx="1197360" cy="2310120"/>
          </a:xfrm>
          <a:custGeom>
            <a:avLst/>
            <a:gdLst>
              <a:gd name="textAreaLeft" fmla="*/ 0 w 1197360"/>
              <a:gd name="textAreaRight" fmla="*/ 1197720 w 1197360"/>
              <a:gd name="textAreaTop" fmla="*/ 0 h 2310120"/>
              <a:gd name="textAreaBottom" fmla="*/ 2310480 h 2310120"/>
            </a:gdLst>
            <a:ahLst/>
            <a:cxnLst/>
            <a:rect l="textAreaLeft" t="textAreaTop" r="textAreaRight" b="textAreaBottom"/>
            <a:pathLst>
              <a:path w="21600" h="21600">
                <a:moveTo>
                  <a:pt x="0" y="0"/>
                </a:moveTo>
                <a:lnTo>
                  <a:pt x="21600" y="21600"/>
                </a:lnTo>
              </a:path>
            </a:pathLst>
          </a:custGeom>
          <a:noFill/>
          <a:ln w="28575">
            <a:solidFill>
              <a:srgbClr val="44546a"/>
            </a:solidFill>
            <a:prstDash val="dash"/>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99" name="Google Shape;484;p38"/>
          <p:cNvSpPr/>
          <p:nvPr/>
        </p:nvSpPr>
        <p:spPr>
          <a:xfrm>
            <a:off x="5943600" y="4026600"/>
            <a:ext cx="1197360" cy="815760"/>
          </a:xfrm>
          <a:custGeom>
            <a:avLst/>
            <a:gdLst>
              <a:gd name="textAreaLeft" fmla="*/ 0 w 1197360"/>
              <a:gd name="textAreaRight" fmla="*/ 1197720 w 1197360"/>
              <a:gd name="textAreaTop" fmla="*/ 0 h 815760"/>
              <a:gd name="textAreaBottom" fmla="*/ 816120 h 815760"/>
            </a:gdLst>
            <a:ahLst/>
            <a:cxnLst/>
            <a:rect l="textAreaLeft" t="textAreaTop" r="textAreaRight" b="textAreaBottom"/>
            <a:pathLst>
              <a:path w="21600" h="21600">
                <a:moveTo>
                  <a:pt x="0" y="0"/>
                </a:moveTo>
                <a:lnTo>
                  <a:pt x="21600" y="21600"/>
                </a:lnTo>
              </a:path>
            </a:pathLst>
          </a:custGeom>
          <a:noFill/>
          <a:ln w="28575">
            <a:solidFill>
              <a:srgbClr val="44546a"/>
            </a:solidFill>
            <a:prstDash val="dash"/>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00" name="Google Shape;485;p38"/>
          <p:cNvSpPr/>
          <p:nvPr/>
        </p:nvSpPr>
        <p:spPr>
          <a:xfrm flipH="1" rot="10800000">
            <a:off x="5915520" y="4843800"/>
            <a:ext cx="1225440" cy="522720"/>
          </a:xfrm>
          <a:custGeom>
            <a:avLst/>
            <a:gdLst>
              <a:gd name="textAreaLeft" fmla="*/ 360 w 1225440"/>
              <a:gd name="textAreaRight" fmla="*/ 1226160 w 1225440"/>
              <a:gd name="textAreaTop" fmla="*/ 0 h 522720"/>
              <a:gd name="textAreaBottom" fmla="*/ 523080 h 522720"/>
            </a:gdLst>
            <a:ahLst/>
            <a:cxnLst/>
            <a:rect l="textAreaLeft" t="textAreaTop" r="textAreaRight" b="textAreaBottom"/>
            <a:pathLst>
              <a:path w="21600" h="21600">
                <a:moveTo>
                  <a:pt x="0" y="0"/>
                </a:moveTo>
                <a:lnTo>
                  <a:pt x="21600" y="21600"/>
                </a:lnTo>
              </a:path>
            </a:pathLst>
          </a:custGeom>
          <a:noFill/>
          <a:ln w="28575">
            <a:solidFill>
              <a:srgbClr val="44546a"/>
            </a:solidFill>
            <a:prstDash val="dash"/>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01" name="Google Shape;486;p38"/>
          <p:cNvSpPr/>
          <p:nvPr/>
        </p:nvSpPr>
        <p:spPr>
          <a:xfrm>
            <a:off x="2775960" y="2627640"/>
            <a:ext cx="3166920" cy="41796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tabLst>
                <a:tab algn="l" pos="0"/>
              </a:tabLst>
            </a:pPr>
            <a:r>
              <a:rPr b="0" i="1" lang="en-US" sz="1400" strike="noStrike" u="none">
                <a:solidFill>
                  <a:srgbClr val="000000"/>
                </a:solidFill>
                <a:effectLst/>
                <a:uFillTx/>
                <a:latin typeface="Arial"/>
                <a:ea typeface="Arial"/>
              </a:rPr>
              <a:t>/usr/mnt/mydata</a:t>
            </a:r>
            <a:endParaRPr b="0" lang="en-US" sz="1400" strike="noStrike" u="none">
              <a:solidFill>
                <a:srgbClr val="000000"/>
              </a:solidFill>
              <a:effectLst/>
              <a:uFillTx/>
              <a:latin typeface="Arial"/>
            </a:endParaRPr>
          </a:p>
        </p:txBody>
      </p:sp>
      <p:sp>
        <p:nvSpPr>
          <p:cNvPr id="402" name="Google Shape;487;p38"/>
          <p:cNvSpPr/>
          <p:nvPr/>
        </p:nvSpPr>
        <p:spPr>
          <a:xfrm>
            <a:off x="1770480" y="2454480"/>
            <a:ext cx="1004760" cy="77040"/>
          </a:xfrm>
          <a:custGeom>
            <a:avLst/>
            <a:gdLst>
              <a:gd name="textAreaLeft" fmla="*/ 0 w 1004760"/>
              <a:gd name="textAreaRight" fmla="*/ 1005120 w 1004760"/>
              <a:gd name="textAreaTop" fmla="*/ 0 h 77040"/>
              <a:gd name="textAreaBottom" fmla="*/ 77400 h 77040"/>
            </a:gdLst>
            <a:ahLst/>
            <a:cxnLst/>
            <a:rect l="textAreaLeft" t="textAreaTop" r="textAreaRight" b="textAreaBottom"/>
            <a:pathLst>
              <a:path w="21600" h="21600">
                <a:moveTo>
                  <a:pt x="0" y="0"/>
                </a:moveTo>
                <a:lnTo>
                  <a:pt x="21600" y="21600"/>
                </a:lnTo>
              </a:path>
            </a:pathLst>
          </a:custGeom>
          <a:noFill/>
          <a:ln w="28575">
            <a:solidFill>
              <a:srgbClr val="44546a"/>
            </a:solidFill>
            <a:prstDash val="dash"/>
            <a:round/>
          </a:ln>
        </p:spPr>
        <p:style>
          <a:lnRef idx="0"/>
          <a:fillRef idx="0"/>
          <a:effectRef idx="0"/>
          <a:fontRef idx="minor"/>
        </p:style>
        <p:txBody>
          <a:bodyPr lIns="90000" rIns="90000" tIns="32400" bIns="32400" anchor="t">
            <a:noAutofit/>
          </a:bodyPr>
          <a:p>
            <a:endParaRPr b="0" lang="en-US" sz="1800" strike="noStrike" u="none">
              <a:solidFill>
                <a:srgbClr val="000000"/>
              </a:solidFill>
              <a:effectLst/>
              <a:uFillTx/>
              <a:latin typeface="Arial"/>
            </a:endParaRPr>
          </a:p>
        </p:txBody>
      </p:sp>
      <p:sp>
        <p:nvSpPr>
          <p:cNvPr id="403" name="Google Shape;488;p38"/>
          <p:cNvSpPr/>
          <p:nvPr/>
        </p:nvSpPr>
        <p:spPr>
          <a:xfrm>
            <a:off x="233640" y="2046240"/>
            <a:ext cx="1536120" cy="815760"/>
          </a:xfrm>
          <a:prstGeom prst="roundRect">
            <a:avLst>
              <a:gd name="adj" fmla="val 16667"/>
            </a:avLst>
          </a:prstGeom>
          <a:solidFill>
            <a:srgbClr val="a4a3d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Persistent</a:t>
            </a:r>
            <a:endParaRPr b="0" lang="en-US" sz="14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Volume</a:t>
            </a:r>
            <a:endParaRPr b="0" lang="en-US" sz="1400" strike="noStrike" u="none">
              <a:solidFill>
                <a:srgbClr val="000000"/>
              </a:solidFill>
              <a:effectLst/>
              <a:uFillTx/>
              <a:latin typeface="Arial"/>
            </a:endParaRPr>
          </a:p>
        </p:txBody>
      </p:sp>
      <p:sp>
        <p:nvSpPr>
          <p:cNvPr id="404" name="Google Shape;489;p38"/>
          <p:cNvSpPr/>
          <p:nvPr/>
        </p:nvSpPr>
        <p:spPr>
          <a:xfrm>
            <a:off x="1001880" y="2862720"/>
            <a:ext cx="53640" cy="429120"/>
          </a:xfrm>
          <a:custGeom>
            <a:avLst/>
            <a:gdLst>
              <a:gd name="textAreaLeft" fmla="*/ 0 w 53640"/>
              <a:gd name="textAreaRight" fmla="*/ 54000 w 53640"/>
              <a:gd name="textAreaTop" fmla="*/ 0 h 429120"/>
              <a:gd name="textAreaBottom" fmla="*/ 429480 h 429120"/>
            </a:gdLst>
            <a:ahLst/>
            <a:cxnLst/>
            <a:rect l="textAreaLeft" t="textAreaTop" r="textAreaRight" b="textAreaBottom"/>
            <a:pathLst>
              <a:path w="21600" h="21600">
                <a:moveTo>
                  <a:pt x="0" y="0"/>
                </a:moveTo>
                <a:lnTo>
                  <a:pt x="21600" y="21600"/>
                </a:lnTo>
              </a:path>
            </a:pathLst>
          </a:custGeom>
          <a:noFill/>
          <a:ln w="38100">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5" name="PlaceHolder 1"/>
          <p:cNvSpPr>
            <a:spLocks noGrp="1"/>
          </p:cNvSpPr>
          <p:nvPr>
            <p:ph type="title"/>
          </p:nvPr>
        </p:nvSpPr>
        <p:spPr>
          <a:xfrm>
            <a:off x="952560" y="324000"/>
            <a:ext cx="11231280" cy="90756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Demo</a:t>
            </a:r>
            <a:endParaRPr b="0" lang="en-US" sz="3200" strike="noStrike" u="none">
              <a:solidFill>
                <a:srgbClr val="000000"/>
              </a:solidFill>
              <a:effectLst/>
              <a:uFillTx/>
              <a:latin typeface="Arial"/>
            </a:endParaRPr>
          </a:p>
        </p:txBody>
      </p:sp>
      <p:sp>
        <p:nvSpPr>
          <p:cNvPr id="406" name="PlaceHolder 2"/>
          <p:cNvSpPr>
            <a:spLocks noGrp="1"/>
          </p:cNvSpPr>
          <p:nvPr>
            <p:ph type="sldNum" idx="57"/>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13BF09BA-9C95-41E9-B0FA-69B84EFB20B2}"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407" name="Google Shape;496;p39"/>
          <p:cNvSpPr/>
          <p:nvPr/>
        </p:nvSpPr>
        <p:spPr>
          <a:xfrm>
            <a:off x="952560" y="324000"/>
            <a:ext cx="11231280" cy="907560"/>
          </a:xfrm>
          <a:prstGeom prst="rect">
            <a:avLst/>
          </a:prstGeom>
          <a:noFill/>
          <a:ln w="0">
            <a:noFill/>
          </a:ln>
        </p:spPr>
        <p:style>
          <a:lnRef idx="0"/>
          <a:fillRef idx="0"/>
          <a:effectRef idx="0"/>
          <a:fontRef idx="minor"/>
        </p:style>
        <p:txBody>
          <a:bodyPr lIns="90000" rIns="90000" tIns="45000" bIns="45000" anchor="ctr">
            <a:noAutofit/>
          </a:bodyPr>
          <a:p>
            <a:pPr>
              <a:lnSpc>
                <a:spcPct val="90000"/>
              </a:lnSpc>
              <a:tabLst>
                <a:tab algn="l" pos="0"/>
              </a:tabLst>
            </a:pPr>
            <a:r>
              <a:rPr b="0" lang="en-US" sz="3200" strike="noStrike" u="none">
                <a:solidFill>
                  <a:srgbClr val="233445"/>
                </a:solidFill>
                <a:effectLst/>
                <a:uFillTx/>
                <a:latin typeface="Helvetica Neue Light"/>
                <a:ea typeface="Helvetica Neue Light"/>
              </a:rPr>
              <a:t>	</a:t>
            </a:r>
            <a:endParaRPr b="0" lang="en-US" sz="3200" strike="noStrike" u="none">
              <a:solidFill>
                <a:srgbClr val="000000"/>
              </a:solidFill>
              <a:effectLst/>
              <a:uFillTx/>
              <a:latin typeface="Arial"/>
            </a:endParaRPr>
          </a:p>
        </p:txBody>
      </p:sp>
      <p:sp>
        <p:nvSpPr>
          <p:cNvPr id="408" name="Google Shape;497;p39"/>
          <p:cNvSpPr/>
          <p:nvPr/>
        </p:nvSpPr>
        <p:spPr>
          <a:xfrm>
            <a:off x="-11880" y="1232280"/>
            <a:ext cx="12203280" cy="5304600"/>
          </a:xfrm>
          <a:prstGeom prst="rect">
            <a:avLst/>
          </a:prstGeom>
          <a:gradFill rotWithShape="0">
            <a:gsLst>
              <a:gs pos="0">
                <a:srgbClr val="d9d9d9"/>
              </a:gs>
              <a:gs pos="100000">
                <a:srgbClr val="f3f3f3"/>
              </a:gs>
            </a:gsLst>
            <a:lin ang="5400000"/>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09" name="Google Shape;499;p39"/>
          <p:cNvSpPr/>
          <p:nvPr/>
        </p:nvSpPr>
        <p:spPr>
          <a:xfrm>
            <a:off x="0" y="1512000"/>
            <a:ext cx="12191400" cy="3054600"/>
          </a:xfrm>
          <a:prstGeom prst="rect">
            <a:avLst/>
          </a:prstGeom>
          <a:noFill/>
          <a:ln w="0">
            <a:noFill/>
          </a:ln>
        </p:spPr>
        <p:style>
          <a:lnRef idx="0"/>
          <a:fillRef idx="0"/>
          <a:effectRef idx="0"/>
          <a:fontRef idx="minor"/>
        </p:style>
        <p:txBody>
          <a:bodyPr lIns="90000" rIns="90000" tIns="46800" bIns="45000" anchor="ctr">
            <a:noAutofit/>
          </a:bodyPr>
          <a:p>
            <a:pPr marL="457200" algn="ctr">
              <a:lnSpc>
                <a:spcPct val="90000"/>
              </a:lnSpc>
              <a:tabLst>
                <a:tab algn="l" pos="0"/>
              </a:tabLst>
            </a:pPr>
            <a:r>
              <a:rPr b="1" lang="en-US" sz="5500" strike="noStrike" u="none">
                <a:solidFill>
                  <a:srgbClr val="980714"/>
                </a:solidFill>
                <a:effectLst/>
                <a:uFillTx/>
                <a:latin typeface="Calibri"/>
                <a:ea typeface="Calibri"/>
              </a:rPr>
              <a:t>Using PVs and ConfigMaps</a:t>
            </a:r>
            <a:endParaRPr b="0" lang="en-US" sz="5500" strike="noStrike" u="none">
              <a:solidFill>
                <a:srgbClr val="980714"/>
              </a:solidFill>
              <a:effectLst/>
              <a:uFillTx/>
              <a:latin typeface="Arial"/>
            </a:endParaRPr>
          </a:p>
        </p:txBody>
      </p:sp>
      <p:sp>
        <p:nvSpPr>
          <p:cNvPr id="410" name="Google Shape;500;p39"/>
          <p:cNvSpPr/>
          <p:nvPr/>
        </p:nvSpPr>
        <p:spPr>
          <a:xfrm>
            <a:off x="-18000" y="0"/>
            <a:ext cx="12203280" cy="323280"/>
          </a:xfrm>
          <a:prstGeom prst="rect">
            <a:avLst/>
          </a:prstGeom>
          <a:solidFill>
            <a:srgbClr val="d9d9d9"/>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11" name="Google Shape;501;p39"/>
          <p:cNvSpPr/>
          <p:nvPr/>
        </p:nvSpPr>
        <p:spPr>
          <a:xfrm>
            <a:off x="-11160" y="333000"/>
            <a:ext cx="12191400" cy="907560"/>
          </a:xfrm>
          <a:prstGeom prst="rect">
            <a:avLst/>
          </a:prstGeom>
          <a:noFill/>
          <a:ln w="2857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2" name="PlaceHolder 1"/>
          <p:cNvSpPr>
            <a:spLocks noGrp="1"/>
          </p:cNvSpPr>
          <p:nvPr>
            <p:ph type="title"/>
          </p:nvPr>
        </p:nvSpPr>
        <p:spPr>
          <a:xfrm>
            <a:off x="952560" y="324000"/>
            <a:ext cx="11231280" cy="90756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In what ways can my application consume</a:t>
            </a:r>
            <a:endParaRPr b="0" lang="en-US" sz="3200" strike="noStrike" u="none">
              <a:solidFill>
                <a:srgbClr val="000000"/>
              </a:solidFill>
              <a:effectLst/>
              <a:uFillTx/>
              <a:latin typeface="Arial"/>
            </a:endParaRPr>
          </a:p>
          <a:p>
            <a:pPr indent="0">
              <a:lnSpc>
                <a:spcPct val="90000"/>
              </a:lnSpc>
              <a:buNone/>
              <a:tabLst>
                <a:tab algn="l" pos="0"/>
              </a:tabLst>
            </a:pPr>
            <a:r>
              <a:rPr b="0" lang="en-US" sz="3200" strike="noStrike" u="none">
                <a:solidFill>
                  <a:srgbClr val="233445"/>
                </a:solidFill>
                <a:effectLst/>
                <a:uFillTx/>
                <a:latin typeface="Helvetica Neue Light"/>
                <a:ea typeface="Helvetica Neue Light"/>
              </a:rPr>
              <a:t>    information from a Secret?</a:t>
            </a:r>
            <a:endParaRPr b="0" lang="en-US" sz="3200" strike="noStrike" u="none">
              <a:solidFill>
                <a:srgbClr val="000000"/>
              </a:solidFill>
              <a:effectLst/>
              <a:uFillTx/>
              <a:latin typeface="Arial"/>
            </a:endParaRPr>
          </a:p>
        </p:txBody>
      </p:sp>
      <p:sp>
        <p:nvSpPr>
          <p:cNvPr id="413" name="PlaceHolder 2"/>
          <p:cNvSpPr>
            <a:spLocks noGrp="1"/>
          </p:cNvSpPr>
          <p:nvPr>
            <p:ph/>
          </p:nvPr>
        </p:nvSpPr>
        <p:spPr>
          <a:xfrm>
            <a:off x="828000" y="1512000"/>
            <a:ext cx="10511280" cy="4679280"/>
          </a:xfrm>
          <a:prstGeom prst="rect">
            <a:avLst/>
          </a:prstGeom>
          <a:noFill/>
          <a:ln w="0">
            <a:noFill/>
          </a:ln>
        </p:spPr>
        <p:txBody>
          <a:bodyPr lIns="90000" rIns="90000" tIns="46800" bIns="45000" anchor="t">
            <a:noAutofit/>
          </a:bodyPr>
          <a:p>
            <a:pPr indent="0">
              <a:lnSpc>
                <a:spcPct val="90000"/>
              </a:lnSpc>
              <a:spcBef>
                <a:spcPts val="1001"/>
              </a:spcBef>
              <a:buNone/>
              <a:tabLst>
                <a:tab algn="l" pos="0"/>
              </a:tabLst>
            </a:pPr>
            <a:r>
              <a:rPr b="0" lang="en-US" sz="2400" strike="noStrike" u="none">
                <a:solidFill>
                  <a:srgbClr val="3f3f3f"/>
                </a:solidFill>
                <a:effectLst/>
                <a:uFillTx/>
                <a:latin typeface="Helvetica Neue Light"/>
                <a:ea typeface="Helvetica Neue Light"/>
              </a:rPr>
              <a:t>1. Shell environment variables</a:t>
            </a: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a:p>
            <a:pPr indent="0">
              <a:lnSpc>
                <a:spcPct val="90000"/>
              </a:lnSpc>
              <a:spcBef>
                <a:spcPts val="1001"/>
              </a:spcBef>
              <a:buNone/>
              <a:tabLst>
                <a:tab algn="l" pos="0"/>
              </a:tabLst>
            </a:pPr>
            <a:r>
              <a:rPr b="0" lang="en-US" sz="2400" strike="noStrike" u="none">
                <a:solidFill>
                  <a:srgbClr val="3f3f3f"/>
                </a:solidFill>
                <a:effectLst/>
                <a:uFillTx/>
                <a:latin typeface="Helvetica Neue Light"/>
                <a:ea typeface="Helvetica Neue Light"/>
              </a:rPr>
              <a:t>2. As volumes, with the filenames equal to the keys and their contents equal to the values.</a:t>
            </a: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a:p>
            <a:pPr indent="0">
              <a:lnSpc>
                <a:spcPct val="90000"/>
              </a:lnSpc>
              <a:spcBef>
                <a:spcPts val="1001"/>
              </a:spcBef>
              <a:buNone/>
              <a:tabLst>
                <a:tab algn="l" pos="0"/>
              </a:tabLst>
            </a:pPr>
            <a:r>
              <a:rPr b="0" lang="en-US" sz="2400" strike="noStrike" u="none">
                <a:solidFill>
                  <a:srgbClr val="3f3f3f"/>
                </a:solidFill>
                <a:effectLst/>
                <a:uFillTx/>
                <a:latin typeface="Helvetica Neue Light"/>
                <a:ea typeface="Helvetica Neue Light"/>
              </a:rPr>
              <a:t>3. As arguments to the command that runs my application.</a:t>
            </a:r>
            <a:endParaRPr b="0" lang="en-US" sz="2400" strike="noStrike" u="none">
              <a:solidFill>
                <a:srgbClr val="000000"/>
              </a:solidFill>
              <a:effectLst/>
              <a:uFillTx/>
              <a:latin typeface="Arial"/>
            </a:endParaRPr>
          </a:p>
        </p:txBody>
      </p:sp>
      <p:sp>
        <p:nvSpPr>
          <p:cNvPr id="414" name="PlaceHolder 3"/>
          <p:cNvSpPr>
            <a:spLocks noGrp="1"/>
          </p:cNvSpPr>
          <p:nvPr>
            <p:ph type="sldNum" idx="58"/>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FB71FF4A-C114-45AB-AD3D-C567A1AD3E8D}"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5" name="PlaceHolder 4"/>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5" name="PlaceHolder 1"/>
          <p:cNvSpPr>
            <a:spLocks noGrp="1"/>
          </p:cNvSpPr>
          <p:nvPr>
            <p:ph type="title"/>
          </p:nvPr>
        </p:nvSpPr>
        <p:spPr>
          <a:xfrm>
            <a:off x="952560" y="324000"/>
            <a:ext cx="11231280" cy="90756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What type of data should be stored in a PV?</a:t>
            </a:r>
            <a:endParaRPr b="0" lang="en-US" sz="3200" strike="noStrike" u="none">
              <a:solidFill>
                <a:srgbClr val="000000"/>
              </a:solidFill>
              <a:effectLst/>
              <a:uFillTx/>
              <a:latin typeface="Arial"/>
            </a:endParaRPr>
          </a:p>
        </p:txBody>
      </p:sp>
      <p:sp>
        <p:nvSpPr>
          <p:cNvPr id="416" name="PlaceHolder 2"/>
          <p:cNvSpPr>
            <a:spLocks noGrp="1"/>
          </p:cNvSpPr>
          <p:nvPr>
            <p:ph/>
          </p:nvPr>
        </p:nvSpPr>
        <p:spPr>
          <a:xfrm>
            <a:off x="828000" y="1512000"/>
            <a:ext cx="10511280" cy="4679280"/>
          </a:xfrm>
          <a:prstGeom prst="rect">
            <a:avLst/>
          </a:prstGeom>
          <a:noFill/>
          <a:ln w="0">
            <a:noFill/>
          </a:ln>
        </p:spPr>
        <p:txBody>
          <a:bodyPr lIns="90000" rIns="90000" tIns="46800" bIns="45000" anchor="t">
            <a:noAutofit/>
          </a:bodyPr>
          <a:p>
            <a:pPr indent="0">
              <a:lnSpc>
                <a:spcPct val="90000"/>
              </a:lnSpc>
              <a:spcBef>
                <a:spcPts val="1001"/>
              </a:spcBef>
              <a:buNone/>
              <a:tabLst>
                <a:tab algn="l" pos="0"/>
              </a:tabLst>
            </a:pPr>
            <a:r>
              <a:rPr b="0" lang="en-US" sz="2400" strike="noStrike" u="none">
                <a:solidFill>
                  <a:srgbClr val="3f3f3f"/>
                </a:solidFill>
                <a:effectLst/>
                <a:uFillTx/>
                <a:latin typeface="Helvetica Neue Light"/>
                <a:ea typeface="Helvetica Neue Light"/>
              </a:rPr>
              <a:t>1. Log files</a:t>
            </a: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a:p>
            <a:pPr indent="0">
              <a:lnSpc>
                <a:spcPct val="90000"/>
              </a:lnSpc>
              <a:spcBef>
                <a:spcPts val="1001"/>
              </a:spcBef>
              <a:buNone/>
              <a:tabLst>
                <a:tab algn="l" pos="0"/>
              </a:tabLst>
            </a:pPr>
            <a:r>
              <a:rPr b="0" lang="en-US" sz="2400" strike="noStrike" u="none">
                <a:solidFill>
                  <a:srgbClr val="3f3f3f"/>
                </a:solidFill>
                <a:effectLst/>
                <a:uFillTx/>
                <a:latin typeface="Helvetica Neue Light"/>
                <a:ea typeface="Helvetica Neue Light"/>
              </a:rPr>
              <a:t>2. Application source code</a:t>
            </a: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a:p>
            <a:pPr indent="0">
              <a:lnSpc>
                <a:spcPct val="90000"/>
              </a:lnSpc>
              <a:spcBef>
                <a:spcPts val="1001"/>
              </a:spcBef>
              <a:buNone/>
              <a:tabLst>
                <a:tab algn="l" pos="0"/>
              </a:tabLst>
            </a:pPr>
            <a:r>
              <a:rPr b="0" lang="en-US" sz="2400" strike="noStrike" u="none">
                <a:solidFill>
                  <a:srgbClr val="3f3f3f"/>
                </a:solidFill>
                <a:effectLst/>
                <a:uFillTx/>
                <a:latin typeface="Helvetica Neue Light"/>
                <a:ea typeface="Helvetica Neue Light"/>
              </a:rPr>
              <a:t>3. Application binaries</a:t>
            </a: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a:p>
            <a:pPr indent="0">
              <a:lnSpc>
                <a:spcPct val="90000"/>
              </a:lnSpc>
              <a:spcBef>
                <a:spcPts val="1001"/>
              </a:spcBef>
              <a:buNone/>
              <a:tabLst>
                <a:tab algn="l" pos="0"/>
              </a:tabLst>
            </a:pPr>
            <a:r>
              <a:rPr b="0" lang="en-US" sz="2400" strike="noStrike" u="none">
                <a:solidFill>
                  <a:srgbClr val="3f3f3f"/>
                </a:solidFill>
                <a:effectLst/>
                <a:uFillTx/>
                <a:latin typeface="Helvetica Neue Light"/>
                <a:ea typeface="Helvetica Neue Light"/>
              </a:rPr>
              <a:t>4. State shared across pods</a:t>
            </a: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a:p>
            <a:pPr indent="0">
              <a:lnSpc>
                <a:spcPct val="90000"/>
              </a:lnSpc>
              <a:spcBef>
                <a:spcPts val="1001"/>
              </a:spcBef>
              <a:buNone/>
              <a:tabLst>
                <a:tab algn="l" pos="0"/>
              </a:tabLst>
            </a:pPr>
            <a:r>
              <a:rPr b="0" lang="en-US" sz="2400" strike="noStrike" u="none">
                <a:solidFill>
                  <a:srgbClr val="3f3f3f"/>
                </a:solidFill>
                <a:effectLst/>
                <a:uFillTx/>
                <a:latin typeface="Helvetica Neue Light"/>
                <a:ea typeface="Helvetica Neue Light"/>
              </a:rPr>
              <a:t>5. Static content for webpages (large amounts)</a:t>
            </a:r>
            <a:endParaRPr b="0" lang="en-US" sz="2400" strike="noStrike" u="none">
              <a:solidFill>
                <a:srgbClr val="000000"/>
              </a:solidFill>
              <a:effectLst/>
              <a:uFillTx/>
              <a:latin typeface="Arial"/>
            </a:endParaRPr>
          </a:p>
        </p:txBody>
      </p:sp>
      <p:sp>
        <p:nvSpPr>
          <p:cNvPr id="417" name="PlaceHolder 3"/>
          <p:cNvSpPr>
            <a:spLocks noGrp="1"/>
          </p:cNvSpPr>
          <p:nvPr>
            <p:ph type="sldNum" idx="59"/>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712FCD9C-AE6D-4AFC-9C87-BB02A20A0260}"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5" name="PlaceHolder 4"/>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8" name="PlaceHolder 1"/>
          <p:cNvSpPr>
            <a:spLocks noGrp="1"/>
          </p:cNvSpPr>
          <p:nvPr>
            <p:ph type="title"/>
          </p:nvPr>
        </p:nvSpPr>
        <p:spPr>
          <a:xfrm>
            <a:off x="952560" y="324000"/>
            <a:ext cx="11231280" cy="90756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Additional Resources</a:t>
            </a:r>
            <a:endParaRPr b="0" lang="en-US" sz="3200" strike="noStrike" u="none">
              <a:solidFill>
                <a:srgbClr val="000000"/>
              </a:solidFill>
              <a:effectLst/>
              <a:uFillTx/>
              <a:latin typeface="Arial"/>
            </a:endParaRPr>
          </a:p>
        </p:txBody>
      </p:sp>
      <p:sp>
        <p:nvSpPr>
          <p:cNvPr id="419" name="PlaceHolder 2"/>
          <p:cNvSpPr>
            <a:spLocks noGrp="1"/>
          </p:cNvSpPr>
          <p:nvPr>
            <p:ph/>
          </p:nvPr>
        </p:nvSpPr>
        <p:spPr>
          <a:xfrm>
            <a:off x="828000" y="1512000"/>
            <a:ext cx="10511280" cy="5612760"/>
          </a:xfrm>
          <a:prstGeom prst="rect">
            <a:avLst/>
          </a:prstGeom>
          <a:noFill/>
          <a:ln w="0">
            <a:noFill/>
          </a:ln>
        </p:spPr>
        <p:txBody>
          <a:bodyPr lIns="90000" rIns="90000" tIns="46800" bIns="45000" anchor="t">
            <a:noAutofit/>
          </a:bodyPr>
          <a:p>
            <a:pPr marL="457200" indent="-380880">
              <a:lnSpc>
                <a:spcPct val="90000"/>
              </a:lnSpc>
              <a:spcBef>
                <a:spcPts val="1001"/>
              </a:spcBef>
              <a:buClr>
                <a:srgbClr val="3f3f3f"/>
              </a:buClr>
              <a:buFont typeface="Helvetica Neue Light"/>
              <a:buChar char="•"/>
            </a:pPr>
            <a:r>
              <a:rPr b="0" lang="en-US" sz="2400" strike="noStrike" u="none">
                <a:solidFill>
                  <a:srgbClr val="3f3f3f"/>
                </a:solidFill>
                <a:effectLst/>
                <a:uFillTx/>
                <a:latin typeface="Helvetica Neue Light"/>
                <a:ea typeface="Helvetica Neue Light"/>
              </a:rPr>
              <a:t>StorageClasses - </a:t>
            </a:r>
            <a:r>
              <a:rPr b="0" lang="en-US" sz="2400" strike="noStrike" u="sng">
                <a:solidFill>
                  <a:srgbClr val="0563c1"/>
                </a:solidFill>
                <a:effectLst/>
                <a:uFillTx/>
                <a:latin typeface="Helvetica Neue Light"/>
                <a:ea typeface="Helvetica Neue Light"/>
                <a:hlinkClick r:id="rId1"/>
              </a:rPr>
              <a:t>https://kubernetes.io/docs/concepts/storage/storage-classes/</a:t>
            </a:r>
            <a:r>
              <a:rPr b="0" lang="en-US" sz="2400" strike="noStrike" u="none">
                <a:solidFill>
                  <a:srgbClr val="3f3f3f"/>
                </a:solidFill>
                <a:effectLst/>
                <a:uFillTx/>
                <a:latin typeface="Helvetica Neue Light"/>
                <a:ea typeface="Helvetica Neue Light"/>
              </a:rPr>
              <a:t> </a:t>
            </a:r>
            <a:endParaRPr b="0" lang="en-US" sz="2400" strike="noStrike" u="none">
              <a:solidFill>
                <a:srgbClr val="000000"/>
              </a:solidFill>
              <a:effectLst/>
              <a:uFillTx/>
              <a:latin typeface="Arial"/>
            </a:endParaRPr>
          </a:p>
          <a:p>
            <a:pPr marL="457200" indent="0">
              <a:lnSpc>
                <a:spcPct val="90000"/>
              </a:lnSpc>
              <a:spcBef>
                <a:spcPts val="1001"/>
              </a:spcBef>
              <a:buNone/>
              <a:tabLst>
                <a:tab algn="l" pos="0"/>
              </a:tabLst>
            </a:pPr>
            <a:endParaRPr b="0" lang="en-US" sz="2400" strike="noStrike" u="none">
              <a:solidFill>
                <a:srgbClr val="000000"/>
              </a:solidFill>
              <a:effectLst/>
              <a:uFillTx/>
              <a:latin typeface="Arial"/>
            </a:endParaRPr>
          </a:p>
          <a:p>
            <a:pPr marL="457200" indent="-380880">
              <a:lnSpc>
                <a:spcPct val="90000"/>
              </a:lnSpc>
              <a:spcBef>
                <a:spcPts val="1001"/>
              </a:spcBef>
              <a:buClr>
                <a:srgbClr val="3f3f3f"/>
              </a:buClr>
              <a:buFont typeface="Helvetica Neue Light"/>
              <a:buChar char="•"/>
              <a:tabLst>
                <a:tab algn="l" pos="0"/>
              </a:tabLst>
            </a:pPr>
            <a:r>
              <a:rPr b="0" lang="en-US" sz="2400" strike="noStrike" u="none">
                <a:solidFill>
                  <a:srgbClr val="3f3f3f"/>
                </a:solidFill>
                <a:effectLst/>
                <a:uFillTx/>
                <a:latin typeface="Helvetica Neue Light"/>
                <a:ea typeface="Helvetica Neue Light"/>
              </a:rPr>
              <a:t>PersistentVolumes - </a:t>
            </a:r>
            <a:br>
              <a:rPr sz="2400"/>
            </a:br>
            <a:r>
              <a:rPr b="0" lang="en-US" sz="2400" strike="noStrike" u="sng">
                <a:solidFill>
                  <a:srgbClr val="0563c1"/>
                </a:solidFill>
                <a:effectLst/>
                <a:uFillTx/>
                <a:latin typeface="Helvetica Neue Light"/>
                <a:ea typeface="Helvetica Neue Light"/>
                <a:hlinkClick r:id="rId2"/>
              </a:rPr>
              <a:t>https://kubernetes.io/docs/concepts/storage/persistent-volumes/</a:t>
            </a:r>
            <a:r>
              <a:rPr b="0" lang="en-US" sz="2400" strike="noStrike" u="none">
                <a:solidFill>
                  <a:srgbClr val="3f3f3f"/>
                </a:solidFill>
                <a:effectLst/>
                <a:uFillTx/>
                <a:latin typeface="Helvetica Neue Light"/>
                <a:ea typeface="Helvetica Neue Light"/>
              </a:rPr>
              <a:t> </a:t>
            </a:r>
            <a:endParaRPr b="0" lang="en-US" sz="2400" strike="noStrike" u="none">
              <a:solidFill>
                <a:srgbClr val="000000"/>
              </a:solidFill>
              <a:effectLst/>
              <a:uFillTx/>
              <a:latin typeface="Arial"/>
            </a:endParaRPr>
          </a:p>
          <a:p>
            <a:pPr marL="457200" indent="0">
              <a:lnSpc>
                <a:spcPct val="90000"/>
              </a:lnSpc>
              <a:spcBef>
                <a:spcPts val="1001"/>
              </a:spcBef>
              <a:buNone/>
              <a:tabLst>
                <a:tab algn="l" pos="0"/>
              </a:tabLst>
            </a:pPr>
            <a:endParaRPr b="0" lang="en-US" sz="2400" strike="noStrike" u="none">
              <a:solidFill>
                <a:srgbClr val="000000"/>
              </a:solidFill>
              <a:effectLst/>
              <a:uFillTx/>
              <a:latin typeface="Arial"/>
            </a:endParaRPr>
          </a:p>
          <a:p>
            <a:pPr marL="457200" indent="-380880">
              <a:lnSpc>
                <a:spcPct val="90000"/>
              </a:lnSpc>
              <a:spcBef>
                <a:spcPts val="1001"/>
              </a:spcBef>
              <a:buClr>
                <a:srgbClr val="3f3f3f"/>
              </a:buClr>
              <a:buFont typeface="Helvetica Neue Light"/>
              <a:buChar char="•"/>
              <a:tabLst>
                <a:tab algn="l" pos="0"/>
              </a:tabLst>
            </a:pPr>
            <a:r>
              <a:rPr b="0" lang="en-US" sz="2400" strike="noStrike" u="none">
                <a:solidFill>
                  <a:srgbClr val="3f3f3f"/>
                </a:solidFill>
                <a:effectLst/>
                <a:uFillTx/>
                <a:latin typeface="Helvetica Neue Light"/>
                <a:ea typeface="Helvetica Neue Light"/>
              </a:rPr>
              <a:t>Secrets - </a:t>
            </a:r>
            <a:br>
              <a:rPr sz="2400"/>
            </a:br>
            <a:r>
              <a:rPr b="0" lang="en-US" sz="2400" strike="noStrike" u="sng">
                <a:solidFill>
                  <a:srgbClr val="0563c1"/>
                </a:solidFill>
                <a:effectLst/>
                <a:uFillTx/>
                <a:latin typeface="Helvetica Neue Light"/>
                <a:ea typeface="Helvetica Neue Light"/>
                <a:hlinkClick r:id="rId3"/>
              </a:rPr>
              <a:t>https://kubernetes.io/docs/concepts/configuration/secret/</a:t>
            </a:r>
            <a:r>
              <a:rPr b="0" lang="en-US" sz="2400" strike="noStrike" u="none">
                <a:solidFill>
                  <a:srgbClr val="3f3f3f"/>
                </a:solidFill>
                <a:effectLst/>
                <a:uFillTx/>
                <a:latin typeface="Helvetica Neue Light"/>
                <a:ea typeface="Helvetica Neue Light"/>
              </a:rPr>
              <a:t> </a:t>
            </a:r>
            <a:endParaRPr b="0" lang="en-US" sz="2400" strike="noStrike" u="none">
              <a:solidFill>
                <a:srgbClr val="000000"/>
              </a:solidFill>
              <a:effectLst/>
              <a:uFillTx/>
              <a:latin typeface="Arial"/>
            </a:endParaRPr>
          </a:p>
          <a:p>
            <a:pPr marL="457200" indent="0">
              <a:lnSpc>
                <a:spcPct val="90000"/>
              </a:lnSpc>
              <a:spcBef>
                <a:spcPts val="1001"/>
              </a:spcBef>
              <a:buNone/>
              <a:tabLst>
                <a:tab algn="l" pos="0"/>
              </a:tabLst>
            </a:pPr>
            <a:endParaRPr b="0" lang="en-US" sz="2400" strike="noStrike" u="none">
              <a:solidFill>
                <a:srgbClr val="000000"/>
              </a:solidFill>
              <a:effectLst/>
              <a:uFillTx/>
              <a:latin typeface="Arial"/>
            </a:endParaRPr>
          </a:p>
          <a:p>
            <a:pPr marL="457200" indent="0">
              <a:lnSpc>
                <a:spcPct val="90000"/>
              </a:lnSpc>
              <a:spcBef>
                <a:spcPts val="1001"/>
              </a:spcBef>
              <a:buNone/>
              <a:tabLst>
                <a:tab algn="l" pos="0"/>
              </a:tabLst>
            </a:pPr>
            <a:endParaRPr b="0" lang="en-US" sz="2400" strike="noStrike" u="none">
              <a:solidFill>
                <a:srgbClr val="000000"/>
              </a:solidFill>
              <a:effectLst/>
              <a:uFillTx/>
              <a:latin typeface="Arial"/>
            </a:endParaRPr>
          </a:p>
          <a:p>
            <a:pPr marL="457200" indent="0">
              <a:lnSpc>
                <a:spcPct val="90000"/>
              </a:lnSpc>
              <a:spcBef>
                <a:spcPts val="1001"/>
              </a:spcBef>
              <a:buNone/>
              <a:tabLst>
                <a:tab algn="l" pos="0"/>
              </a:tabLst>
            </a:pPr>
            <a:endParaRPr b="0" lang="en-US" sz="2400" strike="noStrike" u="none">
              <a:solidFill>
                <a:srgbClr val="000000"/>
              </a:solidFill>
              <a:effectLst/>
              <a:uFillTx/>
              <a:latin typeface="Arial"/>
            </a:endParaRPr>
          </a:p>
        </p:txBody>
      </p:sp>
      <p:sp>
        <p:nvSpPr>
          <p:cNvPr id="420" name="PlaceHolder 3"/>
          <p:cNvSpPr>
            <a:spLocks noGrp="1"/>
          </p:cNvSpPr>
          <p:nvPr>
            <p:ph type="sldNum" idx="60"/>
          </p:nvPr>
        </p:nvSpPr>
        <p:spPr>
          <a:xfrm>
            <a:off x="11340000" y="6537240"/>
            <a:ext cx="833400" cy="2977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0D0F7043-6BFA-4F55-A8E5-969EC911A762}"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5" name="PlaceHolder 4"/>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7.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15</TotalTime>
  <Application>LibreOffice/25.2.6.2$Linux_X86_64 LibreOffice_project/520$Build-2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2025-10-28T09:05:04Z</dcterms:modified>
  <cp:revision>6</cp:revision>
  <dc:subject/>
  <dc:title/>
</cp:coreProperties>
</file>

<file path=docProps/custom.xml><?xml version="1.0" encoding="utf-8"?>
<Properties xmlns="http://schemas.openxmlformats.org/officeDocument/2006/custom-properties" xmlns:vt="http://schemas.openxmlformats.org/officeDocument/2006/docPropsVTypes"/>
</file>